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3.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4.xml" ContentType="application/vnd.openxmlformats-officedocument.drawingml.chartshapes+xml"/>
  <Override PartName="/ppt/notesSlides/notesSlide3.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0" r:id="rId4"/>
    <p:sldMasterId id="2147484480" r:id="rId5"/>
  </p:sldMasterIdLst>
  <p:notesMasterIdLst>
    <p:notesMasterId r:id="rId24"/>
  </p:notesMasterIdLst>
  <p:handoutMasterIdLst>
    <p:handoutMasterId r:id="rId25"/>
  </p:handoutMasterIdLst>
  <p:sldIdLst>
    <p:sldId id="343" r:id="rId6"/>
    <p:sldId id="341" r:id="rId7"/>
    <p:sldId id="2147474814" r:id="rId8"/>
    <p:sldId id="2147474815" r:id="rId9"/>
    <p:sldId id="424" r:id="rId10"/>
    <p:sldId id="2147483117" r:id="rId11"/>
    <p:sldId id="2147483116" r:id="rId12"/>
    <p:sldId id="2147483123" r:id="rId13"/>
    <p:sldId id="2147483124" r:id="rId14"/>
    <p:sldId id="2147483125" r:id="rId15"/>
    <p:sldId id="2147483126" r:id="rId16"/>
    <p:sldId id="2147483127" r:id="rId17"/>
    <p:sldId id="2147483128" r:id="rId18"/>
    <p:sldId id="2147483129" r:id="rId19"/>
    <p:sldId id="2147483130" r:id="rId20"/>
    <p:sldId id="2147483131" r:id="rId21"/>
    <p:sldId id="2147483134" r:id="rId22"/>
    <p:sldId id="2147483137" r:id="rId23"/>
  </p:sldIdLst>
  <p:sldSz cx="12192000" cy="6858000"/>
  <p:notesSz cx="6858000" cy="9144000"/>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A0C1B02-2870-0712-4D4D-5FA48EB0D0D4}" name="Boles, Nicholas" initials="" userId="S::Nicholas.Boles@edelmanDXI.com::67b85d5b-6ee9-4f28-926d-e00d68086393" providerId="AD"/>
  <p188:author id="{CDC02D03-FDAA-44E4-A25F-A4A906C61E22}" name="Xiong, Elvira" initials="EX" userId="S::Elvira.Xiong@edelman.com::c039a55b-5a50-4cca-9c2c-d9abfaeba737" providerId="AD"/>
  <p188:author id="{8539C206-1E1A-ADCD-A8A8-9BFAEC87CA39}" name="Caldwell, Shonna" initials="SC" userId="S::Shonna.Caldwell@edelman.com::fdd85c66-e4c8-4432-bf5a-61db2b1c9976" providerId="AD"/>
  <p188:author id="{0CF75D07-EF18-6113-BEF7-A8BDD38DB2A4}" name="Lobocchiaro, Jessie" initials="LJ" userId="S::Jessie.Lobocchiaro@edelmandxi.com::fb4c87c1-7ab1-436f-a09b-c854b9cd311d" providerId="AD"/>
  <p188:author id="{4A77AA07-4D3E-02BA-61A7-48ED073852F2}" name="Zeng, Alyssa" initials="ZA" userId="S::alyssa.zeng@edelmandxi.com::33ef1cb9-b1c8-447f-aeb2-cc097b49e23d" providerId="AD"/>
  <p188:author id="{89F3B314-E8AC-0FDE-76DB-A9BE9686788A}" name="Bury, Laurel" initials="BL" userId="S::laurel.bury@edelman.com::bca0aa52-d991-432b-ad60-3084b8c164e9" providerId="AD"/>
  <p188:author id="{F4E9C618-D526-DE60-20FE-BF2386AE61F6}" name="Koblawi, Reem" initials="KR" userId="S::Reem.Koblawi@edelmandxi.com::36a4c7dd-01f7-4165-a691-9c17f8c94d11" providerId="AD"/>
  <p188:author id="{926CD228-0049-E0AE-46C2-ED6546443601}" name="Caldwell, Shonna" initials="CS" userId="S::shonna.caldwell@edelman.com::fdd85c66-e4c8-4432-bf5a-61db2b1c9976" providerId="AD"/>
  <p188:author id="{A943832B-0E09-4CF9-E0A9-B322427076E8}" name="Ben Murchison" initials="BM" userId="S::ben.murchison@fourseasons.com::f7268f5f-d910-4fc0-9040-f7e8c23597c5" providerId="AD"/>
  <p188:author id="{1DF58032-F2BB-0435-B571-59BF8D2C9892}" name="Lynn Chen" initials="LC" userId="S::Lynn.Chen@EdelmanDXI.com::142fa183-7d2d-402e-86b8-8661a9c7f576" providerId="AD"/>
  <p188:author id="{C701FB33-E709-920F-7922-5872D39A7EAB}" name="Chen, Lynn" initials="CL" userId="S::lynn.chen@edelmandxi.com::142fa183-7d2d-402e-86b8-8661a9c7f576" providerId="AD"/>
  <p188:author id="{BC260E3D-48D1-D5A9-65B1-08D4D5FD7CDD}" name="Gushev, Carli" initials="" userId="S::Carli.Gushev@edelmandxi.com::27ebdf2e-6d9f-4d4a-a6bd-6195dbbfb3e8" providerId="AD"/>
  <p188:author id="{348F3A3F-E4B5-D8C2-53D3-BECE149F9EBC}" name="Bhagwat, Darvin" initials="DB" userId="S::Darvin.Bhagwat@edelmandxi.com::c80ec2e9-8776-44e9-a834-891c68b32912" providerId="AD"/>
  <p188:author id="{C0489B41-BBA6-8E07-3141-2EC91B208EBA}" name="Bhol, Sampurna" initials="SB" userId="S::Sampurna.Bhol@edelmandxi.com::b3dd68b1-80a1-4c98-b6e4-3de0145e63c2" providerId="AD"/>
  <p188:author id="{C0AECF42-C76E-BC70-699F-5E83C1EF3C6F}" name="Gonzalez, Megan" initials="" userId="S::Megan.Gonzalez@EdelmanDXI.com::8f889142-9dcf-47e0-9682-c0075b293fab" providerId="AD"/>
  <p188:author id="{22CE8049-BD1C-2475-75D0-CF8C7E7ED0D2}" name="Caldwell, Shonna" initials="CS" userId="S::shonna.caldwell@edelmandxi.com::fdd85c66-e4c8-4432-bf5a-61db2b1c9976" providerId="AD"/>
  <p188:author id="{779C9249-C7E8-2DC0-F9BE-BBF434E98359}" name="Jaco, Camila" initials="JC" userId="S::camila.jaco@edelmandxi.com::8b4dbade-b5e0-4699-927e-ed08bfa7e78d" providerId="AD"/>
  <p188:author id="{102A5551-5BA2-65C9-A805-1487A2D718E5}" name="Cheema, Gurleen" initials="" userId="S::Gurleen.Cheema@EdelmanDXI.com::61a28059-6260-403f-8537-b0b2b0803f62" providerId="AD"/>
  <p188:author id="{5E02BC59-AA91-2545-C384-FD2E83BB8DB4}" name="Li, Chenxi" initials="LC" userId="S::chenxi.li@edelmandxi.com::0a6721cc-95e7-4af5-8a57-13869d324482" providerId="AD"/>
  <p188:author id="{CD833B5F-22FE-FF1E-9B43-50D197948955}" name="Gushev, Carli" initials="GC" userId="S::carli.gushev@edelman.com::27ebdf2e-6d9f-4d4a-a6bd-6195dbbfb3e8" providerId="AD"/>
  <p188:author id="{A6446D6D-4AC3-47A6-25D4-341FEBADC876}" name="McLeod Macey, Jennifer" initials="JM" userId="S::Jennifer.Macey@edelmanDXI.com::db78666c-f72c-49bc-8d06-b6e4139e7621" providerId="AD"/>
  <p188:author id="{0E47C86D-471D-57FA-110C-B381C469B1B5}" name="Spoore, Megan" initials="SM" userId="S::megan.spoore@edelman.com::66b72efa-d13e-469a-a8b7-c4cf309df527" providerId="AD"/>
  <p188:author id="{C2980673-62C0-A735-8FA1-13302BFDAAD6}" name="Naidu, Harika" initials="HN" userId="S::Harika.Naidu@EdelmanDXI.com::473506c5-467b-44d0-8c6a-f99140f8678b" providerId="AD"/>
  <p188:author id="{D1FDF175-1EB4-3407-904B-46D8BF98BB29}" name="Paras, Laarni" initials="PL" userId="S::Laarni.Paras@edelmanDXI.com::c020ad32-de67-4c8e-a094-247f07466fa1" providerId="AD"/>
  <p188:author id="{5D7CDB7C-4D9C-7DB1-CD36-C8ED714D697F}" name="Caldwell, Shonna" initials="SC" userId="S::Shonna.Caldwell@edelmandxi.com::fdd85c66-e4c8-4432-bf5a-61db2b1c9976" providerId="AD"/>
  <p188:author id="{065C8490-3406-6B62-2374-F5DBF5653835}" name="MacLagger, Hannah" initials="HM" userId="S::Hannah.Maclagger@edelmanDXI.com::90150e06-5eb0-4674-960f-62eae634952c" providerId="AD"/>
  <p188:author id="{20E64793-613D-B2DF-E25C-004A8C26FD87}" name="Spoore, Megan" initials="MS" userId="S::Megan.Spoore@edelman.com::66b72efa-d13e-469a-a8b7-c4cf309df527" providerId="AD"/>
  <p188:author id="{1CED109D-EA96-7EFC-BF90-6A690356D8EB}" name="Gordillo, Laura" initials="LG" userId="S::Laura.Gordillo@edelman.com::13c1650a-4357-4c81-8d92-8c48d2d4a2e9" providerId="AD"/>
  <p188:author id="{5557E9A4-59C3-F18B-0D43-4D0B72491B0A}" name="Otto, Maria" initials="MO" userId="S::maria.otto@edelmanDXI.com::d9e4bbca-afe1-4734-8e5e-9209cb70bd57" providerId="AD"/>
  <p188:author id="{3F6AD5AF-0E1E-F813-5B80-2578B81339DF}" name="Ravleen Jauhar" initials="RJ" userId="S::ravleen.jauhar@fourseasons.com::43d6bce0-1d91-46f6-8343-a6561cf8bc3e" providerId="AD"/>
  <p188:author id="{1E8270B6-2385-5ECB-BE6C-686C38F7D94C}" name="Xiong, Elvira" initials="EX" userId="S::Elvira.Xiong@EdelmanDXI.com::c039a55b-5a50-4cca-9c2c-d9abfaeba737" providerId="AD"/>
  <p188:author id="{DFF58CB9-CDA5-8AF1-7361-6A659A0832BF}" name="Ben Murchison" initials="BM" userId="S::Ben.Murchison@fourseasons.com::f7268f5f-d910-4fc0-9040-f7e8c23597c5" providerId="AD"/>
  <p188:author id="{05B889C3-9865-3C71-83A3-9268C6F834EF}" name="Koblawi, Reem" initials="KR" userId="S::reem.koblawi@edelmandxi.com::36a4c7dd-01f7-4165-a691-9c17f8c94d11" providerId="AD"/>
  <p188:author id="{8FE3FDC8-5FF3-CDEA-EB37-F166C5F0DC74}" name="Baker, Morgan" initials="MB" userId="S::morgan.baker@edelmanDXI.com::cf704298-0b33-43c6-af24-1cbb4825daa4" providerId="AD"/>
  <p188:author id="{54EA8EC9-C93E-4C5D-B3BB-BC2E409C523E}" name="Forrest, Shantel" initials="SF" userId="S::shantel.forrest@edelmanDXI.com::4c9f3125-ad51-4034-a072-db1713c7be2a" providerId="AD"/>
  <p188:author id="{97C87ECD-8254-30D3-BD7F-F860B9CF098E}" name="Brennan Holder" initials="BH" userId="S::Brennan.Holder@fourseasons.com::3fcb36b5-fc27-4437-b8e8-75f4ebd8d597" providerId="AD"/>
  <p188:author id="{560593D7-7F0C-0331-5765-CC5ADD4FF3FB}" name="Klassen, Traci" initials="TK" userId="S::Traci.Klassen@edelmanDXI.com::21e4bea0-94e2-45c7-b021-77fa67d030a1" providerId="AD"/>
  <p188:author id="{0DE464DA-194E-2203-0A62-B098A709E57C}" name="Li, Chenxi" initials="LC" userId="S::Chenxi.li@EdelmanDXI.com::0a6721cc-95e7-4af5-8a57-13869d324482" providerId="AD"/>
  <p188:author id="{3C3DE2DB-5FD4-FC06-4A6F-B3AF9DBA3A91}" name="Bhol, Sampurna" initials="SB" userId="S::Sampurna.Bhol@edelman.com::b3dd68b1-80a1-4c98-b6e4-3de0145e63c2" providerId="AD"/>
  <p188:author id="{05BDE2DF-FFD7-9378-4E13-53C7EA1FE0E6}" name="Fagan, Aurora" initials="FA" userId="S::Aurora.Fagan@edelmandxi.com::b376867a-4c15-47fe-86ee-53383c50903d" providerId="AD"/>
  <p188:author id="{787750E2-AC2A-0D82-9EFA-5E7998EC1F84}" name="Ravleen Jauhar" initials="RJ" userId="S::Ravleen.Jauhar@fourseasons.com::43d6bce0-1d91-46f6-8343-a6561cf8bc3e" providerId="AD"/>
  <p188:author id="{D22323E5-4C04-EE50-08F9-46DCA98D0030}" name="Jaco, Camila" initials="" userId="S::Camila.Jaco@edelmandxi.com::8b4dbade-b5e0-4699-927e-ed08bfa7e78d" providerId="AD"/>
  <p188:author id="{08A41BEA-0764-2F8A-4D2E-2009755BCCFA}" name="Gushev, Carli" initials="CG" userId="S::Carli.Gushev@edelman.com::27ebdf2e-6d9f-4d4a-a6bd-6195dbbfb3e8" providerId="AD"/>
  <p188:author id="{9B82F3EB-3665-650C-FE80-3A0BEC1C4393}" name="Otto, Maria" initials="OM" userId="S::maria.otto@edelmandxi.com::d9e4bbca-afe1-4734-8e5e-9209cb70bd57" providerId="AD"/>
  <p188:author id="{C45F5AF2-C839-CAE6-17FD-403070EE7719}" name="Lawrence, Julianne" initials="LJ" userId="S::Julianne.Lawrence@edelmandxi.com::8f562ef6-8972-4b9e-ba92-65ffcbbd2d4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uld (Tritsch), Samantha" initials="FS" lastIdx="75" clrIdx="0">
    <p:extLst>
      <p:ext uri="{19B8F6BF-5375-455C-9EA6-DF929625EA0E}">
        <p15:presenceInfo xmlns:p15="http://schemas.microsoft.com/office/powerpoint/2012/main" userId="S::samantha.fuld@edelmanintelligence.com::49b91ae0-3450-4eb5-a274-7d628dabd63e" providerId="AD"/>
      </p:ext>
    </p:extLst>
  </p:cmAuthor>
  <p:cmAuthor id="2" name="Otto, Maria" initials="OM" lastIdx="4" clrIdx="1">
    <p:extLst>
      <p:ext uri="{19B8F6BF-5375-455C-9EA6-DF929625EA0E}">
        <p15:presenceInfo xmlns:p15="http://schemas.microsoft.com/office/powerpoint/2012/main" userId="S::maria.otto@edelmanintelligence.com::d9e4bbca-afe1-4734-8e5e-9209cb70bd5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C38B"/>
    <a:srgbClr val="1F216C"/>
    <a:srgbClr val="939393"/>
    <a:srgbClr val="3D441E"/>
    <a:srgbClr val="5F88BD"/>
    <a:srgbClr val="1F335B"/>
    <a:srgbClr val="000000"/>
    <a:srgbClr val="4F0304"/>
    <a:srgbClr val="CBC4BC"/>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429566-F2F8-460B-AE80-A162553702D0}" v="109" dt="2026-09-07T15:49:02.8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26" autoAdjust="0"/>
    <p:restoredTop sz="94660"/>
  </p:normalViewPr>
  <p:slideViewPr>
    <p:cSldViewPr snapToGrid="0">
      <p:cViewPr>
        <p:scale>
          <a:sx n="66" d="100"/>
          <a:sy n="66" d="100"/>
        </p:scale>
        <p:origin x="640" y="128"/>
      </p:cViewPr>
      <p:guideLst>
        <p:guide orient="horz" pos="2184"/>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6.xml"/><Relationship Id="rId34" Type="http://schemas.microsoft.com/office/2018/10/relationships/authors" Target="author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handoutMaster" Target="handoutMasters/handoutMaster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notesMaster" Target="notesMasters/notesMaster1.xml"/><Relationship Id="rId32"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rnández Dodino, Camilo" userId="6bc95229-ff17-4136-87ee-65a4bf00269a" providerId="ADAL" clId="{98AA871E-E7F0-4307-895B-BD59EFA6F1B8}"/>
    <pc:docChg chg="undo custSel modSld">
      <pc:chgData name="Hernández Dodino, Camilo" userId="6bc95229-ff17-4136-87ee-65a4bf00269a" providerId="ADAL" clId="{98AA871E-E7F0-4307-895B-BD59EFA6F1B8}" dt="2026-09-08T14:04:10.056" v="412" actId="1076"/>
      <pc:docMkLst>
        <pc:docMk/>
      </pc:docMkLst>
      <pc:sldChg chg="modSp mod">
        <pc:chgData name="Hernández Dodino, Camilo" userId="6bc95229-ff17-4136-87ee-65a4bf00269a" providerId="ADAL" clId="{98AA871E-E7F0-4307-895B-BD59EFA6F1B8}" dt="2026-09-07T20:48:31.528" v="343" actId="20577"/>
        <pc:sldMkLst>
          <pc:docMk/>
          <pc:sldMk cId="1795461227" sldId="343"/>
        </pc:sldMkLst>
        <pc:spChg chg="mod">
          <ac:chgData name="Hernández Dodino, Camilo" userId="6bc95229-ff17-4136-87ee-65a4bf00269a" providerId="ADAL" clId="{98AA871E-E7F0-4307-895B-BD59EFA6F1B8}" dt="2026-09-07T20:48:31.528" v="343" actId="20577"/>
          <ac:spMkLst>
            <pc:docMk/>
            <pc:sldMk cId="1795461227" sldId="343"/>
            <ac:spMk id="3" creationId="{7A77E512-0631-3355-52DB-2865C66035AA}"/>
          </ac:spMkLst>
        </pc:spChg>
      </pc:sldChg>
      <pc:sldChg chg="modSp mod">
        <pc:chgData name="Hernández Dodino, Camilo" userId="6bc95229-ff17-4136-87ee-65a4bf00269a" providerId="ADAL" clId="{98AA871E-E7F0-4307-895B-BD59EFA6F1B8}" dt="2026-09-07T20:48:44.022" v="352" actId="20577"/>
        <pc:sldMkLst>
          <pc:docMk/>
          <pc:sldMk cId="2831307165" sldId="424"/>
        </pc:sldMkLst>
        <pc:spChg chg="mod">
          <ac:chgData name="Hernández Dodino, Camilo" userId="6bc95229-ff17-4136-87ee-65a4bf00269a" providerId="ADAL" clId="{98AA871E-E7F0-4307-895B-BD59EFA6F1B8}" dt="2026-09-07T20:48:44.022" v="352" actId="20577"/>
          <ac:spMkLst>
            <pc:docMk/>
            <pc:sldMk cId="2831307165" sldId="424"/>
            <ac:spMk id="4" creationId="{6CC7C31A-7004-97D5-61DC-A1A0F62899E6}"/>
          </ac:spMkLst>
        </pc:spChg>
      </pc:sldChg>
      <pc:sldChg chg="modSp mod">
        <pc:chgData name="Hernández Dodino, Camilo" userId="6bc95229-ff17-4136-87ee-65a4bf00269a" providerId="ADAL" clId="{98AA871E-E7F0-4307-895B-BD59EFA6F1B8}" dt="2026-09-08T14:04:10.056" v="412" actId="1076"/>
        <pc:sldMkLst>
          <pc:docMk/>
          <pc:sldMk cId="2967023071" sldId="2147483117"/>
        </pc:sldMkLst>
        <pc:spChg chg="mod">
          <ac:chgData name="Hernández Dodino, Camilo" userId="6bc95229-ff17-4136-87ee-65a4bf00269a" providerId="ADAL" clId="{98AA871E-E7F0-4307-895B-BD59EFA6F1B8}" dt="2026-09-08T14:04:10.056" v="412" actId="1076"/>
          <ac:spMkLst>
            <pc:docMk/>
            <pc:sldMk cId="2967023071" sldId="2147483117"/>
            <ac:spMk id="12" creationId="{EE4664D2-3581-0EE2-2B3F-251762BA195A}"/>
          </ac:spMkLst>
        </pc:spChg>
        <pc:graphicFrameChg chg="mod">
          <ac:chgData name="Hernández Dodino, Camilo" userId="6bc95229-ff17-4136-87ee-65a4bf00269a" providerId="ADAL" clId="{98AA871E-E7F0-4307-895B-BD59EFA6F1B8}" dt="2026-09-07T16:32:21.934" v="240" actId="1076"/>
          <ac:graphicFrameMkLst>
            <pc:docMk/>
            <pc:sldMk cId="2967023071" sldId="2147483117"/>
            <ac:graphicFrameMk id="10" creationId="{155A2627-7A5B-05FB-4730-AD2FC506F2D0}"/>
          </ac:graphicFrameMkLst>
        </pc:graphicFrameChg>
        <pc:graphicFrameChg chg="mod">
          <ac:chgData name="Hernández Dodino, Camilo" userId="6bc95229-ff17-4136-87ee-65a4bf00269a" providerId="ADAL" clId="{98AA871E-E7F0-4307-895B-BD59EFA6F1B8}" dt="2026-09-07T15:57:00.315" v="220" actId="1076"/>
          <ac:graphicFrameMkLst>
            <pc:docMk/>
            <pc:sldMk cId="2967023071" sldId="2147483117"/>
            <ac:graphicFrameMk id="11" creationId="{C04CF71B-4A6D-56A7-8D1F-A3CC9F3AB810}"/>
          </ac:graphicFrameMkLst>
        </pc:graphicFrameChg>
      </pc:sldChg>
      <pc:sldChg chg="modSp mod">
        <pc:chgData name="Hernández Dodino, Camilo" userId="6bc95229-ff17-4136-87ee-65a4bf00269a" providerId="ADAL" clId="{98AA871E-E7F0-4307-895B-BD59EFA6F1B8}" dt="2026-09-07T21:35:33.018" v="392" actId="20577"/>
        <pc:sldMkLst>
          <pc:docMk/>
          <pc:sldMk cId="791596081" sldId="2147483123"/>
        </pc:sldMkLst>
        <pc:graphicFrameChg chg="modGraphic">
          <ac:chgData name="Hernández Dodino, Camilo" userId="6bc95229-ff17-4136-87ee-65a4bf00269a" providerId="ADAL" clId="{98AA871E-E7F0-4307-895B-BD59EFA6F1B8}" dt="2026-09-07T21:35:33.018" v="392" actId="20577"/>
          <ac:graphicFrameMkLst>
            <pc:docMk/>
            <pc:sldMk cId="791596081" sldId="2147483123"/>
            <ac:graphicFrameMk id="8" creationId="{556919E7-A048-A86D-B0DF-7BC8332A4AF2}"/>
          </ac:graphicFrameMkLst>
        </pc:graphicFrameChg>
      </pc:sldChg>
      <pc:sldChg chg="delSp modSp mod">
        <pc:chgData name="Hernández Dodino, Camilo" userId="6bc95229-ff17-4136-87ee-65a4bf00269a" providerId="ADAL" clId="{98AA871E-E7F0-4307-895B-BD59EFA6F1B8}" dt="2026-09-07T15:27:33.541" v="13" actId="478"/>
        <pc:sldMkLst>
          <pc:docMk/>
          <pc:sldMk cId="2546441314" sldId="2147483124"/>
        </pc:sldMkLst>
        <pc:spChg chg="mod">
          <ac:chgData name="Hernández Dodino, Camilo" userId="6bc95229-ff17-4136-87ee-65a4bf00269a" providerId="ADAL" clId="{98AA871E-E7F0-4307-895B-BD59EFA6F1B8}" dt="2026-09-07T15:26:56.639" v="8" actId="20577"/>
          <ac:spMkLst>
            <pc:docMk/>
            <pc:sldMk cId="2546441314" sldId="2147483124"/>
            <ac:spMk id="2" creationId="{D2F6C226-35EE-75CF-612A-FDE2135C1A88}"/>
          </ac:spMkLst>
        </pc:spChg>
        <pc:spChg chg="del">
          <ac:chgData name="Hernández Dodino, Camilo" userId="6bc95229-ff17-4136-87ee-65a4bf00269a" providerId="ADAL" clId="{98AA871E-E7F0-4307-895B-BD59EFA6F1B8}" dt="2026-09-07T15:27:32.667" v="12" actId="478"/>
          <ac:spMkLst>
            <pc:docMk/>
            <pc:sldMk cId="2546441314" sldId="2147483124"/>
            <ac:spMk id="11" creationId="{9C77CE0E-51C6-2E7D-58DD-042D5365BD49}"/>
          </ac:spMkLst>
        </pc:spChg>
        <pc:spChg chg="del">
          <ac:chgData name="Hernández Dodino, Camilo" userId="6bc95229-ff17-4136-87ee-65a4bf00269a" providerId="ADAL" clId="{98AA871E-E7F0-4307-895B-BD59EFA6F1B8}" dt="2026-09-07T15:27:33.541" v="13" actId="478"/>
          <ac:spMkLst>
            <pc:docMk/>
            <pc:sldMk cId="2546441314" sldId="2147483124"/>
            <ac:spMk id="15" creationId="{A174FB10-BCB5-C0FA-6180-8625696AE1F7}"/>
          </ac:spMkLst>
        </pc:spChg>
        <pc:spChg chg="del">
          <ac:chgData name="Hernández Dodino, Camilo" userId="6bc95229-ff17-4136-87ee-65a4bf00269a" providerId="ADAL" clId="{98AA871E-E7F0-4307-895B-BD59EFA6F1B8}" dt="2026-09-07T15:27:30.832" v="11" actId="478"/>
          <ac:spMkLst>
            <pc:docMk/>
            <pc:sldMk cId="2546441314" sldId="2147483124"/>
            <ac:spMk id="30" creationId="{717E13E1-CD6A-91B6-F454-077C8C28AD35}"/>
          </ac:spMkLst>
        </pc:spChg>
        <pc:graphicFrameChg chg="mod">
          <ac:chgData name="Hernández Dodino, Camilo" userId="6bc95229-ff17-4136-87ee-65a4bf00269a" providerId="ADAL" clId="{98AA871E-E7F0-4307-895B-BD59EFA6F1B8}" dt="2026-09-07T15:27:27.356" v="10"/>
          <ac:graphicFrameMkLst>
            <pc:docMk/>
            <pc:sldMk cId="2546441314" sldId="2147483124"/>
            <ac:graphicFrameMk id="5" creationId="{E8C9843D-DFBD-8B21-E367-3696A28BBC46}"/>
          </ac:graphicFrameMkLst>
        </pc:graphicFrameChg>
      </pc:sldChg>
      <pc:sldChg chg="modSp mod">
        <pc:chgData name="Hernández Dodino, Camilo" userId="6bc95229-ff17-4136-87ee-65a4bf00269a" providerId="ADAL" clId="{98AA871E-E7F0-4307-895B-BD59EFA6F1B8}" dt="2026-09-07T20:48:52.049" v="361" actId="20577"/>
        <pc:sldMkLst>
          <pc:docMk/>
          <pc:sldMk cId="3974461796" sldId="2147483125"/>
        </pc:sldMkLst>
        <pc:spChg chg="mod">
          <ac:chgData name="Hernández Dodino, Camilo" userId="6bc95229-ff17-4136-87ee-65a4bf00269a" providerId="ADAL" clId="{98AA871E-E7F0-4307-895B-BD59EFA6F1B8}" dt="2026-09-07T20:48:52.049" v="361" actId="20577"/>
          <ac:spMkLst>
            <pc:docMk/>
            <pc:sldMk cId="3974461796" sldId="2147483125"/>
            <ac:spMk id="4" creationId="{48982D7C-4272-8881-F1E5-B0BA4CC50FA3}"/>
          </ac:spMkLst>
        </pc:spChg>
      </pc:sldChg>
      <pc:sldChg chg="modSp mod">
        <pc:chgData name="Hernández Dodino, Camilo" userId="6bc95229-ff17-4136-87ee-65a4bf00269a" providerId="ADAL" clId="{98AA871E-E7F0-4307-895B-BD59EFA6F1B8}" dt="2026-09-07T20:48:56.580" v="370" actId="20577"/>
        <pc:sldMkLst>
          <pc:docMk/>
          <pc:sldMk cId="863405709" sldId="2147483126"/>
        </pc:sldMkLst>
        <pc:spChg chg="mod">
          <ac:chgData name="Hernández Dodino, Camilo" userId="6bc95229-ff17-4136-87ee-65a4bf00269a" providerId="ADAL" clId="{98AA871E-E7F0-4307-895B-BD59EFA6F1B8}" dt="2026-09-07T20:48:56.580" v="370" actId="20577"/>
          <ac:spMkLst>
            <pc:docMk/>
            <pc:sldMk cId="863405709" sldId="2147483126"/>
            <ac:spMk id="4" creationId="{EB9641DF-C449-664D-BDFD-6178BC3D9CA7}"/>
          </ac:spMkLst>
        </pc:spChg>
      </pc:sldChg>
      <pc:sldChg chg="addSp delSp modSp mod">
        <pc:chgData name="Hernández Dodino, Camilo" userId="6bc95229-ff17-4136-87ee-65a4bf00269a" providerId="ADAL" clId="{98AA871E-E7F0-4307-895B-BD59EFA6F1B8}" dt="2026-09-08T14:04:04.177" v="411" actId="1076"/>
        <pc:sldMkLst>
          <pc:docMk/>
          <pc:sldMk cId="654949466" sldId="2147483127"/>
        </pc:sldMkLst>
        <pc:spChg chg="mod">
          <ac:chgData name="Hernández Dodino, Camilo" userId="6bc95229-ff17-4136-87ee-65a4bf00269a" providerId="ADAL" clId="{98AA871E-E7F0-4307-895B-BD59EFA6F1B8}" dt="2026-09-07T15:31:22.462" v="59" actId="20577"/>
          <ac:spMkLst>
            <pc:docMk/>
            <pc:sldMk cId="654949466" sldId="2147483127"/>
            <ac:spMk id="2" creationId="{A9E979D6-6CC5-5A71-788D-9EB6907E1A8E}"/>
          </ac:spMkLst>
        </pc:spChg>
        <pc:spChg chg="mod">
          <ac:chgData name="Hernández Dodino, Camilo" userId="6bc95229-ff17-4136-87ee-65a4bf00269a" providerId="ADAL" clId="{98AA871E-E7F0-4307-895B-BD59EFA6F1B8}" dt="2026-09-08T14:04:04.177" v="411" actId="1076"/>
          <ac:spMkLst>
            <pc:docMk/>
            <pc:sldMk cId="654949466" sldId="2147483127"/>
            <ac:spMk id="25" creationId="{B7DBF065-6DB5-0286-78B1-F261A4E0FFBA}"/>
          </ac:spMkLst>
        </pc:spChg>
        <pc:graphicFrameChg chg="mod">
          <ac:chgData name="Hernández Dodino, Camilo" userId="6bc95229-ff17-4136-87ee-65a4bf00269a" providerId="ADAL" clId="{98AA871E-E7F0-4307-895B-BD59EFA6F1B8}" dt="2026-09-07T15:41:31.764" v="148" actId="962"/>
          <ac:graphicFrameMkLst>
            <pc:docMk/>
            <pc:sldMk cId="654949466" sldId="2147483127"/>
            <ac:graphicFrameMk id="23" creationId="{4CD2FD98-DFF4-65E7-BA22-8BC3CFC6624D}"/>
          </ac:graphicFrameMkLst>
        </pc:graphicFrameChg>
        <pc:graphicFrameChg chg="add del mod">
          <ac:chgData name="Hernández Dodino, Camilo" userId="6bc95229-ff17-4136-87ee-65a4bf00269a" providerId="ADAL" clId="{98AA871E-E7F0-4307-895B-BD59EFA6F1B8}" dt="2026-09-07T17:32:04.645" v="334" actId="20577"/>
          <ac:graphicFrameMkLst>
            <pc:docMk/>
            <pc:sldMk cId="654949466" sldId="2147483127"/>
            <ac:graphicFrameMk id="24" creationId="{07E3AFAD-AE6A-9C92-EDEA-9F7E6363AC4A}"/>
          </ac:graphicFrameMkLst>
        </pc:graphicFrameChg>
      </pc:sldChg>
      <pc:sldChg chg="modSp mod">
        <pc:chgData name="Hernández Dodino, Camilo" userId="6bc95229-ff17-4136-87ee-65a4bf00269a" providerId="ADAL" clId="{98AA871E-E7F0-4307-895B-BD59EFA6F1B8}" dt="2026-09-07T20:49:01.052" v="379" actId="20577"/>
        <pc:sldMkLst>
          <pc:docMk/>
          <pc:sldMk cId="566659378" sldId="2147483128"/>
        </pc:sldMkLst>
        <pc:spChg chg="mod">
          <ac:chgData name="Hernández Dodino, Camilo" userId="6bc95229-ff17-4136-87ee-65a4bf00269a" providerId="ADAL" clId="{98AA871E-E7F0-4307-895B-BD59EFA6F1B8}" dt="2026-09-07T20:49:01.052" v="379" actId="20577"/>
          <ac:spMkLst>
            <pc:docMk/>
            <pc:sldMk cId="566659378" sldId="2147483128"/>
            <ac:spMk id="4" creationId="{B782E3C3-1159-5E14-44A0-7D3848B2D73B}"/>
          </ac:spMkLst>
        </pc:spChg>
      </pc:sldChg>
      <pc:sldChg chg="modSp mod">
        <pc:chgData name="Hernández Dodino, Camilo" userId="6bc95229-ff17-4136-87ee-65a4bf00269a" providerId="ADAL" clId="{98AA871E-E7F0-4307-895B-BD59EFA6F1B8}" dt="2026-09-08T14:04:00.596" v="410" actId="1076"/>
        <pc:sldMkLst>
          <pc:docMk/>
          <pc:sldMk cId="3206117550" sldId="2147483129"/>
        </pc:sldMkLst>
        <pc:spChg chg="mod">
          <ac:chgData name="Hernández Dodino, Camilo" userId="6bc95229-ff17-4136-87ee-65a4bf00269a" providerId="ADAL" clId="{98AA871E-E7F0-4307-895B-BD59EFA6F1B8}" dt="2026-09-07T15:31:29.315" v="68" actId="20577"/>
          <ac:spMkLst>
            <pc:docMk/>
            <pc:sldMk cId="3206117550" sldId="2147483129"/>
            <ac:spMk id="2" creationId="{9B9C1FF6-963B-7274-67EB-9DF836EB892F}"/>
          </ac:spMkLst>
        </pc:spChg>
        <pc:spChg chg="mod">
          <ac:chgData name="Hernández Dodino, Camilo" userId="6bc95229-ff17-4136-87ee-65a4bf00269a" providerId="ADAL" clId="{98AA871E-E7F0-4307-895B-BD59EFA6F1B8}" dt="2026-09-08T14:04:00.596" v="410" actId="1076"/>
          <ac:spMkLst>
            <pc:docMk/>
            <pc:sldMk cId="3206117550" sldId="2147483129"/>
            <ac:spMk id="19" creationId="{8106AA41-3A51-C76F-8F7A-D74FE847CEC0}"/>
          </ac:spMkLst>
        </pc:spChg>
        <pc:graphicFrameChg chg="mod">
          <ac:chgData name="Hernández Dodino, Camilo" userId="6bc95229-ff17-4136-87ee-65a4bf00269a" providerId="ADAL" clId="{98AA871E-E7F0-4307-895B-BD59EFA6F1B8}" dt="2026-09-07T15:41:45.917" v="150" actId="962"/>
          <ac:graphicFrameMkLst>
            <pc:docMk/>
            <pc:sldMk cId="3206117550" sldId="2147483129"/>
            <ac:graphicFrameMk id="14" creationId="{25A8AB60-DC14-FE13-FFF9-4CAB21CEB8FA}"/>
          </ac:graphicFrameMkLst>
        </pc:graphicFrameChg>
        <pc:graphicFrameChg chg="mod">
          <ac:chgData name="Hernández Dodino, Camilo" userId="6bc95229-ff17-4136-87ee-65a4bf00269a" providerId="ADAL" clId="{98AA871E-E7F0-4307-895B-BD59EFA6F1B8}" dt="2026-09-07T15:41:49.624" v="151" actId="962"/>
          <ac:graphicFrameMkLst>
            <pc:docMk/>
            <pc:sldMk cId="3206117550" sldId="2147483129"/>
            <ac:graphicFrameMk id="18" creationId="{7198999D-7A0F-AC8E-BC8E-CB0A1BCEE3A4}"/>
          </ac:graphicFrameMkLst>
        </pc:graphicFrameChg>
      </pc:sldChg>
      <pc:sldChg chg="modSp mod">
        <pc:chgData name="Hernández Dodino, Camilo" userId="6bc95229-ff17-4136-87ee-65a4bf00269a" providerId="ADAL" clId="{98AA871E-E7F0-4307-895B-BD59EFA6F1B8}" dt="2026-09-07T20:49:05.736" v="388" actId="20577"/>
        <pc:sldMkLst>
          <pc:docMk/>
          <pc:sldMk cId="3757565895" sldId="2147483130"/>
        </pc:sldMkLst>
        <pc:spChg chg="mod">
          <ac:chgData name="Hernández Dodino, Camilo" userId="6bc95229-ff17-4136-87ee-65a4bf00269a" providerId="ADAL" clId="{98AA871E-E7F0-4307-895B-BD59EFA6F1B8}" dt="2026-09-07T20:49:05.736" v="388" actId="20577"/>
          <ac:spMkLst>
            <pc:docMk/>
            <pc:sldMk cId="3757565895" sldId="2147483130"/>
            <ac:spMk id="4" creationId="{48C266BA-37C3-C83F-12CB-6085D3464A67}"/>
          </ac:spMkLst>
        </pc:spChg>
      </pc:sldChg>
      <pc:sldChg chg="modSp mod">
        <pc:chgData name="Hernández Dodino, Camilo" userId="6bc95229-ff17-4136-87ee-65a4bf00269a" providerId="ADAL" clId="{98AA871E-E7F0-4307-895B-BD59EFA6F1B8}" dt="2026-09-08T14:03:30.766" v="409" actId="27918"/>
        <pc:sldMkLst>
          <pc:docMk/>
          <pc:sldMk cId="3890216508" sldId="2147483131"/>
        </pc:sldMkLst>
        <pc:spChg chg="mod">
          <ac:chgData name="Hernández Dodino, Camilo" userId="6bc95229-ff17-4136-87ee-65a4bf00269a" providerId="ADAL" clId="{98AA871E-E7F0-4307-895B-BD59EFA6F1B8}" dt="2026-09-07T15:51:40.170" v="206" actId="20577"/>
          <ac:spMkLst>
            <pc:docMk/>
            <pc:sldMk cId="3890216508" sldId="2147483131"/>
            <ac:spMk id="2" creationId="{2121346B-DA93-594E-C50E-1575DFE75E28}"/>
          </ac:spMkLst>
        </pc:spChg>
        <pc:spChg chg="mod">
          <ac:chgData name="Hernández Dodino, Camilo" userId="6bc95229-ff17-4136-87ee-65a4bf00269a" providerId="ADAL" clId="{98AA871E-E7F0-4307-895B-BD59EFA6F1B8}" dt="2026-09-08T14:02:01.302" v="405" actId="20577"/>
          <ac:spMkLst>
            <pc:docMk/>
            <pc:sldMk cId="3890216508" sldId="2147483131"/>
            <ac:spMk id="25" creationId="{957F6006-4962-077E-21BE-4804FB2B960D}"/>
          </ac:spMkLst>
        </pc:spChg>
        <pc:graphicFrameChg chg="mod">
          <ac:chgData name="Hernández Dodino, Camilo" userId="6bc95229-ff17-4136-87ee-65a4bf00269a" providerId="ADAL" clId="{98AA871E-E7F0-4307-895B-BD59EFA6F1B8}" dt="2026-09-07T15:41:55.433" v="152" actId="962"/>
          <ac:graphicFrameMkLst>
            <pc:docMk/>
            <pc:sldMk cId="3890216508" sldId="2147483131"/>
            <ac:graphicFrameMk id="19" creationId="{2E45CDC0-2412-BB9B-2040-28429AB4A4DB}"/>
          </ac:graphicFrameMkLst>
        </pc:graphicFrameChg>
        <pc:graphicFrameChg chg="mod">
          <ac:chgData name="Hernández Dodino, Camilo" userId="6bc95229-ff17-4136-87ee-65a4bf00269a" providerId="ADAL" clId="{98AA871E-E7F0-4307-895B-BD59EFA6F1B8}" dt="2026-09-07T15:41:58.562" v="153" actId="962"/>
          <ac:graphicFrameMkLst>
            <pc:docMk/>
            <pc:sldMk cId="3890216508" sldId="2147483131"/>
            <ac:graphicFrameMk id="20" creationId="{E97DDD1A-6B84-42E5-DC94-570E8A2AE190}"/>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4.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1F216C"/>
              </a:solidFill>
              <a:ln w="12700">
                <a:solidFill>
                  <a:srgbClr val="FCFAF9"/>
                </a:solidFill>
              </a:ln>
              <a:effectLst/>
            </c:spPr>
            <c:extLst>
              <c:ext xmlns:c16="http://schemas.microsoft.com/office/drawing/2014/chart" uri="{C3380CC4-5D6E-409C-BE32-E72D297353CC}">
                <c16:uniqueId val="{00000001-8439-4417-8FC6-E6EDC8961CBB}"/>
              </c:ext>
            </c:extLst>
          </c:dPt>
          <c:dPt>
            <c:idx val="1"/>
            <c:bubble3D val="0"/>
            <c:spPr>
              <a:solidFill>
                <a:srgbClr val="3D441E"/>
              </a:solidFill>
              <a:ln w="12700">
                <a:solidFill>
                  <a:srgbClr val="FCFAF9"/>
                </a:solidFill>
              </a:ln>
              <a:effectLst/>
            </c:spPr>
            <c:extLst>
              <c:ext xmlns:c16="http://schemas.microsoft.com/office/drawing/2014/chart" uri="{C3380CC4-5D6E-409C-BE32-E72D297353CC}">
                <c16:uniqueId val="{00000003-8439-4417-8FC6-E6EDC8961CBB}"/>
              </c:ext>
            </c:extLst>
          </c:dPt>
          <c:dPt>
            <c:idx val="2"/>
            <c:bubble3D val="0"/>
            <c:spPr>
              <a:solidFill>
                <a:srgbClr val="939393"/>
              </a:solidFill>
              <a:ln w="12700">
                <a:solidFill>
                  <a:srgbClr val="FCFAF9"/>
                </a:solidFill>
              </a:ln>
              <a:effectLst/>
            </c:spPr>
            <c:extLst>
              <c:ext xmlns:c16="http://schemas.microsoft.com/office/drawing/2014/chart" uri="{C3380CC4-5D6E-409C-BE32-E72D297353CC}">
                <c16:uniqueId val="{00000005-8439-4417-8FC6-E6EDC8961CBB}"/>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8439-4417-8FC6-E6EDC8961CBB}"/>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8439-4417-8FC6-E6EDC8961CBB}"/>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8439-4417-8FC6-E6EDC8961CBB}"/>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8439-4417-8FC6-E6EDC8961CBB}"/>
              </c:ext>
            </c:extLst>
          </c:dPt>
          <c:dLbls>
            <c:dLbl>
              <c:idx val="6"/>
              <c:layout>
                <c:manualLayout>
                  <c:x val="9.2592592592592587E-3"/>
                  <c:y val="-4.629629629629629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8439-4417-8FC6-E6EDC8961CBB}"/>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Silversea</c:v>
                </c:pt>
                <c:pt idx="2">
                  <c:v>Regent Seven Seas</c:v>
                </c:pt>
                <c:pt idx="3">
                  <c:v>Ritz-Carlton</c:v>
                </c:pt>
                <c:pt idx="4">
                  <c:v>Aman</c:v>
                </c:pt>
                <c:pt idx="5">
                  <c:v>Orient Express</c:v>
                </c:pt>
                <c:pt idx="6">
                  <c:v>Seabourn</c:v>
                </c:pt>
              </c:strCache>
            </c:strRef>
          </c:cat>
          <c:val>
            <c:numRef>
              <c:f>Sheet1!$B$2:$B$8</c:f>
              <c:numCache>
                <c:formatCode>0.00%</c:formatCode>
                <c:ptCount val="7"/>
                <c:pt idx="0" formatCode="0%">
                  <c:v>0.22084285714285712</c:v>
                </c:pt>
                <c:pt idx="1">
                  <c:v>0.23</c:v>
                </c:pt>
                <c:pt idx="2" formatCode="0%">
                  <c:v>0.22</c:v>
                </c:pt>
                <c:pt idx="3" formatCode="0%">
                  <c:v>0.11</c:v>
                </c:pt>
                <c:pt idx="4" formatCode="0%">
                  <c:v>0.09</c:v>
                </c:pt>
                <c:pt idx="5" formatCode="0%">
                  <c:v>0.08</c:v>
                </c:pt>
                <c:pt idx="6" formatCode="0%">
                  <c:v>0.06</c:v>
                </c:pt>
              </c:numCache>
            </c:numRef>
          </c:val>
          <c:extLst>
            <c:ext xmlns:c16="http://schemas.microsoft.com/office/drawing/2014/chart" uri="{C3380CC4-5D6E-409C-BE32-E72D297353CC}">
              <c16:uniqueId val="{0000000E-8439-4417-8FC6-E6EDC8961CBB}"/>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dPt>
            <c:idx val="0"/>
            <c:bubble3D val="0"/>
            <c:spPr>
              <a:solidFill>
                <a:srgbClr val="3D441E"/>
              </a:solidFill>
              <a:ln w="19050">
                <a:solidFill>
                  <a:schemeClr val="lt1"/>
                </a:solidFill>
              </a:ln>
              <a:effectLst/>
            </c:spPr>
            <c:extLst>
              <c:ext xmlns:c16="http://schemas.microsoft.com/office/drawing/2014/chart" uri="{C3380CC4-5D6E-409C-BE32-E72D297353CC}">
                <c16:uniqueId val="{00000001-73D2-4DA8-9DE0-891D735A3D38}"/>
              </c:ext>
            </c:extLst>
          </c:dPt>
          <c:dPt>
            <c:idx val="1"/>
            <c:bubble3D val="0"/>
            <c:spPr>
              <a:solidFill>
                <a:srgbClr val="939393"/>
              </a:solidFill>
              <a:ln w="12700">
                <a:solidFill>
                  <a:srgbClr val="FCFAF9"/>
                </a:solidFill>
              </a:ln>
              <a:effectLst/>
            </c:spPr>
            <c:extLst>
              <c:ext xmlns:c16="http://schemas.microsoft.com/office/drawing/2014/chart" uri="{C3380CC4-5D6E-409C-BE32-E72D297353CC}">
                <c16:uniqueId val="{00000003-73D2-4DA8-9DE0-891D735A3D38}"/>
              </c:ext>
            </c:extLst>
          </c:dPt>
          <c:dPt>
            <c:idx val="2"/>
            <c:bubble3D val="0"/>
            <c:spPr>
              <a:solidFill>
                <a:srgbClr val="1F216C"/>
              </a:solidFill>
              <a:ln w="12700">
                <a:solidFill>
                  <a:srgbClr val="FCFAF9"/>
                </a:solidFill>
              </a:ln>
              <a:effectLst/>
            </c:spPr>
            <c:extLst>
              <c:ext xmlns:c16="http://schemas.microsoft.com/office/drawing/2014/chart" uri="{C3380CC4-5D6E-409C-BE32-E72D297353CC}">
                <c16:uniqueId val="{00000005-73D2-4DA8-9DE0-891D735A3D38}"/>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73D2-4DA8-9DE0-891D735A3D38}"/>
              </c:ext>
            </c:extLst>
          </c:dPt>
          <c:dPt>
            <c:idx val="4"/>
            <c:bubble3D val="0"/>
            <c:spPr>
              <a:solidFill>
                <a:srgbClr val="DDC38B"/>
              </a:solidFill>
              <a:ln w="12700">
                <a:solidFill>
                  <a:srgbClr val="FCFAF9"/>
                </a:solidFill>
              </a:ln>
              <a:effectLst/>
            </c:spPr>
            <c:extLst>
              <c:ext xmlns:c16="http://schemas.microsoft.com/office/drawing/2014/chart" uri="{C3380CC4-5D6E-409C-BE32-E72D297353CC}">
                <c16:uniqueId val="{00000009-73D2-4DA8-9DE0-891D735A3D38}"/>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73D2-4DA8-9DE0-891D735A3D38}"/>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73D2-4DA8-9DE0-891D735A3D38}"/>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Silversea</c:v>
                </c:pt>
                <c:pt idx="2">
                  <c:v>Regent Seven Seas</c:v>
                </c:pt>
                <c:pt idx="3">
                  <c:v>Ritz-Carlton</c:v>
                </c:pt>
                <c:pt idx="4">
                  <c:v>Aman</c:v>
                </c:pt>
                <c:pt idx="5">
                  <c:v>Orient Express</c:v>
                </c:pt>
                <c:pt idx="6">
                  <c:v>Seabourn</c:v>
                </c:pt>
              </c:strCache>
            </c:strRef>
          </c:cat>
          <c:val>
            <c:numRef>
              <c:f>Sheet1!$B$2:$B$8</c:f>
              <c:numCache>
                <c:formatCode>0%</c:formatCode>
                <c:ptCount val="7"/>
                <c:pt idx="0" formatCode="0.00%">
                  <c:v>0.23459999999999998</c:v>
                </c:pt>
                <c:pt idx="1">
                  <c:v>0.23</c:v>
                </c:pt>
                <c:pt idx="2">
                  <c:v>0.22</c:v>
                </c:pt>
                <c:pt idx="3">
                  <c:v>0.11</c:v>
                </c:pt>
                <c:pt idx="4">
                  <c:v>0.09</c:v>
                </c:pt>
                <c:pt idx="5">
                  <c:v>0.08</c:v>
                </c:pt>
                <c:pt idx="6">
                  <c:v>0.06</c:v>
                </c:pt>
              </c:numCache>
            </c:numRef>
          </c:val>
          <c:extLst>
            <c:ext xmlns:c16="http://schemas.microsoft.com/office/drawing/2014/chart" uri="{C3380CC4-5D6E-409C-BE32-E72D297353CC}">
              <c16:uniqueId val="{0000000E-73D2-4DA8-9DE0-891D735A3D38}"/>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978558826571608E-2"/>
          <c:y val="1.6854757527821621E-2"/>
          <c:w val="0.95902146333719707"/>
          <c:h val="0.87050204654351349"/>
        </c:manualLayout>
      </c:layout>
      <c:lineChart>
        <c:grouping val="standard"/>
        <c:varyColors val="0"/>
        <c:ser>
          <c:idx val="0"/>
          <c:order val="0"/>
          <c:tx>
            <c:strRef>
              <c:f>Sheet1!$B$1</c:f>
              <c:strCache>
                <c:ptCount val="1"/>
                <c:pt idx="0">
                  <c:v>Four Seasons</c:v>
                </c:pt>
              </c:strCache>
            </c:strRef>
          </c:tx>
          <c:spPr>
            <a:ln w="28575" cap="rnd">
              <a:solidFill>
                <a:srgbClr val="3D441E"/>
              </a:solidFill>
              <a:round/>
            </a:ln>
            <a:effectLst/>
          </c:spPr>
          <c:marker>
            <c:symbol val="circle"/>
            <c:size val="5"/>
            <c:spPr>
              <a:solidFill>
                <a:srgbClr val="3D441E"/>
              </a:solidFill>
              <a:ln w="9525">
                <a:no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00-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01-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02-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03-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04-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05-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822-478F-83BA-B16F627A13C1}"/>
                </c:ext>
              </c:extLst>
            </c:dLbl>
            <c:dLbl>
              <c:idx val="11"/>
              <c:layout>
                <c:manualLayout>
                  <c:x val="0"/>
                  <c:y val="1.925379314885499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822-478F-83BA-B16F627A13C1}"/>
                </c:ext>
              </c:extLst>
            </c:dLbl>
            <c:numFmt formatCode="0.00%" sourceLinked="0"/>
            <c:spPr>
              <a:solidFill>
                <a:srgbClr val="3D441E"/>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Sheet1!$B$2:$B$13</c:f>
              <c:numCache>
                <c:formatCode>0%</c:formatCode>
                <c:ptCount val="12"/>
                <c:pt idx="0">
                  <c:v>0.20199999999999901</c:v>
                </c:pt>
                <c:pt idx="1">
                  <c:v>0.180699999999999</c:v>
                </c:pt>
                <c:pt idx="2">
                  <c:v>0.19</c:v>
                </c:pt>
                <c:pt idx="3" formatCode="0.00%">
                  <c:v>0.1762</c:v>
                </c:pt>
                <c:pt idx="4" formatCode="0.00%">
                  <c:v>0.1726</c:v>
                </c:pt>
                <c:pt idx="5" formatCode="0.00%">
                  <c:v>0.20660000000000001</c:v>
                </c:pt>
                <c:pt idx="6">
                  <c:v>0.2044</c:v>
                </c:pt>
              </c:numCache>
            </c:numRef>
          </c:val>
          <c:smooth val="1"/>
          <c:extLst>
            <c:ext xmlns:c16="http://schemas.microsoft.com/office/drawing/2014/chart" uri="{C3380CC4-5D6E-409C-BE32-E72D297353CC}">
              <c16:uniqueId val="{0000000C-4822-478F-83BA-B16F627A13C1}"/>
            </c:ext>
          </c:extLst>
        </c:ser>
        <c:ser>
          <c:idx val="1"/>
          <c:order val="1"/>
          <c:tx>
            <c:strRef>
              <c:f>Sheet1!$C$1</c:f>
              <c:strCache>
                <c:ptCount val="1"/>
                <c:pt idx="0">
                  <c:v>Ritz-Carlton</c:v>
                </c:pt>
              </c:strCache>
            </c:strRef>
          </c:tx>
          <c:spPr>
            <a:ln w="28575" cap="rnd">
              <a:solidFill>
                <a:srgbClr val="1F335B"/>
              </a:solidFill>
              <a:round/>
            </a:ln>
            <a:effectLst/>
          </c:spPr>
          <c:marker>
            <c:symbol val="circle"/>
            <c:size val="5"/>
            <c:spPr>
              <a:solidFill>
                <a:srgbClr val="1F335B"/>
              </a:solidFill>
              <a:ln w="9525">
                <a:solidFill>
                  <a:srgbClr val="99B5DB"/>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0D-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0E-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0F-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10-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11-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12-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4-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7-4822-478F-83BA-B16F627A13C1}"/>
                </c:ext>
              </c:extLst>
            </c:dLbl>
            <c:spPr>
              <a:solidFill>
                <a:srgbClr val="1F335B"/>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Sheet1!$C$2:$C$13</c:f>
              <c:numCache>
                <c:formatCode>0%</c:formatCode>
                <c:ptCount val="12"/>
                <c:pt idx="0">
                  <c:v>0.1618</c:v>
                </c:pt>
                <c:pt idx="1">
                  <c:v>0.15634999999999999</c:v>
                </c:pt>
                <c:pt idx="2">
                  <c:v>0.14000000000000001</c:v>
                </c:pt>
                <c:pt idx="3">
                  <c:v>0.14000000000000001</c:v>
                </c:pt>
                <c:pt idx="4">
                  <c:v>0.14000000000000001</c:v>
                </c:pt>
                <c:pt idx="5">
                  <c:v>0.14000000000000001</c:v>
                </c:pt>
                <c:pt idx="6">
                  <c:v>0.13</c:v>
                </c:pt>
              </c:numCache>
            </c:numRef>
          </c:val>
          <c:smooth val="1"/>
          <c:extLst>
            <c:ext xmlns:c16="http://schemas.microsoft.com/office/drawing/2014/chart" uri="{C3380CC4-5D6E-409C-BE32-E72D297353CC}">
              <c16:uniqueId val="{00000018-4822-478F-83BA-B16F627A13C1}"/>
            </c:ext>
          </c:extLst>
        </c:ser>
        <c:ser>
          <c:idx val="2"/>
          <c:order val="2"/>
          <c:tx>
            <c:strRef>
              <c:f>Sheet1!$D$1</c:f>
              <c:strCache>
                <c:ptCount val="1"/>
                <c:pt idx="0">
                  <c:v>Seabourn  </c:v>
                </c:pt>
              </c:strCache>
            </c:strRef>
          </c:tx>
          <c:spPr>
            <a:ln w="28575" cap="rnd">
              <a:solidFill>
                <a:srgbClr val="5F88BD"/>
              </a:solidFill>
              <a:round/>
            </a:ln>
            <a:effectLst/>
          </c:spPr>
          <c:marker>
            <c:symbol val="circle"/>
            <c:size val="5"/>
            <c:spPr>
              <a:solidFill>
                <a:srgbClr val="5F88BD"/>
              </a:solidFill>
              <a:ln w="9525">
                <a:solidFill>
                  <a:srgbClr val="009999"/>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19-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1A-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1B-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1C-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1D-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1E-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F-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0-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1-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2-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3-4822-478F-83BA-B16F627A13C1}"/>
                </c:ext>
              </c:extLst>
            </c:dLbl>
            <c:spPr>
              <a:solidFill>
                <a:srgbClr val="5F88BD"/>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Sheet1!$D$2:$D$13</c:f>
              <c:numCache>
                <c:formatCode>0%</c:formatCode>
                <c:ptCount val="12"/>
                <c:pt idx="0">
                  <c:v>8.3899999999999905E-2</c:v>
                </c:pt>
                <c:pt idx="1">
                  <c:v>9.0849999999999903E-2</c:v>
                </c:pt>
                <c:pt idx="2">
                  <c:v>0.12</c:v>
                </c:pt>
                <c:pt idx="3">
                  <c:v>0.11</c:v>
                </c:pt>
                <c:pt idx="4">
                  <c:v>0.11</c:v>
                </c:pt>
                <c:pt idx="5">
                  <c:v>0.1</c:v>
                </c:pt>
                <c:pt idx="6">
                  <c:v>0.09</c:v>
                </c:pt>
              </c:numCache>
            </c:numRef>
          </c:val>
          <c:smooth val="1"/>
          <c:extLst>
            <c:ext xmlns:c16="http://schemas.microsoft.com/office/drawing/2014/chart" uri="{C3380CC4-5D6E-409C-BE32-E72D297353CC}">
              <c16:uniqueId val="{00000024-4822-478F-83BA-B16F627A13C1}"/>
            </c:ext>
          </c:extLst>
        </c:ser>
        <c:ser>
          <c:idx val="3"/>
          <c:order val="3"/>
          <c:tx>
            <c:strRef>
              <c:f>Sheet1!$E$1</c:f>
              <c:strCache>
                <c:ptCount val="1"/>
                <c:pt idx="0">
                  <c:v>Silversea</c:v>
                </c:pt>
              </c:strCache>
            </c:strRef>
          </c:tx>
          <c:spPr>
            <a:ln w="28575" cap="rnd">
              <a:solidFill>
                <a:srgbClr val="939393"/>
              </a:solidFill>
              <a:round/>
            </a:ln>
            <a:effectLst/>
          </c:spPr>
          <c:marker>
            <c:symbol val="circle"/>
            <c:size val="5"/>
            <c:spPr>
              <a:solidFill>
                <a:srgbClr val="939393"/>
              </a:solidFill>
              <a:ln w="9525">
                <a:solidFill>
                  <a:srgbClr val="A4CC4C"/>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25-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26-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27-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28-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29-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2A-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B-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C-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E-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F-4822-478F-83BA-B16F627A13C1}"/>
                </c:ext>
              </c:extLst>
            </c:dLbl>
            <c:spPr>
              <a:solidFill>
                <a:srgbClr val="939393"/>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Sheet1!$E$2:$E$13</c:f>
              <c:numCache>
                <c:formatCode>0%</c:formatCode>
                <c:ptCount val="12"/>
                <c:pt idx="0">
                  <c:v>0.2127</c:v>
                </c:pt>
                <c:pt idx="1">
                  <c:v>0.211449999999999</c:v>
                </c:pt>
                <c:pt idx="2">
                  <c:v>0.19</c:v>
                </c:pt>
                <c:pt idx="3">
                  <c:v>0.2</c:v>
                </c:pt>
                <c:pt idx="4">
                  <c:v>0.2</c:v>
                </c:pt>
                <c:pt idx="5">
                  <c:v>0.18</c:v>
                </c:pt>
                <c:pt idx="6">
                  <c:v>0.19</c:v>
                </c:pt>
              </c:numCache>
            </c:numRef>
          </c:val>
          <c:smooth val="1"/>
          <c:extLst>
            <c:ext xmlns:c16="http://schemas.microsoft.com/office/drawing/2014/chart" uri="{C3380CC4-5D6E-409C-BE32-E72D297353CC}">
              <c16:uniqueId val="{00000030-4822-478F-83BA-B16F627A13C1}"/>
            </c:ext>
          </c:extLst>
        </c:ser>
        <c:ser>
          <c:idx val="4"/>
          <c:order val="4"/>
          <c:tx>
            <c:strRef>
              <c:f>Sheet1!$F$1</c:f>
              <c:strCache>
                <c:ptCount val="1"/>
                <c:pt idx="0">
                  <c:v>Regent Seven Seas</c:v>
                </c:pt>
              </c:strCache>
            </c:strRef>
          </c:tx>
          <c:spPr>
            <a:ln w="28575" cap="rnd">
              <a:solidFill>
                <a:srgbClr val="1F216C"/>
              </a:solidFill>
              <a:round/>
            </a:ln>
            <a:effectLst/>
          </c:spPr>
          <c:marker>
            <c:symbol val="circle"/>
            <c:size val="5"/>
            <c:spPr>
              <a:solidFill>
                <a:srgbClr val="1F216C"/>
              </a:solidFill>
              <a:ln w="9525">
                <a:solidFill>
                  <a:srgbClr val="4885BC"/>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31-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32-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33-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34-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35-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36-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7-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8-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9-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A-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B-4822-478F-83BA-B16F627A13C1}"/>
                </c:ext>
              </c:extLst>
            </c:dLbl>
            <c:spPr>
              <a:solidFill>
                <a:srgbClr val="1F216C"/>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Sheet1!$F$2:$F$13</c:f>
              <c:numCache>
                <c:formatCode>0%</c:formatCode>
                <c:ptCount val="12"/>
                <c:pt idx="0">
                  <c:v>0.26179999999999898</c:v>
                </c:pt>
                <c:pt idx="1">
                  <c:v>0.266599999999999</c:v>
                </c:pt>
                <c:pt idx="2">
                  <c:v>0.26</c:v>
                </c:pt>
                <c:pt idx="3">
                  <c:v>0.24</c:v>
                </c:pt>
                <c:pt idx="4">
                  <c:v>0.24</c:v>
                </c:pt>
                <c:pt idx="5">
                  <c:v>0.22</c:v>
                </c:pt>
                <c:pt idx="6">
                  <c:v>0.22</c:v>
                </c:pt>
              </c:numCache>
            </c:numRef>
          </c:val>
          <c:smooth val="1"/>
          <c:extLst>
            <c:ext xmlns:c16="http://schemas.microsoft.com/office/drawing/2014/chart" uri="{C3380CC4-5D6E-409C-BE32-E72D297353CC}">
              <c16:uniqueId val="{0000003C-4822-478F-83BA-B16F627A13C1}"/>
            </c:ext>
          </c:extLst>
        </c:ser>
        <c:ser>
          <c:idx val="5"/>
          <c:order val="5"/>
          <c:tx>
            <c:strRef>
              <c:f>Sheet1!$G$1</c:f>
              <c:strCache>
                <c:ptCount val="1"/>
                <c:pt idx="0">
                  <c:v>Orient Express</c:v>
                </c:pt>
              </c:strCache>
            </c:strRef>
          </c:tx>
          <c:spPr>
            <a:ln w="28575" cap="rnd">
              <a:solidFill>
                <a:srgbClr val="4F0304"/>
              </a:solidFill>
              <a:round/>
            </a:ln>
            <a:effectLst/>
          </c:spPr>
          <c:marker>
            <c:symbol val="circle"/>
            <c:size val="5"/>
            <c:spPr>
              <a:solidFill>
                <a:srgbClr val="4F0304"/>
              </a:solidFill>
              <a:ln w="9525">
                <a:no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3D-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3E-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3F-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40-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41-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42-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3-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4-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5-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6-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7-4822-478F-83BA-B16F627A13C1}"/>
                </c:ext>
              </c:extLst>
            </c:dLbl>
            <c:dLbl>
              <c:idx val="11"/>
              <c:layout>
                <c:manualLayout>
                  <c:x val="0"/>
                  <c:y val="1.37527093920391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8-4822-478F-83BA-B16F627A13C1}"/>
                </c:ext>
              </c:extLst>
            </c:dLbl>
            <c:spPr>
              <a:solidFill>
                <a:srgbClr val="4F0304"/>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Sheet1!$G$2:$G$13</c:f>
              <c:numCache>
                <c:formatCode>0%</c:formatCode>
                <c:ptCount val="12"/>
                <c:pt idx="0">
                  <c:v>3.6299999999999999E-2</c:v>
                </c:pt>
                <c:pt idx="1">
                  <c:v>4.6399999999999997E-2</c:v>
                </c:pt>
                <c:pt idx="2">
                  <c:v>0.05</c:v>
                </c:pt>
                <c:pt idx="3">
                  <c:v>7.0000000000000007E-2</c:v>
                </c:pt>
                <c:pt idx="4">
                  <c:v>0.08</c:v>
                </c:pt>
                <c:pt idx="5">
                  <c:v>0.1</c:v>
                </c:pt>
                <c:pt idx="6">
                  <c:v>0.09</c:v>
                </c:pt>
              </c:numCache>
            </c:numRef>
          </c:val>
          <c:smooth val="1"/>
          <c:extLst>
            <c:ext xmlns:c16="http://schemas.microsoft.com/office/drawing/2014/chart" uri="{C3380CC4-5D6E-409C-BE32-E72D297353CC}">
              <c16:uniqueId val="{00000049-4822-478F-83BA-B16F627A13C1}"/>
            </c:ext>
          </c:extLst>
        </c:ser>
        <c:ser>
          <c:idx val="6"/>
          <c:order val="6"/>
          <c:tx>
            <c:strRef>
              <c:f>Sheet1!$H$1</c:f>
              <c:strCache>
                <c:ptCount val="1"/>
                <c:pt idx="0">
                  <c:v>Aman</c:v>
                </c:pt>
              </c:strCache>
            </c:strRef>
          </c:tx>
          <c:spPr>
            <a:ln w="28575" cap="rnd">
              <a:solidFill>
                <a:srgbClr val="DDC38B"/>
              </a:solidFill>
              <a:round/>
            </a:ln>
            <a:effectLst/>
          </c:spPr>
          <c:marker>
            <c:symbol val="circle"/>
            <c:size val="5"/>
            <c:spPr>
              <a:solidFill>
                <a:srgbClr val="DDC38B"/>
              </a:solidFill>
              <a:ln w="9525">
                <a:solidFill>
                  <a:srgbClr val="C8AE8E"/>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4A-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4B-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4C-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4D-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4E-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4F-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0-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1-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2-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3-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4-4822-478F-83BA-B16F627A13C1}"/>
                </c:ext>
              </c:extLst>
            </c:dLbl>
            <c:dLbl>
              <c:idx val="11"/>
              <c:layout>
                <c:manualLayout>
                  <c:x val="0"/>
                  <c:y val="-4.12581281761178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5-4822-478F-83BA-B16F627A13C1}"/>
                </c:ext>
              </c:extLst>
            </c:dLbl>
            <c:spPr>
              <a:solidFill>
                <a:srgbClr val="DDC38B"/>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Sheet1!$H$2:$H$13</c:f>
              <c:numCache>
                <c:formatCode>0%</c:formatCode>
                <c:ptCount val="12"/>
                <c:pt idx="0">
                  <c:v>4.1499999999999898E-2</c:v>
                </c:pt>
                <c:pt idx="1">
                  <c:v>4.4449999999999899E-2</c:v>
                </c:pt>
                <c:pt idx="2">
                  <c:v>0.04</c:v>
                </c:pt>
                <c:pt idx="3">
                  <c:v>0.06</c:v>
                </c:pt>
                <c:pt idx="4">
                  <c:v>0.05</c:v>
                </c:pt>
                <c:pt idx="5">
                  <c:v>0.06</c:v>
                </c:pt>
                <c:pt idx="6">
                  <c:v>0.06</c:v>
                </c:pt>
              </c:numCache>
            </c:numRef>
          </c:val>
          <c:smooth val="1"/>
          <c:extLst>
            <c:ext xmlns:c16="http://schemas.microsoft.com/office/drawing/2014/chart" uri="{C3380CC4-5D6E-409C-BE32-E72D297353CC}">
              <c16:uniqueId val="{00000056-4822-478F-83BA-B16F627A13C1}"/>
            </c:ext>
          </c:extLst>
        </c:ser>
        <c:dLbls>
          <c:dLblPos val="r"/>
          <c:showLegendKey val="0"/>
          <c:showVal val="1"/>
          <c:showCatName val="0"/>
          <c:showSerName val="0"/>
          <c:showPercent val="0"/>
          <c:showBubbleSize val="0"/>
        </c:dLbls>
        <c:marker val="1"/>
        <c:smooth val="0"/>
        <c:axId val="957320592"/>
        <c:axId val="957317232"/>
      </c:lineChart>
      <c:catAx>
        <c:axId val="9573205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957317232"/>
        <c:crosses val="autoZero"/>
        <c:auto val="1"/>
        <c:lblAlgn val="ctr"/>
        <c:lblOffset val="100"/>
        <c:noMultiLvlLbl val="0"/>
      </c:catAx>
      <c:valAx>
        <c:axId val="95731723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957320592"/>
        <c:crosses val="autoZero"/>
        <c:crossBetween val="between"/>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1F216C"/>
              </a:solidFill>
              <a:ln w="12700">
                <a:solidFill>
                  <a:srgbClr val="FCFAF9"/>
                </a:solidFill>
              </a:ln>
              <a:effectLst/>
            </c:spPr>
            <c:extLst>
              <c:ext xmlns:c16="http://schemas.microsoft.com/office/drawing/2014/chart" uri="{C3380CC4-5D6E-409C-BE32-E72D297353CC}">
                <c16:uniqueId val="{00000001-9629-4375-8EF7-CB15CF8916AE}"/>
              </c:ext>
            </c:extLst>
          </c:dPt>
          <c:dPt>
            <c:idx val="1"/>
            <c:bubble3D val="0"/>
            <c:spPr>
              <a:solidFill>
                <a:srgbClr val="939393"/>
              </a:solidFill>
              <a:ln w="12700">
                <a:solidFill>
                  <a:srgbClr val="FCFAF9"/>
                </a:solidFill>
              </a:ln>
              <a:effectLst/>
            </c:spPr>
            <c:extLst>
              <c:ext xmlns:c16="http://schemas.microsoft.com/office/drawing/2014/chart" uri="{C3380CC4-5D6E-409C-BE32-E72D297353CC}">
                <c16:uniqueId val="{00000003-9629-4375-8EF7-CB15CF8916AE}"/>
              </c:ext>
            </c:extLst>
          </c:dPt>
          <c:dPt>
            <c:idx val="2"/>
            <c:bubble3D val="0"/>
            <c:spPr>
              <a:solidFill>
                <a:srgbClr val="3D441E"/>
              </a:solidFill>
              <a:ln w="12700">
                <a:solidFill>
                  <a:srgbClr val="FCFAF9"/>
                </a:solidFill>
              </a:ln>
              <a:effectLst/>
            </c:spPr>
            <c:extLst>
              <c:ext xmlns:c16="http://schemas.microsoft.com/office/drawing/2014/chart" uri="{C3380CC4-5D6E-409C-BE32-E72D297353CC}">
                <c16:uniqueId val="{00000005-9629-4375-8EF7-CB15CF8916AE}"/>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9629-4375-8EF7-CB15CF8916AE}"/>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9629-4375-8EF7-CB15CF8916AE}"/>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9629-4375-8EF7-CB15CF8916AE}"/>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9629-4375-8EF7-CB15CF8916AE}"/>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Regent Seven Seas</c:v>
                </c:pt>
                <c:pt idx="1">
                  <c:v>Silversea</c:v>
                </c:pt>
                <c:pt idx="2">
                  <c:v>Four Seasons</c:v>
                </c:pt>
                <c:pt idx="3">
                  <c:v>Ritz-Carlton</c:v>
                </c:pt>
                <c:pt idx="4">
                  <c:v>Seabourn</c:v>
                </c:pt>
                <c:pt idx="5">
                  <c:v>Orient Express</c:v>
                </c:pt>
                <c:pt idx="6">
                  <c:v>Aman</c:v>
                </c:pt>
              </c:strCache>
            </c:strRef>
          </c:cat>
          <c:val>
            <c:numRef>
              <c:f>Sheet1!$B$2:$B$8</c:f>
              <c:numCache>
                <c:formatCode>0%</c:formatCode>
                <c:ptCount val="7"/>
                <c:pt idx="0">
                  <c:v>0.23</c:v>
                </c:pt>
                <c:pt idx="1">
                  <c:v>0.22</c:v>
                </c:pt>
                <c:pt idx="2" formatCode="0.00%">
                  <c:v>0.19550000000000001</c:v>
                </c:pt>
                <c:pt idx="3">
                  <c:v>0.13</c:v>
                </c:pt>
                <c:pt idx="4">
                  <c:v>0.12</c:v>
                </c:pt>
                <c:pt idx="5">
                  <c:v>0.06</c:v>
                </c:pt>
                <c:pt idx="6">
                  <c:v>0.05</c:v>
                </c:pt>
              </c:numCache>
            </c:numRef>
          </c:val>
          <c:extLst>
            <c:ext xmlns:c16="http://schemas.microsoft.com/office/drawing/2014/chart" uri="{C3380CC4-5D6E-409C-BE32-E72D297353CC}">
              <c16:uniqueId val="{0000000E-9629-4375-8EF7-CB15CF8916AE}"/>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Brands to Watch</c:v>
                </c:pt>
              </c:strCache>
            </c:strRef>
          </c:tx>
          <c:spPr>
            <a:ln w="12700">
              <a:solidFill>
                <a:srgbClr val="FCFAF9"/>
              </a:solidFill>
            </a:ln>
          </c:spPr>
          <c:dPt>
            <c:idx val="0"/>
            <c:bubble3D val="0"/>
            <c:spPr>
              <a:solidFill>
                <a:srgbClr val="939393"/>
              </a:solidFill>
              <a:ln w="12700">
                <a:solidFill>
                  <a:srgbClr val="FCFAF9"/>
                </a:solidFill>
              </a:ln>
              <a:effectLst/>
            </c:spPr>
            <c:extLst>
              <c:ext xmlns:c16="http://schemas.microsoft.com/office/drawing/2014/chart" uri="{C3380CC4-5D6E-409C-BE32-E72D297353CC}">
                <c16:uniqueId val="{00000001-9903-41FB-8A96-300CF6E9D629}"/>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9903-41FB-8A96-300CF6E9D629}"/>
              </c:ext>
            </c:extLst>
          </c:dPt>
          <c:dPt>
            <c:idx val="2"/>
            <c:bubble3D val="0"/>
            <c:spPr>
              <a:solidFill>
                <a:srgbClr val="3D441E"/>
              </a:solidFill>
              <a:ln w="12700">
                <a:solidFill>
                  <a:srgbClr val="FCFAF9"/>
                </a:solidFill>
              </a:ln>
              <a:effectLst/>
            </c:spPr>
            <c:extLst>
              <c:ext xmlns:c16="http://schemas.microsoft.com/office/drawing/2014/chart" uri="{C3380CC4-5D6E-409C-BE32-E72D297353CC}">
                <c16:uniqueId val="{00000005-9903-41FB-8A96-300CF6E9D629}"/>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9903-41FB-8A96-300CF6E9D629}"/>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9903-41FB-8A96-300CF6E9D629}"/>
              </c:ext>
            </c:extLst>
          </c:dPt>
          <c:dPt>
            <c:idx val="5"/>
            <c:bubble3D val="0"/>
            <c:spPr>
              <a:solidFill>
                <a:srgbClr val="DDC38B"/>
              </a:solidFill>
              <a:ln w="12700">
                <a:solidFill>
                  <a:srgbClr val="FCFAF9"/>
                </a:solidFill>
              </a:ln>
              <a:effectLst/>
            </c:spPr>
            <c:extLst>
              <c:ext xmlns:c16="http://schemas.microsoft.com/office/drawing/2014/chart" uri="{C3380CC4-5D6E-409C-BE32-E72D297353CC}">
                <c16:uniqueId val="{0000000B-9903-41FB-8A96-300CF6E9D629}"/>
              </c:ext>
            </c:extLst>
          </c:dPt>
          <c:dPt>
            <c:idx val="6"/>
            <c:bubble3D val="0"/>
            <c:spPr>
              <a:solidFill>
                <a:srgbClr val="4F0304"/>
              </a:solidFill>
              <a:ln w="12700">
                <a:solidFill>
                  <a:srgbClr val="FCFAF9"/>
                </a:solidFill>
              </a:ln>
              <a:effectLst/>
            </c:spPr>
            <c:extLst>
              <c:ext xmlns:c16="http://schemas.microsoft.com/office/drawing/2014/chart" uri="{C3380CC4-5D6E-409C-BE32-E72D297353CC}">
                <c16:uniqueId val="{0000000D-9903-41FB-8A96-300CF6E9D629}"/>
              </c:ext>
            </c:extLst>
          </c:dPt>
          <c:dLbls>
            <c:dLbl>
              <c:idx val="5"/>
              <c:layout>
                <c:manualLayout>
                  <c:x val="9.2592592592591737E-3"/>
                  <c:y val="9.2592592592592587E-3"/>
                </c:manualLayout>
              </c:layout>
              <c:tx>
                <c:rich>
                  <a:bodyPr/>
                  <a:lstStyle/>
                  <a:p>
                    <a:fld id="{22A9FC36-68E2-48D7-BDC2-797716216749}" type="VALUE">
                      <a:rPr lang="en-US" smtClean="0"/>
                      <a:pPr/>
                      <a:t>[VALUE]</a:t>
                    </a:fld>
                    <a:endParaRPr lang="es-CO"/>
                  </a:p>
                </c:rich>
              </c:tx>
              <c:showLegendKey val="0"/>
              <c:showVal val="1"/>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B-9903-41FB-8A96-300CF6E9D629}"/>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extLst>
          </c:dLbls>
          <c:cat>
            <c:strRef>
              <c:f>Sheet1!$A$2:$A$8</c:f>
              <c:strCache>
                <c:ptCount val="7"/>
                <c:pt idx="0">
                  <c:v>Silversea</c:v>
                </c:pt>
                <c:pt idx="1">
                  <c:v>Regent Seven Seas</c:v>
                </c:pt>
                <c:pt idx="2">
                  <c:v>Four Seasons</c:v>
                </c:pt>
                <c:pt idx="3">
                  <c:v>Ritz-Carlton</c:v>
                </c:pt>
                <c:pt idx="4">
                  <c:v>Seabourn</c:v>
                </c:pt>
                <c:pt idx="5">
                  <c:v>Aman</c:v>
                </c:pt>
                <c:pt idx="6">
                  <c:v>Orient Express</c:v>
                </c:pt>
              </c:strCache>
            </c:strRef>
          </c:cat>
          <c:val>
            <c:numRef>
              <c:f>Sheet1!$B$2:$B$8</c:f>
              <c:numCache>
                <c:formatCode>0%</c:formatCode>
                <c:ptCount val="7"/>
                <c:pt idx="0">
                  <c:v>0.23</c:v>
                </c:pt>
                <c:pt idx="1">
                  <c:v>0.22</c:v>
                </c:pt>
                <c:pt idx="2" formatCode="0.00%">
                  <c:v>0.1837</c:v>
                </c:pt>
                <c:pt idx="3">
                  <c:v>0.14000000000000001</c:v>
                </c:pt>
                <c:pt idx="4">
                  <c:v>0.08</c:v>
                </c:pt>
                <c:pt idx="5">
                  <c:v>0.08</c:v>
                </c:pt>
                <c:pt idx="6">
                  <c:v>7.0000000000000007E-2</c:v>
                </c:pt>
              </c:numCache>
            </c:numRef>
          </c:val>
          <c:extLst>
            <c:ext xmlns:c16="http://schemas.microsoft.com/office/drawing/2014/chart" uri="{C3380CC4-5D6E-409C-BE32-E72D297353CC}">
              <c16:uniqueId val="{0000000E-9903-41FB-8A96-300CF6E9D629}"/>
            </c:ext>
          </c:extLst>
        </c:ser>
        <c:dLbls>
          <c:showLegendKey val="0"/>
          <c:showVal val="1"/>
          <c:showCatName val="0"/>
          <c:showSerName val="0"/>
          <c:showPercent val="0"/>
          <c:showBubbleSize val="0"/>
          <c:showLeaderLines val="0"/>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67FE-4F81-805D-9779AB26B7AB}"/>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67FE-4F81-805D-9779AB26B7AB}"/>
              </c:ext>
            </c:extLst>
          </c:dPt>
          <c:dPt>
            <c:idx val="2"/>
            <c:bubble3D val="0"/>
            <c:spPr>
              <a:solidFill>
                <a:srgbClr val="4F0304"/>
              </a:solidFill>
              <a:ln w="12700">
                <a:solidFill>
                  <a:srgbClr val="FCFAF9"/>
                </a:solidFill>
              </a:ln>
              <a:effectLst/>
            </c:spPr>
            <c:extLst>
              <c:ext xmlns:c16="http://schemas.microsoft.com/office/drawing/2014/chart" uri="{C3380CC4-5D6E-409C-BE32-E72D297353CC}">
                <c16:uniqueId val="{00000005-67FE-4F81-805D-9779AB26B7AB}"/>
              </c:ext>
            </c:extLst>
          </c:dPt>
          <c:dPt>
            <c:idx val="3"/>
            <c:bubble3D val="0"/>
            <c:spPr>
              <a:solidFill>
                <a:srgbClr val="939393"/>
              </a:solidFill>
              <a:ln w="12700">
                <a:solidFill>
                  <a:srgbClr val="FCFAF9"/>
                </a:solidFill>
              </a:ln>
              <a:effectLst/>
            </c:spPr>
            <c:extLst>
              <c:ext xmlns:c16="http://schemas.microsoft.com/office/drawing/2014/chart" uri="{C3380CC4-5D6E-409C-BE32-E72D297353CC}">
                <c16:uniqueId val="{00000007-67FE-4F81-805D-9779AB26B7AB}"/>
              </c:ext>
            </c:extLst>
          </c:dPt>
          <c:dPt>
            <c:idx val="4"/>
            <c:bubble3D val="0"/>
            <c:spPr>
              <a:solidFill>
                <a:srgbClr val="1F335B"/>
              </a:solidFill>
              <a:ln w="12700">
                <a:solidFill>
                  <a:srgbClr val="FCFAF9"/>
                </a:solidFill>
              </a:ln>
              <a:effectLst/>
            </c:spPr>
            <c:extLst>
              <c:ext xmlns:c16="http://schemas.microsoft.com/office/drawing/2014/chart" uri="{C3380CC4-5D6E-409C-BE32-E72D297353CC}">
                <c16:uniqueId val="{00000009-67FE-4F81-805D-9779AB26B7AB}"/>
              </c:ext>
            </c:extLst>
          </c:dPt>
          <c:dPt>
            <c:idx val="5"/>
            <c:bubble3D val="0"/>
            <c:spPr>
              <a:solidFill>
                <a:srgbClr val="5F88BD"/>
              </a:solidFill>
              <a:ln w="12700">
                <a:solidFill>
                  <a:srgbClr val="FCFAF9"/>
                </a:solidFill>
              </a:ln>
              <a:effectLst/>
            </c:spPr>
            <c:extLst>
              <c:ext xmlns:c16="http://schemas.microsoft.com/office/drawing/2014/chart" uri="{C3380CC4-5D6E-409C-BE32-E72D297353CC}">
                <c16:uniqueId val="{0000000B-67FE-4F81-805D-9779AB26B7AB}"/>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67FE-4F81-805D-9779AB26B7AB}"/>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Regent Seven Seas</c:v>
                </c:pt>
                <c:pt idx="2">
                  <c:v>Orient Express</c:v>
                </c:pt>
                <c:pt idx="3">
                  <c:v>Silversea</c:v>
                </c:pt>
                <c:pt idx="4">
                  <c:v>Ritz-Carlton</c:v>
                </c:pt>
                <c:pt idx="5">
                  <c:v>Seabourn</c:v>
                </c:pt>
                <c:pt idx="6">
                  <c:v>Aman</c:v>
                </c:pt>
              </c:strCache>
            </c:strRef>
          </c:cat>
          <c:val>
            <c:numRef>
              <c:f>Sheet1!$B$2:$B$8</c:f>
              <c:numCache>
                <c:formatCode>0%</c:formatCode>
                <c:ptCount val="7"/>
                <c:pt idx="0" formatCode="0.00%">
                  <c:v>0.23319999999999999</c:v>
                </c:pt>
                <c:pt idx="1">
                  <c:v>0.2</c:v>
                </c:pt>
                <c:pt idx="2">
                  <c:v>0.17</c:v>
                </c:pt>
                <c:pt idx="3">
                  <c:v>0.13</c:v>
                </c:pt>
                <c:pt idx="4">
                  <c:v>0.13</c:v>
                </c:pt>
                <c:pt idx="5">
                  <c:v>0.08</c:v>
                </c:pt>
                <c:pt idx="6">
                  <c:v>0.06</c:v>
                </c:pt>
              </c:numCache>
            </c:numRef>
          </c:val>
          <c:extLst>
            <c:ext xmlns:c16="http://schemas.microsoft.com/office/drawing/2014/chart" uri="{C3380CC4-5D6E-409C-BE32-E72D297353CC}">
              <c16:uniqueId val="{0000000E-67FE-4F81-805D-9779AB26B7AB}"/>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5A5E-49D3-B535-DADC55FFA453}"/>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5A5E-49D3-B535-DADC55FFA453}"/>
              </c:ext>
            </c:extLst>
          </c:dPt>
          <c:dPt>
            <c:idx val="2"/>
            <c:bubble3D val="0"/>
            <c:spPr>
              <a:solidFill>
                <a:srgbClr val="939393"/>
              </a:solidFill>
              <a:ln w="12700">
                <a:solidFill>
                  <a:srgbClr val="FCFAF9"/>
                </a:solidFill>
              </a:ln>
              <a:effectLst/>
            </c:spPr>
            <c:extLst>
              <c:ext xmlns:c16="http://schemas.microsoft.com/office/drawing/2014/chart" uri="{C3380CC4-5D6E-409C-BE32-E72D297353CC}">
                <c16:uniqueId val="{00000005-5A5E-49D3-B535-DADC55FFA453}"/>
              </c:ext>
            </c:extLst>
          </c:dPt>
          <c:dPt>
            <c:idx val="3"/>
            <c:bubble3D val="0"/>
            <c:spPr>
              <a:solidFill>
                <a:srgbClr val="4F0304"/>
              </a:solidFill>
              <a:ln w="12700">
                <a:solidFill>
                  <a:srgbClr val="FCFAF9"/>
                </a:solidFill>
              </a:ln>
              <a:effectLst/>
            </c:spPr>
            <c:extLst>
              <c:ext xmlns:c16="http://schemas.microsoft.com/office/drawing/2014/chart" uri="{C3380CC4-5D6E-409C-BE32-E72D297353CC}">
                <c16:uniqueId val="{00000007-5A5E-49D3-B535-DADC55FFA453}"/>
              </c:ext>
            </c:extLst>
          </c:dPt>
          <c:dPt>
            <c:idx val="4"/>
            <c:bubble3D val="0"/>
            <c:spPr>
              <a:solidFill>
                <a:srgbClr val="1F335B"/>
              </a:solidFill>
              <a:ln w="12700">
                <a:solidFill>
                  <a:srgbClr val="FCFAF9"/>
                </a:solidFill>
              </a:ln>
              <a:effectLst/>
            </c:spPr>
            <c:extLst>
              <c:ext xmlns:c16="http://schemas.microsoft.com/office/drawing/2014/chart" uri="{C3380CC4-5D6E-409C-BE32-E72D297353CC}">
                <c16:uniqueId val="{00000009-5A5E-49D3-B535-DADC55FFA453}"/>
              </c:ext>
            </c:extLst>
          </c:dPt>
          <c:dPt>
            <c:idx val="5"/>
            <c:bubble3D val="0"/>
            <c:spPr>
              <a:solidFill>
                <a:srgbClr val="5F88BD"/>
              </a:solidFill>
              <a:ln w="12700">
                <a:solidFill>
                  <a:srgbClr val="FCFAF9"/>
                </a:solidFill>
              </a:ln>
              <a:effectLst/>
            </c:spPr>
            <c:extLst>
              <c:ext xmlns:c16="http://schemas.microsoft.com/office/drawing/2014/chart" uri="{C3380CC4-5D6E-409C-BE32-E72D297353CC}">
                <c16:uniqueId val="{0000000B-5A5E-49D3-B535-DADC55FFA453}"/>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5A5E-49D3-B535-DADC55FFA453}"/>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Regent Seven Seas</c:v>
                </c:pt>
                <c:pt idx="2">
                  <c:v>Silversea</c:v>
                </c:pt>
                <c:pt idx="3">
                  <c:v>Orient Express</c:v>
                </c:pt>
                <c:pt idx="4">
                  <c:v>Ritz-Carlton</c:v>
                </c:pt>
                <c:pt idx="5">
                  <c:v>Seabourn</c:v>
                </c:pt>
                <c:pt idx="6">
                  <c:v>Aman</c:v>
                </c:pt>
              </c:strCache>
            </c:strRef>
          </c:cat>
          <c:val>
            <c:numRef>
              <c:f>Sheet1!$B$2:$B$8</c:f>
              <c:numCache>
                <c:formatCode>0%</c:formatCode>
                <c:ptCount val="7"/>
                <c:pt idx="0" formatCode="0.00%">
                  <c:v>0.2442</c:v>
                </c:pt>
                <c:pt idx="1">
                  <c:v>0.2</c:v>
                </c:pt>
                <c:pt idx="2">
                  <c:v>0.16</c:v>
                </c:pt>
                <c:pt idx="3">
                  <c:v>0.15</c:v>
                </c:pt>
                <c:pt idx="4">
                  <c:v>0.12</c:v>
                </c:pt>
                <c:pt idx="5">
                  <c:v>0.08</c:v>
                </c:pt>
                <c:pt idx="6">
                  <c:v>0.05</c:v>
                </c:pt>
              </c:numCache>
            </c:numRef>
          </c:val>
          <c:extLst>
            <c:ext xmlns:c16="http://schemas.microsoft.com/office/drawing/2014/chart" uri="{C3380CC4-5D6E-409C-BE32-E72D297353CC}">
              <c16:uniqueId val="{0000000E-5A5E-49D3-B535-DADC55FFA453}"/>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Brands to Watch</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FE54-4916-829D-9BEC38D06206}"/>
              </c:ext>
            </c:extLst>
          </c:dPt>
          <c:dPt>
            <c:idx val="1"/>
            <c:bubble3D val="0"/>
            <c:spPr>
              <a:solidFill>
                <a:srgbClr val="1F335B"/>
              </a:solidFill>
              <a:ln w="12700">
                <a:solidFill>
                  <a:srgbClr val="FCFAF9"/>
                </a:solidFill>
              </a:ln>
              <a:effectLst/>
            </c:spPr>
            <c:extLst>
              <c:ext xmlns:c16="http://schemas.microsoft.com/office/drawing/2014/chart" uri="{C3380CC4-5D6E-409C-BE32-E72D297353CC}">
                <c16:uniqueId val="{00000003-FE54-4916-829D-9BEC38D06206}"/>
              </c:ext>
            </c:extLst>
          </c:dPt>
          <c:dPt>
            <c:idx val="2"/>
            <c:bubble3D val="0"/>
            <c:spPr>
              <a:solidFill>
                <a:srgbClr val="1F216C"/>
              </a:solidFill>
              <a:ln w="12700">
                <a:solidFill>
                  <a:srgbClr val="FCFAF9"/>
                </a:solidFill>
              </a:ln>
              <a:effectLst/>
            </c:spPr>
            <c:extLst>
              <c:ext xmlns:c16="http://schemas.microsoft.com/office/drawing/2014/chart" uri="{C3380CC4-5D6E-409C-BE32-E72D297353CC}">
                <c16:uniqueId val="{00000005-FE54-4916-829D-9BEC38D06206}"/>
              </c:ext>
            </c:extLst>
          </c:dPt>
          <c:dPt>
            <c:idx val="3"/>
            <c:bubble3D val="0"/>
            <c:spPr>
              <a:solidFill>
                <a:srgbClr val="DDC38B"/>
              </a:solidFill>
              <a:ln w="12700">
                <a:solidFill>
                  <a:srgbClr val="FCFAF9"/>
                </a:solidFill>
              </a:ln>
              <a:effectLst/>
            </c:spPr>
            <c:extLst>
              <c:ext xmlns:c16="http://schemas.microsoft.com/office/drawing/2014/chart" uri="{C3380CC4-5D6E-409C-BE32-E72D297353CC}">
                <c16:uniqueId val="{00000007-FE54-4916-829D-9BEC38D06206}"/>
              </c:ext>
            </c:extLst>
          </c:dPt>
          <c:dPt>
            <c:idx val="4"/>
            <c:bubble3D val="0"/>
            <c:spPr>
              <a:solidFill>
                <a:srgbClr val="939393"/>
              </a:solidFill>
              <a:ln w="12700">
                <a:solidFill>
                  <a:srgbClr val="FCFAF9"/>
                </a:solidFill>
              </a:ln>
              <a:effectLst/>
            </c:spPr>
            <c:extLst>
              <c:ext xmlns:c16="http://schemas.microsoft.com/office/drawing/2014/chart" uri="{C3380CC4-5D6E-409C-BE32-E72D297353CC}">
                <c16:uniqueId val="{00000009-FE54-4916-829D-9BEC38D06206}"/>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FE54-4916-829D-9BEC38D06206}"/>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FE54-4916-829D-9BEC38D06206}"/>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Ritz-Carlton</c:v>
                </c:pt>
                <c:pt idx="2">
                  <c:v>Regent Seven Seas</c:v>
                </c:pt>
                <c:pt idx="3">
                  <c:v>Aman</c:v>
                </c:pt>
                <c:pt idx="4">
                  <c:v>Silversea</c:v>
                </c:pt>
                <c:pt idx="5">
                  <c:v>Orient Express</c:v>
                </c:pt>
                <c:pt idx="6">
                  <c:v>Seabourn</c:v>
                </c:pt>
              </c:strCache>
            </c:strRef>
          </c:cat>
          <c:val>
            <c:numRef>
              <c:f>Sheet1!$B$2:$B$8</c:f>
              <c:numCache>
                <c:formatCode>0%</c:formatCode>
                <c:ptCount val="7"/>
                <c:pt idx="0" formatCode="0.00%">
                  <c:v>0.47149999999999997</c:v>
                </c:pt>
                <c:pt idx="1">
                  <c:v>0.15</c:v>
                </c:pt>
                <c:pt idx="2">
                  <c:v>0.1</c:v>
                </c:pt>
                <c:pt idx="3">
                  <c:v>0.09</c:v>
                </c:pt>
                <c:pt idx="4">
                  <c:v>0.08</c:v>
                </c:pt>
                <c:pt idx="5">
                  <c:v>0.05</c:v>
                </c:pt>
                <c:pt idx="6">
                  <c:v>0.04</c:v>
                </c:pt>
              </c:numCache>
            </c:numRef>
          </c:val>
          <c:extLst>
            <c:ext xmlns:c16="http://schemas.microsoft.com/office/drawing/2014/chart" uri="{C3380CC4-5D6E-409C-BE32-E72D297353CC}">
              <c16:uniqueId val="{0000000E-FE54-4916-829D-9BEC38D06206}"/>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3D0A-46D9-8D1C-2870813AC6F0}"/>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3D0A-46D9-8D1C-2870813AC6F0}"/>
              </c:ext>
            </c:extLst>
          </c:dPt>
          <c:dPt>
            <c:idx val="2"/>
            <c:bubble3D val="0"/>
            <c:spPr>
              <a:solidFill>
                <a:srgbClr val="DDC38B"/>
              </a:solidFill>
              <a:ln w="12700">
                <a:solidFill>
                  <a:srgbClr val="FCFAF9"/>
                </a:solidFill>
              </a:ln>
              <a:effectLst/>
            </c:spPr>
            <c:extLst>
              <c:ext xmlns:c16="http://schemas.microsoft.com/office/drawing/2014/chart" uri="{C3380CC4-5D6E-409C-BE32-E72D297353CC}">
                <c16:uniqueId val="{00000005-3D0A-46D9-8D1C-2870813AC6F0}"/>
              </c:ext>
            </c:extLst>
          </c:dPt>
          <c:dPt>
            <c:idx val="3"/>
            <c:bubble3D val="0"/>
            <c:spPr>
              <a:solidFill>
                <a:srgbClr val="939393"/>
              </a:solidFill>
              <a:ln w="12700">
                <a:solidFill>
                  <a:srgbClr val="FCFAF9"/>
                </a:solidFill>
              </a:ln>
              <a:effectLst/>
            </c:spPr>
            <c:extLst>
              <c:ext xmlns:c16="http://schemas.microsoft.com/office/drawing/2014/chart" uri="{C3380CC4-5D6E-409C-BE32-E72D297353CC}">
                <c16:uniqueId val="{00000007-3D0A-46D9-8D1C-2870813AC6F0}"/>
              </c:ext>
            </c:extLst>
          </c:dPt>
          <c:dPt>
            <c:idx val="4"/>
            <c:bubble3D val="0"/>
            <c:spPr>
              <a:solidFill>
                <a:srgbClr val="4F0304"/>
              </a:solidFill>
              <a:ln w="12700">
                <a:solidFill>
                  <a:srgbClr val="FCFAF9"/>
                </a:solidFill>
              </a:ln>
              <a:effectLst/>
            </c:spPr>
            <c:extLst>
              <c:ext xmlns:c16="http://schemas.microsoft.com/office/drawing/2014/chart" uri="{C3380CC4-5D6E-409C-BE32-E72D297353CC}">
                <c16:uniqueId val="{00000009-3D0A-46D9-8D1C-2870813AC6F0}"/>
              </c:ext>
            </c:extLst>
          </c:dPt>
          <c:dPt>
            <c:idx val="5"/>
            <c:bubble3D val="0"/>
            <c:spPr>
              <a:solidFill>
                <a:srgbClr val="1F335B"/>
              </a:solidFill>
              <a:ln w="12700">
                <a:solidFill>
                  <a:srgbClr val="FCFAF9"/>
                </a:solidFill>
              </a:ln>
              <a:effectLst/>
            </c:spPr>
            <c:extLst>
              <c:ext xmlns:c16="http://schemas.microsoft.com/office/drawing/2014/chart" uri="{C3380CC4-5D6E-409C-BE32-E72D297353CC}">
                <c16:uniqueId val="{0000000B-3D0A-46D9-8D1C-2870813AC6F0}"/>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3D0A-46D9-8D1C-2870813AC6F0}"/>
              </c:ext>
            </c:extLst>
          </c:dPt>
          <c:dLbls>
            <c:dLbl>
              <c:idx val="1"/>
              <c:layout>
                <c:manualLayout>
                  <c:x val="-4.6296296296296294E-3"/>
                  <c:y val="-9.259259259259258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0A-46D9-8D1C-2870813AC6F0}"/>
                </c:ext>
              </c:extLst>
            </c:dLbl>
            <c:dLbl>
              <c:idx val="2"/>
              <c:layout>
                <c:manualLayout>
                  <c:x val="-9.2592592592592587E-3"/>
                  <c:y val="-1.388888888888888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0A-46D9-8D1C-2870813AC6F0}"/>
                </c:ext>
              </c:extLst>
            </c:dLbl>
            <c:dLbl>
              <c:idx val="6"/>
              <c:layout>
                <c:manualLayout>
                  <c:x val="0"/>
                  <c:y val="-0.12500000000000003"/>
                </c:manualLayout>
              </c:layout>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5F88BD"/>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D0A-46D9-8D1C-2870813AC6F0}"/>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extLst>
          </c:dLbls>
          <c:cat>
            <c:strRef>
              <c:f>Sheet1!$A$2:$A$8</c:f>
              <c:strCache>
                <c:ptCount val="7"/>
                <c:pt idx="0">
                  <c:v>Four Seasons</c:v>
                </c:pt>
                <c:pt idx="1">
                  <c:v>Regent Seven Seas</c:v>
                </c:pt>
                <c:pt idx="2">
                  <c:v>Aman</c:v>
                </c:pt>
                <c:pt idx="3">
                  <c:v>Silversea</c:v>
                </c:pt>
                <c:pt idx="4">
                  <c:v>Orient Express</c:v>
                </c:pt>
                <c:pt idx="5">
                  <c:v>Ritz-Carlton</c:v>
                </c:pt>
                <c:pt idx="6">
                  <c:v>Seabourn</c:v>
                </c:pt>
              </c:strCache>
            </c:strRef>
          </c:cat>
          <c:val>
            <c:numRef>
              <c:f>Sheet1!$B$2:$B$8</c:f>
              <c:numCache>
                <c:formatCode>0%</c:formatCode>
                <c:ptCount val="7"/>
                <c:pt idx="0" formatCode="0.00%">
                  <c:v>0.50349999999999995</c:v>
                </c:pt>
                <c:pt idx="1">
                  <c:v>0.14000000000000001</c:v>
                </c:pt>
                <c:pt idx="2">
                  <c:v>0.14000000000000001</c:v>
                </c:pt>
                <c:pt idx="3">
                  <c:v>0.11</c:v>
                </c:pt>
                <c:pt idx="4">
                  <c:v>0.06</c:v>
                </c:pt>
                <c:pt idx="5">
                  <c:v>0.04</c:v>
                </c:pt>
                <c:pt idx="6">
                  <c:v>0.02</c:v>
                </c:pt>
              </c:numCache>
            </c:numRef>
          </c:val>
          <c:extLst>
            <c:ext xmlns:c16="http://schemas.microsoft.com/office/drawing/2014/chart" uri="{C3380CC4-5D6E-409C-BE32-E72D297353CC}">
              <c16:uniqueId val="{0000000E-3D0A-46D9-8D1C-2870813AC6F0}"/>
            </c:ext>
          </c:extLst>
        </c:ser>
        <c:dLbls>
          <c:showLegendKey val="0"/>
          <c:showVal val="1"/>
          <c:showCatName val="0"/>
          <c:showSerName val="0"/>
          <c:showPercent val="0"/>
          <c:showBubbleSize val="0"/>
          <c:showLeaderLines val="0"/>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41551998740474E-2"/>
          <c:y val="8.7727970759645654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698A-448A-8FB7-4EE93C6F13B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698A-448A-8FB7-4EE93C6F13B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698A-448A-8FB7-4EE93C6F13B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698A-448A-8FB7-4EE93C6F13B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698A-448A-8FB7-4EE93C6F13BF}"/>
              </c:ext>
            </c:extLst>
          </c:dPt>
          <c:dPt>
            <c:idx val="5"/>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698A-448A-8FB7-4EE93C6F13B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D-698A-448A-8FB7-4EE93C6F13BF}"/>
              </c:ext>
            </c:extLst>
          </c:dPt>
          <c:dLbls>
            <c:dLbl>
              <c:idx val="4"/>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698A-448A-8FB7-4EE93C6F13BF}"/>
                </c:ext>
              </c:extLst>
            </c:dLbl>
            <c:dLbl>
              <c:idx val="5"/>
              <c:tx>
                <c:rich>
                  <a:bodyPr/>
                  <a:lstStyle/>
                  <a:p>
                    <a:r>
                      <a:rPr lang="en-US" altLang="zh-CN"/>
                      <a:t>&lt;0.5%</a:t>
                    </a:r>
                    <a:endParaRPr lang="en-US"/>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698A-448A-8FB7-4EE93C6F13BF}"/>
                </c:ext>
              </c:extLst>
            </c:dLbl>
            <c:dLbl>
              <c:idx val="6"/>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698A-448A-8FB7-4EE93C6F13BF}"/>
                </c:ext>
              </c:extLst>
            </c:dLbl>
            <c:spPr>
              <a:noFill/>
              <a:ln>
                <a:noFill/>
              </a:ln>
              <a:effectLst/>
            </c:spPr>
            <c:txPr>
              <a:bodyPr wrap="square" lIns="38100" tIns="19050" rIns="38100" bIns="19050" anchor="ctr">
                <a:spAutoFit/>
              </a:bodyPr>
              <a:lstStyle/>
              <a:p>
                <a:pPr>
                  <a:defRPr>
                    <a:solidFill>
                      <a:schemeClr val="tx2"/>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Portfolio/Other</c:v>
                </c:pt>
                <c:pt idx="1">
                  <c:v>R&amp;B</c:v>
                </c:pt>
                <c:pt idx="2">
                  <c:v>Residences</c:v>
                </c:pt>
                <c:pt idx="3">
                  <c:v>Yachts</c:v>
                </c:pt>
                <c:pt idx="4">
                  <c:v>Online Retail</c:v>
                </c:pt>
                <c:pt idx="5">
                  <c:v>Private Jet</c:v>
                </c:pt>
                <c:pt idx="6">
                  <c:v>Drive Experience</c:v>
                </c:pt>
              </c:strCache>
            </c:strRef>
          </c:cat>
          <c:val>
            <c:numRef>
              <c:f>Sheet1!$B$2:$B$8</c:f>
              <c:numCache>
                <c:formatCode>0.0%</c:formatCode>
                <c:ptCount val="7"/>
                <c:pt idx="0">
                  <c:v>0.72699999999999998</c:v>
                </c:pt>
                <c:pt idx="1">
                  <c:v>0.151</c:v>
                </c:pt>
                <c:pt idx="2">
                  <c:v>8.8999999999999996E-2</c:v>
                </c:pt>
                <c:pt idx="3">
                  <c:v>2.5000000000000001E-2</c:v>
                </c:pt>
                <c:pt idx="4">
                  <c:v>5.0000000000000001E-3</c:v>
                </c:pt>
                <c:pt idx="5">
                  <c:v>2E-3</c:v>
                </c:pt>
                <c:pt idx="6">
                  <c:v>1E-3</c:v>
                </c:pt>
              </c:numCache>
            </c:numRef>
          </c:val>
          <c:extLst>
            <c:ext xmlns:c16="http://schemas.microsoft.com/office/drawing/2014/chart" uri="{C3380CC4-5D6E-409C-BE32-E72D297353CC}">
              <c16:uniqueId val="{0000000F-698A-448A-8FB7-4EE93C6F13B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out"/>
        <c:minorTickMark val="in"/>
        <c:tickLblPos val="nextTo"/>
        <c:spPr>
          <a:ln>
            <a:solidFill>
              <a:schemeClr val="tx1">
                <a:lumMod val="10000"/>
                <a:lumOff val="90000"/>
              </a:schemeClr>
            </a:solidFill>
          </a:ln>
        </c:spPr>
        <c:txPr>
          <a:bodyPr rot="0" vert="horz" anchor="t" anchorCtr="0"/>
          <a:lstStyle/>
          <a:p>
            <a:pPr>
              <a:defRPr sz="650">
                <a:solidFill>
                  <a:schemeClr val="accent1"/>
                </a:solidFill>
              </a:defRPr>
            </a:pPr>
            <a:endParaRPr lang="en-US"/>
          </a:p>
        </c:txPr>
        <c:crossAx val="150674896"/>
        <c:crosses val="autoZero"/>
        <c:auto val="1"/>
        <c:lblAlgn val="ctr"/>
        <c:lblOffset val="100"/>
        <c:tickLblSkip val="1"/>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7770775999370237E-2"/>
          <c:y val="6.5795978069734237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E9B8-4CB2-9C00-5B688620E62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E9B8-4CB2-9C00-5B688620E62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E9B8-4CB2-9C00-5B688620E62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E9B8-4CB2-9C00-5B688620E62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E9B8-4CB2-9C00-5B688620E62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E9B8-4CB2-9C00-5B688620E62F}"/>
              </c:ext>
            </c:extLst>
          </c:dPt>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Portfolio/Other</c:v>
                </c:pt>
                <c:pt idx="1">
                  <c:v>R&amp;B</c:v>
                </c:pt>
                <c:pt idx="2">
                  <c:v>Yachts</c:v>
                </c:pt>
                <c:pt idx="3">
                  <c:v>Residences</c:v>
                </c:pt>
                <c:pt idx="4">
                  <c:v>Private Jet</c:v>
                </c:pt>
                <c:pt idx="5">
                  <c:v>Drive Experience</c:v>
                </c:pt>
                <c:pt idx="6">
                  <c:v>Online Retail</c:v>
                </c:pt>
              </c:strCache>
            </c:strRef>
          </c:cat>
          <c:val>
            <c:numRef>
              <c:f>Sheet1!$B$2:$B$8</c:f>
              <c:numCache>
                <c:formatCode>0.0%</c:formatCode>
                <c:ptCount val="7"/>
                <c:pt idx="0">
                  <c:v>0.78500000000000003</c:v>
                </c:pt>
                <c:pt idx="1">
                  <c:v>0.17699999999999999</c:v>
                </c:pt>
                <c:pt idx="2">
                  <c:v>7.9000000000000001E-2</c:v>
                </c:pt>
                <c:pt idx="3">
                  <c:v>5.0999999999999997E-2</c:v>
                </c:pt>
                <c:pt idx="4">
                  <c:v>0.02</c:v>
                </c:pt>
                <c:pt idx="5">
                  <c:v>1.2E-2</c:v>
                </c:pt>
                <c:pt idx="6">
                  <c:v>8.9999999999999993E-3</c:v>
                </c:pt>
              </c:numCache>
            </c:numRef>
          </c:val>
          <c:extLst>
            <c:ext xmlns:c16="http://schemas.microsoft.com/office/drawing/2014/chart" uri="{C3380CC4-5D6E-409C-BE32-E72D297353CC}">
              <c16:uniqueId val="{0000000E-E9B8-4CB2-9C00-5B688620E62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none"/>
        <c:minorTickMark val="none"/>
        <c:tickLblPos val="nextTo"/>
        <c:spPr>
          <a:ln>
            <a:solidFill>
              <a:schemeClr val="tx1">
                <a:lumMod val="10000"/>
                <a:lumOff val="90000"/>
              </a:schemeClr>
            </a:solidFill>
          </a:ln>
        </c:spPr>
        <c:txPr>
          <a:bodyPr/>
          <a:lstStyle/>
          <a:p>
            <a:pPr>
              <a:defRPr sz="650">
                <a:solidFill>
                  <a:schemeClr val="accent1"/>
                </a:solidFill>
              </a:defRPr>
            </a:pPr>
            <a:endParaRPr lang="en-US"/>
          </a:p>
        </c:txPr>
        <c:crossAx val="150674896"/>
        <c:crosses val="autoZero"/>
        <c:auto val="1"/>
        <c:lblAlgn val="ctr"/>
        <c:lblOffset val="100"/>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41551998740474E-2"/>
          <c:y val="8.7727970759645654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0256-49F7-8766-4E3F9A05FE5C}"/>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0256-49F7-8766-4E3F9A05FE5C}"/>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0256-49F7-8766-4E3F9A05FE5C}"/>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0256-49F7-8766-4E3F9A05FE5C}"/>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0256-49F7-8766-4E3F9A05FE5C}"/>
              </c:ext>
            </c:extLst>
          </c:dPt>
          <c:dPt>
            <c:idx val="5"/>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0256-49F7-8766-4E3F9A05FE5C}"/>
              </c:ext>
            </c:extLst>
          </c:dPt>
          <c:dLbls>
            <c:dLbl>
              <c:idx val="4"/>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256-49F7-8766-4E3F9A05FE5C}"/>
                </c:ext>
              </c:extLst>
            </c:dLbl>
            <c:dLbl>
              <c:idx val="5"/>
              <c:tx>
                <c:rich>
                  <a:bodyPr/>
                  <a:lstStyle/>
                  <a:p>
                    <a:r>
                      <a:rPr lang="en-US" altLang="zh-CN"/>
                      <a:t>&lt;0.5%</a:t>
                    </a:r>
                    <a:endParaRPr lang="en-US"/>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256-49F7-8766-4E3F9A05FE5C}"/>
                </c:ext>
              </c:extLst>
            </c:dLbl>
            <c:spPr>
              <a:noFill/>
              <a:ln>
                <a:noFill/>
              </a:ln>
              <a:effectLst/>
            </c:spPr>
            <c:txPr>
              <a:bodyPr wrap="square" lIns="38100" tIns="19050" rIns="38100" bIns="19050" anchor="ctr">
                <a:spAutoFit/>
              </a:bodyPr>
              <a:lstStyle/>
              <a:p>
                <a:pPr>
                  <a:defRPr>
                    <a:solidFill>
                      <a:schemeClr val="tx2"/>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Portfolio/Other</c:v>
                </c:pt>
                <c:pt idx="1">
                  <c:v>R&amp;B</c:v>
                </c:pt>
                <c:pt idx="2">
                  <c:v>Residences</c:v>
                </c:pt>
                <c:pt idx="3">
                  <c:v>Yachts</c:v>
                </c:pt>
                <c:pt idx="4">
                  <c:v>Private Jet</c:v>
                </c:pt>
                <c:pt idx="5">
                  <c:v>Online Retail</c:v>
                </c:pt>
              </c:strCache>
            </c:strRef>
          </c:cat>
          <c:val>
            <c:numRef>
              <c:f>Sheet1!$B$2:$B$7</c:f>
              <c:numCache>
                <c:formatCode>0.0%</c:formatCode>
                <c:ptCount val="6"/>
                <c:pt idx="0">
                  <c:v>0.71699999999999997</c:v>
                </c:pt>
                <c:pt idx="1">
                  <c:v>0.17799999999999999</c:v>
                </c:pt>
                <c:pt idx="2">
                  <c:v>7.2999999999999995E-2</c:v>
                </c:pt>
                <c:pt idx="3">
                  <c:v>2.5999999999999999E-2</c:v>
                </c:pt>
                <c:pt idx="4">
                  <c:v>1E-3</c:v>
                </c:pt>
                <c:pt idx="5">
                  <c:v>4.0000000000000001E-3</c:v>
                </c:pt>
              </c:numCache>
            </c:numRef>
          </c:val>
          <c:extLst>
            <c:ext xmlns:c16="http://schemas.microsoft.com/office/drawing/2014/chart" uri="{C3380CC4-5D6E-409C-BE32-E72D297353CC}">
              <c16:uniqueId val="{0000000F-0256-49F7-8766-4E3F9A05FE5C}"/>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out"/>
        <c:minorTickMark val="in"/>
        <c:tickLblPos val="nextTo"/>
        <c:spPr>
          <a:ln>
            <a:solidFill>
              <a:schemeClr val="tx1">
                <a:lumMod val="10000"/>
                <a:lumOff val="90000"/>
              </a:schemeClr>
            </a:solidFill>
          </a:ln>
        </c:spPr>
        <c:txPr>
          <a:bodyPr rot="0" vert="horz" anchor="t" anchorCtr="0"/>
          <a:lstStyle/>
          <a:p>
            <a:pPr>
              <a:defRPr sz="650">
                <a:solidFill>
                  <a:schemeClr val="accent1"/>
                </a:solidFill>
              </a:defRPr>
            </a:pPr>
            <a:endParaRPr lang="en-US"/>
          </a:p>
        </c:txPr>
        <c:crossAx val="150674896"/>
        <c:crosses val="autoZero"/>
        <c:auto val="1"/>
        <c:lblAlgn val="ctr"/>
        <c:lblOffset val="100"/>
        <c:tickLblSkip val="1"/>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82F5-4FC0-95C6-C1E8312438C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82F5-4FC0-95C6-C1E8312438C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82F5-4FC0-95C6-C1E8312438C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82F5-4FC0-95C6-C1E8312438C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82F5-4FC0-95C6-C1E8312438C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82F5-4FC0-95C6-C1E8312438CF}"/>
              </c:ext>
            </c:extLst>
          </c:dPt>
          <c:dLbls>
            <c:spPr>
              <a:noFill/>
              <a:ln>
                <a:noFill/>
              </a:ln>
              <a:effectLst/>
            </c:spPr>
            <c:txPr>
              <a:bodyPr wrap="square" lIns="38100" tIns="19050" rIns="38100" bIns="19050" anchor="ctr">
                <a:spAutoFit/>
              </a:bodyPr>
              <a:lstStyle/>
              <a:p>
                <a:pPr>
                  <a:defRPr>
                    <a:solidFill>
                      <a:srgbClr val="3D441E"/>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Portfolio/Other</c:v>
                </c:pt>
                <c:pt idx="1">
                  <c:v>R&amp;B</c:v>
                </c:pt>
                <c:pt idx="2">
                  <c:v>Residences</c:v>
                </c:pt>
                <c:pt idx="3">
                  <c:v>Yachts</c:v>
                </c:pt>
                <c:pt idx="4">
                  <c:v>Private Jet</c:v>
                </c:pt>
                <c:pt idx="5">
                  <c:v>Drive Experience</c:v>
                </c:pt>
                <c:pt idx="6">
                  <c:v>Online Retail</c:v>
                </c:pt>
              </c:strCache>
            </c:strRef>
          </c:cat>
          <c:val>
            <c:numRef>
              <c:f>Sheet1!$B$2:$B$8</c:f>
              <c:numCache>
                <c:formatCode>0.0%</c:formatCode>
                <c:ptCount val="7"/>
                <c:pt idx="0">
                  <c:v>0.67200000000000004</c:v>
                </c:pt>
                <c:pt idx="1">
                  <c:v>0.17399999999999999</c:v>
                </c:pt>
                <c:pt idx="2">
                  <c:v>5.8000000000000003E-2</c:v>
                </c:pt>
                <c:pt idx="3">
                  <c:v>7.5999999999999998E-2</c:v>
                </c:pt>
                <c:pt idx="4">
                  <c:v>6.0000000000000001E-3</c:v>
                </c:pt>
                <c:pt idx="5">
                  <c:v>5.0000000000000001E-3</c:v>
                </c:pt>
                <c:pt idx="6">
                  <c:v>0.01</c:v>
                </c:pt>
              </c:numCache>
            </c:numRef>
          </c:val>
          <c:extLst>
            <c:ext xmlns:c16="http://schemas.microsoft.com/office/drawing/2014/chart" uri="{C3380CC4-5D6E-409C-BE32-E72D297353CC}">
              <c16:uniqueId val="{0000000C-82F5-4FC0-95C6-C1E8312438C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none"/>
        <c:minorTickMark val="none"/>
        <c:tickLblPos val="nextTo"/>
        <c:spPr>
          <a:ln>
            <a:solidFill>
              <a:schemeClr val="tx1">
                <a:lumMod val="10000"/>
                <a:lumOff val="90000"/>
              </a:schemeClr>
            </a:solidFill>
          </a:ln>
        </c:spPr>
        <c:txPr>
          <a:bodyPr/>
          <a:lstStyle/>
          <a:p>
            <a:pPr>
              <a:defRPr sz="650">
                <a:solidFill>
                  <a:schemeClr val="accent1"/>
                </a:solidFill>
              </a:defRPr>
            </a:pPr>
            <a:endParaRPr lang="en-US"/>
          </a:p>
        </c:txPr>
        <c:crossAx val="150674896"/>
        <c:crosses val="autoZero"/>
        <c:auto val="1"/>
        <c:lblAlgn val="ctr"/>
        <c:lblOffset val="100"/>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r>
            <a:rPr lang="en-US" sz="1400" dirty="0">
              <a:solidFill>
                <a:schemeClr val="accent1"/>
              </a:solidFill>
              <a:latin typeface="Saol Display Light" panose="00000400000000000000"/>
            </a:rPr>
            <a:t>YTD</a:t>
          </a:r>
        </a:p>
      </cdr:txBody>
    </cdr:sp>
  </cdr:relSizeAnchor>
</c:userShapes>
</file>

<file path=ppt/drawings/drawing2.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endParaRPr lang="en-US" sz="1400" dirty="0">
            <a:solidFill>
              <a:schemeClr val="accent1"/>
            </a:solidFill>
            <a:latin typeface="Saol Display Light" panose="00000400000000000000"/>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r>
            <a:rPr lang="en-US" sz="1400" dirty="0">
              <a:solidFill>
                <a:schemeClr val="accent1"/>
              </a:solidFill>
              <a:latin typeface="Saol Display Light" panose="00000400000000000000"/>
            </a:rPr>
            <a:t>YTD</a:t>
          </a:r>
        </a:p>
      </cdr:txBody>
    </cdr:sp>
  </cdr:relSizeAnchor>
</c:userShapes>
</file>

<file path=ppt/drawings/drawing4.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endParaRPr lang="en-US" sz="1400" dirty="0">
            <a:solidFill>
              <a:schemeClr val="accent1"/>
            </a:solidFill>
            <a:latin typeface="Saol Display Light" panose="00000400000000000000"/>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r>
            <a:rPr lang="en-US" sz="1400" dirty="0">
              <a:solidFill>
                <a:schemeClr val="accent6"/>
              </a:solidFill>
              <a:latin typeface="Saol Display Light" panose="00000400000000000000"/>
            </a:rPr>
            <a:t>YTD</a:t>
          </a:r>
        </a:p>
      </cdr:txBody>
    </cdr:sp>
  </cdr:relSizeAnchor>
</c:userShapes>
</file>

<file path=ppt/drawings/drawing6.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endParaRPr lang="en-US" sz="1400" dirty="0">
            <a:solidFill>
              <a:schemeClr val="accent6"/>
            </a:solidFill>
            <a:latin typeface="Saol Display Light" panose="00000400000000000000"/>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r>
            <a:rPr lang="en-US" sz="1400" dirty="0">
              <a:solidFill>
                <a:schemeClr val="accent6"/>
              </a:solidFill>
              <a:latin typeface="Saol Display Light" panose="00000400000000000000"/>
            </a:rPr>
            <a:t>YTD</a:t>
          </a:r>
        </a:p>
      </cdr:txBody>
    </cdr:sp>
  </cdr:relSizeAnchor>
</c:userShapes>
</file>

<file path=ppt/drawings/drawing8.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endParaRPr lang="en-US" sz="1400" dirty="0">
            <a:solidFill>
              <a:schemeClr val="accent6"/>
            </a:solidFill>
            <a:latin typeface="Saol Display Light" panose="00000400000000000000"/>
          </a:endParaRP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ACA1AE5-C911-4AB9-82FB-95D17FC94CD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0B80C23-9E8B-46DB-88AB-B6F84A3757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A2FE80C-3E56-4780-AF4B-2EBCD63A75E4}" type="datetimeFigureOut">
              <a:rPr lang="en-US" smtClean="0"/>
              <a:t>9/8/2026</a:t>
            </a:fld>
            <a:endParaRPr lang="en-US"/>
          </a:p>
        </p:txBody>
      </p:sp>
      <p:sp>
        <p:nvSpPr>
          <p:cNvPr id="4" name="Footer Placeholder 3">
            <a:extLst>
              <a:ext uri="{FF2B5EF4-FFF2-40B4-BE49-F238E27FC236}">
                <a16:creationId xmlns:a16="http://schemas.microsoft.com/office/drawing/2014/main" id="{3359244A-FA64-4F87-872D-F65DB4C755D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E129269-E311-4BF9-BBB9-EC7B5098B1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32F0EB0-BCA5-42D7-8F28-6980B1303049}" type="slidenum">
              <a:rPr lang="en-US" smtClean="0"/>
              <a:t>‹#›</a:t>
            </a:fld>
            <a:endParaRPr lang="en-US"/>
          </a:p>
        </p:txBody>
      </p:sp>
    </p:spTree>
    <p:extLst>
      <p:ext uri="{BB962C8B-B14F-4D97-AF65-F5344CB8AC3E}">
        <p14:creationId xmlns:p14="http://schemas.microsoft.com/office/powerpoint/2010/main" val="23332793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EF32B2-0573-4682-B90A-6AA3D4FCF089}"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8A5127-CA8C-49E1-A453-9F89E2555C2C}" type="slidenum">
              <a:rPr lang="en-US" smtClean="0"/>
              <a:t>‹#›</a:t>
            </a:fld>
            <a:endParaRPr lang="en-US"/>
          </a:p>
        </p:txBody>
      </p:sp>
    </p:spTree>
    <p:extLst>
      <p:ext uri="{BB962C8B-B14F-4D97-AF65-F5344CB8AC3E}">
        <p14:creationId xmlns:p14="http://schemas.microsoft.com/office/powerpoint/2010/main" val="8947847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B8A5127-CA8C-49E1-A453-9F89E2555C2C}" type="slidenum">
              <a:rPr lang="en-US" smtClean="0"/>
              <a:t>8</a:t>
            </a:fld>
            <a:endParaRPr lang="en-US"/>
          </a:p>
        </p:txBody>
      </p:sp>
    </p:spTree>
    <p:extLst>
      <p:ext uri="{BB962C8B-B14F-4D97-AF65-F5344CB8AC3E}">
        <p14:creationId xmlns:p14="http://schemas.microsoft.com/office/powerpoint/2010/main" val="8450660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8A5127-CA8C-49E1-A453-9F89E2555C2C}" type="slidenum">
              <a:rPr lang="en-US" smtClean="0"/>
              <a:t>12</a:t>
            </a:fld>
            <a:endParaRPr lang="en-US"/>
          </a:p>
        </p:txBody>
      </p:sp>
    </p:spTree>
    <p:extLst>
      <p:ext uri="{BB962C8B-B14F-4D97-AF65-F5344CB8AC3E}">
        <p14:creationId xmlns:p14="http://schemas.microsoft.com/office/powerpoint/2010/main" val="31141048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B8A5127-CA8C-49E1-A453-9F89E2555C2C}" type="slidenum">
              <a:rPr lang="en-US" smtClean="0"/>
              <a:t>14</a:t>
            </a:fld>
            <a:endParaRPr lang="en-US"/>
          </a:p>
        </p:txBody>
      </p:sp>
    </p:spTree>
    <p:extLst>
      <p:ext uri="{BB962C8B-B14F-4D97-AF65-F5344CB8AC3E}">
        <p14:creationId xmlns:p14="http://schemas.microsoft.com/office/powerpoint/2010/main" val="360375905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rgbClr val="17525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2834F75-8C8E-A8AD-76F6-D98F0AFF6017}"/>
              </a:ext>
            </a:extLst>
          </p:cNvPr>
          <p:cNvSpPr/>
          <p:nvPr userDrawn="1"/>
        </p:nvSpPr>
        <p:spPr>
          <a:xfrm>
            <a:off x="0" y="0"/>
            <a:ext cx="1219200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pic>
        <p:nvPicPr>
          <p:cNvPr id="6" name="Picture 2" descr="Four Seasons logo and symbol, meaning, history, PNG">
            <a:extLst>
              <a:ext uri="{FF2B5EF4-FFF2-40B4-BE49-F238E27FC236}">
                <a16:creationId xmlns:a16="http://schemas.microsoft.com/office/drawing/2014/main" id="{740B86EB-96E0-3624-EE79-3816292D033C}"/>
              </a:ext>
            </a:extLst>
          </p:cNvPr>
          <p:cNvPicPr>
            <a:picLocks noChangeAspect="1" noChangeArrowheads="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805575" y="999241"/>
            <a:ext cx="2580850" cy="1451728"/>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2244625" y="3109698"/>
            <a:ext cx="7702751" cy="1205010"/>
          </a:xfrm>
          <a:prstGeom prst="rect">
            <a:avLst/>
          </a:prstGeom>
        </p:spPr>
        <p:txBody>
          <a:bodyPr wrap="none" anchor="ctr">
            <a:spAutoFit/>
          </a:bodyPr>
          <a:lstStyle>
            <a:lvl1pPr algn="ctr">
              <a:lnSpc>
                <a:spcPct val="70000"/>
              </a:lnSpc>
              <a:spcBef>
                <a:spcPts val="0"/>
              </a:spcBef>
              <a:defRPr kumimoji="0" lang="en-US" sz="9600" b="0" i="0" u="none" strike="noStrike" kern="1200" cap="none" spc="-150" normalizeH="0" baseline="0" dirty="0">
                <a:ln>
                  <a:noFill/>
                </a:ln>
                <a:solidFill>
                  <a:schemeClr val="accent1"/>
                </a:solidFill>
                <a:effectLst/>
                <a:uLnTx/>
                <a:uFillTx/>
                <a:latin typeface="+mj-lt"/>
                <a:ea typeface="Baskerville Old Face" panose="02020602080505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1935508" y="4890910"/>
            <a:ext cx="8320984" cy="400110"/>
          </a:xfrm>
          <a:prstGeom prst="rect">
            <a:avLst/>
          </a:prstGeom>
          <a:noFill/>
        </p:spPr>
        <p:txBody>
          <a:bodyPr wrap="square">
            <a:spAutoFit/>
          </a:bodyPr>
          <a:lstStyle>
            <a:lvl1pPr algn="ctr">
              <a:defRPr kumimoji="0" lang="en-US" sz="2000" b="0" u="none" strike="noStrike" cap="none" spc="200" normalizeH="0" baseline="0" dirty="0">
                <a:ln>
                  <a:noFill/>
                </a:ln>
                <a:solidFill>
                  <a:schemeClr val="accent1"/>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
        <p:nvSpPr>
          <p:cNvPr id="7" name="Text Placeholder 8">
            <a:extLst>
              <a:ext uri="{FF2B5EF4-FFF2-40B4-BE49-F238E27FC236}">
                <a16:creationId xmlns:a16="http://schemas.microsoft.com/office/drawing/2014/main" id="{8BE0596E-C890-74BC-766C-3E11F11A8DFE}"/>
              </a:ext>
            </a:extLst>
          </p:cNvPr>
          <p:cNvSpPr>
            <a:spLocks noGrp="1"/>
          </p:cNvSpPr>
          <p:nvPr>
            <p:ph type="body" sz="quarter" idx="13" hasCustomPrompt="1"/>
          </p:nvPr>
        </p:nvSpPr>
        <p:spPr>
          <a:xfrm>
            <a:off x="1935508" y="5397438"/>
            <a:ext cx="8320984" cy="261610"/>
          </a:xfrm>
          <a:prstGeom prst="rect">
            <a:avLst/>
          </a:prstGeom>
          <a:noFill/>
        </p:spPr>
        <p:txBody>
          <a:bodyPr wrap="square">
            <a:spAutoFit/>
          </a:bodyPr>
          <a:lstStyle>
            <a:lvl1pPr algn="ctr">
              <a:defRPr kumimoji="0" lang="en-US" sz="1100" b="1" u="none" strike="noStrike" cap="none" spc="200" normalizeH="0" baseline="0" dirty="0">
                <a:ln>
                  <a:noFill/>
                </a:ln>
                <a:solidFill>
                  <a:schemeClr val="accent1"/>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cxnSp>
        <p:nvCxnSpPr>
          <p:cNvPr id="3" name="Straight Connector 2">
            <a:extLst>
              <a:ext uri="{FF2B5EF4-FFF2-40B4-BE49-F238E27FC236}">
                <a16:creationId xmlns:a16="http://schemas.microsoft.com/office/drawing/2014/main" id="{DB7E32AA-BF22-724B-1A08-6B0121149527}"/>
              </a:ext>
            </a:extLst>
          </p:cNvPr>
          <p:cNvCxnSpPr>
            <a:cxnSpLocks/>
          </p:cNvCxnSpPr>
          <p:nvPr userDrawn="1"/>
        </p:nvCxnSpPr>
        <p:spPr>
          <a:xfrm>
            <a:off x="273050" y="317500"/>
            <a:ext cx="116459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5070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Black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bg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3285171" y="2757442"/>
            <a:ext cx="8320985" cy="1246764"/>
          </a:xfrm>
          <a:prstGeom prst="rect">
            <a:avLst/>
          </a:prstGeom>
        </p:spPr>
        <p:txBody>
          <a:bodyPr>
            <a:noAutofit/>
          </a:bodyPr>
          <a:lstStyle>
            <a:lvl1pPr>
              <a:defRPr kumimoji="0" lang="en-US" sz="9600" b="0" i="0" u="none" strike="noStrike" kern="1200" cap="none" spc="-150" normalizeH="0" baseline="0" dirty="0">
                <a:ln>
                  <a:noFill/>
                </a:ln>
                <a:solidFill>
                  <a:srgbClr val="DFF3FA"/>
                </a:solidFill>
                <a:effectLst/>
                <a:uLnTx/>
                <a:uFillTx/>
                <a:latin typeface="+mj-lt"/>
                <a:ea typeface="Baskerville Old Face" panose="02020602080505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61665"/>
          </a:xfrm>
          <a:prstGeom prst="rect">
            <a:avLst/>
          </a:prstGeom>
          <a:noFill/>
        </p:spPr>
        <p:txBody>
          <a:bodyPr wrap="square">
            <a:spAutoFit/>
          </a:bodyPr>
          <a:lstStyle>
            <a:lvl1pPr>
              <a:defRPr kumimoji="0" lang="en-US" sz="24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Tree>
    <p:extLst>
      <p:ext uri="{BB962C8B-B14F-4D97-AF65-F5344CB8AC3E}">
        <p14:creationId xmlns:p14="http://schemas.microsoft.com/office/powerpoint/2010/main" val="923832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3285171" y="2757442"/>
            <a:ext cx="8320985" cy="1246764"/>
          </a:xfrm>
          <a:prstGeom prst="rect">
            <a:avLst/>
          </a:prstGeom>
        </p:spPr>
        <p:txBody>
          <a:bodyPr>
            <a:noAutofit/>
          </a:bodyPr>
          <a:lstStyle>
            <a:lvl1pPr>
              <a:defRPr kumimoji="0" lang="en-US" sz="9600" b="0" i="0" u="none" strike="noStrike" kern="1200" cap="none" spc="-150" normalizeH="0" baseline="0" dirty="0">
                <a:ln>
                  <a:noFill/>
                </a:ln>
                <a:solidFill>
                  <a:srgbClr val="DFF3FA"/>
                </a:solidFill>
                <a:effectLst/>
                <a:uLnTx/>
                <a:uFillTx/>
                <a:latin typeface="+mj-lt"/>
                <a:ea typeface="Baskerville" panose="02020502070401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61665"/>
          </a:xfrm>
          <a:prstGeom prst="rect">
            <a:avLst/>
          </a:prstGeom>
          <a:noFill/>
        </p:spPr>
        <p:txBody>
          <a:bodyPr wrap="square">
            <a:spAutoFit/>
          </a:bodyPr>
          <a:lstStyle>
            <a:lvl1pPr>
              <a:defRPr kumimoji="0" lang="en-US" sz="24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Tree>
    <p:extLst>
      <p:ext uri="{BB962C8B-B14F-4D97-AF65-F5344CB8AC3E}">
        <p14:creationId xmlns:p14="http://schemas.microsoft.com/office/powerpoint/2010/main" val="5084881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6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89F0C100-BCB2-80B2-CE4C-118A6B02860A}"/>
              </a:ext>
            </a:extLst>
          </p:cNvPr>
          <p:cNvSpPr txBox="1"/>
          <p:nvPr userDrawn="1"/>
        </p:nvSpPr>
        <p:spPr>
          <a:xfrm>
            <a:off x="3183571" y="2445774"/>
            <a:ext cx="8320985"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200" i="1" spc="-150">
                <a:solidFill>
                  <a:srgbClr val="DFF3FA"/>
                </a:solidFill>
                <a:latin typeface="Saol Display light" panose="00000400000000000000"/>
                <a:ea typeface="Baskerville" panose="02020502070401020303" pitchFamily="18" charset="0"/>
              </a:rPr>
              <a:t>GLOBAL </a:t>
            </a:r>
            <a:r>
              <a:rPr lang="en-US" sz="7200" spc="-150">
                <a:solidFill>
                  <a:srgbClr val="DFF3FA"/>
                </a:solidFill>
                <a:latin typeface="Saol Display light" panose="00000400000000000000"/>
                <a:ea typeface="Baskerville" panose="02020502070401020303" pitchFamily="18" charset="0"/>
              </a:rPr>
              <a:t>REPORT</a:t>
            </a:r>
            <a:endParaRPr kumimoji="0" lang="en-US" sz="72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3105024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D007066E-E119-A7BA-B079-A4886E255A3A}"/>
              </a:ext>
            </a:extLst>
          </p:cNvPr>
          <p:cNvSpPr txBox="1"/>
          <p:nvPr userDrawn="1"/>
        </p:nvSpPr>
        <p:spPr>
          <a:xfrm>
            <a:off x="3285171" y="2250810"/>
            <a:ext cx="8320985"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400" spc="-150">
                <a:solidFill>
                  <a:srgbClr val="DFF3FA"/>
                </a:solidFill>
                <a:latin typeface="Saol Display light" panose="00000400000000000000"/>
                <a:ea typeface="Baskerville" panose="02020502070401020303" pitchFamily="18" charset="0"/>
              </a:rPr>
              <a:t>SHARE OF VOICE: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400" i="1" spc="-150">
                <a:solidFill>
                  <a:srgbClr val="DFF3FA"/>
                </a:solidFill>
                <a:latin typeface="Saol Display light" panose="00000400000000000000"/>
                <a:ea typeface="Baskerville" panose="02020502070401020303" pitchFamily="18" charset="0"/>
              </a:rPr>
              <a:t>REGIONAL </a:t>
            </a:r>
            <a:r>
              <a:rPr lang="en-US" sz="5400" spc="-150">
                <a:solidFill>
                  <a:srgbClr val="DFF3FA"/>
                </a:solidFill>
                <a:latin typeface="Saol Display light" panose="00000400000000000000"/>
                <a:ea typeface="Baskerville" panose="02020502070401020303" pitchFamily="18" charset="0"/>
              </a:rPr>
              <a:t>BREAKOUTS</a:t>
            </a:r>
            <a:endParaRPr kumimoji="0" lang="en-US" sz="54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1200047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D007066E-E119-A7BA-B079-A4886E255A3A}"/>
              </a:ext>
            </a:extLst>
          </p:cNvPr>
          <p:cNvSpPr txBox="1"/>
          <p:nvPr userDrawn="1"/>
        </p:nvSpPr>
        <p:spPr>
          <a:xfrm>
            <a:off x="3285171" y="2250810"/>
            <a:ext cx="8320985"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400" spc="-150">
                <a:solidFill>
                  <a:srgbClr val="DFF3FA"/>
                </a:solidFill>
                <a:latin typeface="Saol Display light" panose="00000400000000000000"/>
                <a:ea typeface="Baskerville" panose="02020502070401020303" pitchFamily="18" charset="0"/>
              </a:rPr>
              <a:t>SHARE OF PROMINENCE: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400" i="1" spc="-150">
                <a:solidFill>
                  <a:srgbClr val="DFF3FA"/>
                </a:solidFill>
                <a:latin typeface="Saol Display light" panose="00000400000000000000"/>
                <a:ea typeface="Baskerville" panose="02020502070401020303" pitchFamily="18" charset="0"/>
              </a:rPr>
              <a:t>REGIONAL </a:t>
            </a:r>
            <a:r>
              <a:rPr lang="en-US" sz="5400" spc="-150">
                <a:solidFill>
                  <a:srgbClr val="DFF3FA"/>
                </a:solidFill>
                <a:latin typeface="Saol Display light" panose="00000400000000000000"/>
                <a:ea typeface="Baskerville" panose="02020502070401020303" pitchFamily="18" charset="0"/>
              </a:rPr>
              <a:t>BREAKOUTS</a:t>
            </a:r>
            <a:endParaRPr kumimoji="0" lang="en-US" sz="54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718516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25BE783C-983F-2269-1CE3-1D0868A4E4BD}"/>
              </a:ext>
            </a:extLst>
          </p:cNvPr>
          <p:cNvSpPr>
            <a:spLocks noGrp="1"/>
          </p:cNvSpPr>
          <p:nvPr>
            <p:ph type="sldNum" sz="quarter" idx="4"/>
          </p:nvPr>
        </p:nvSpPr>
        <p:spPr>
          <a:xfrm>
            <a:off x="443724" y="6422237"/>
            <a:ext cx="139192" cy="119905"/>
          </a:xfrm>
          <a:prstGeom prst="rect">
            <a:avLst/>
          </a:prstGeom>
        </p:spPr>
        <p:txBody>
          <a:bodyPr vert="horz" wrap="square" lIns="0" tIns="12065" rIns="0" bIns="0" rtlCol="0">
            <a:spAutoFit/>
          </a:bodyPr>
          <a:lstStyle>
            <a:lvl1pPr>
              <a:defRPr lang="en-US" sz="700" spc="-5" smtClean="0">
                <a:solidFill>
                  <a:schemeClr val="accent1"/>
                </a:solidFill>
                <a:latin typeface="+mn-lt"/>
                <a:cs typeface="Arial"/>
              </a:defRPr>
            </a:lvl1pPr>
          </a:lstStyle>
          <a:p>
            <a:pPr marL="12700">
              <a:spcBef>
                <a:spcPts val="95"/>
              </a:spcBef>
            </a:pPr>
            <a:fld id="{E9625C4B-B71B-4BE7-9266-E8021570290B}" type="slidenum">
              <a:rPr lang="en-US" smtClean="0"/>
              <a:pPr marL="12700">
                <a:spcBef>
                  <a:spcPts val="95"/>
                </a:spcBef>
              </a:pPr>
              <a:t>‹#›</a:t>
            </a:fld>
            <a:endParaRPr lang="en-US"/>
          </a:p>
        </p:txBody>
      </p:sp>
      <p:sp>
        <p:nvSpPr>
          <p:cNvPr id="6" name="Title Placeholder 1">
            <a:extLst>
              <a:ext uri="{FF2B5EF4-FFF2-40B4-BE49-F238E27FC236}">
                <a16:creationId xmlns:a16="http://schemas.microsoft.com/office/drawing/2014/main" id="{E88B8AA4-F2A0-7711-9523-D7A590E31E44}"/>
              </a:ext>
            </a:extLst>
          </p:cNvPr>
          <p:cNvSpPr>
            <a:spLocks noGrp="1"/>
          </p:cNvSpPr>
          <p:nvPr>
            <p:ph type="title"/>
          </p:nvPr>
        </p:nvSpPr>
        <p:spPr>
          <a:xfrm>
            <a:off x="658368" y="584687"/>
            <a:ext cx="10698480" cy="509178"/>
          </a:xfrm>
          <a:prstGeom prst="rect">
            <a:avLst/>
          </a:prstGeom>
        </p:spPr>
        <p:txBody>
          <a:bodyPr vert="horz" wrap="square" lIns="0" tIns="0" rIns="0" bIns="118872" rtlCol="0" anchor="t" anchorCtr="0">
            <a:spAutoFit/>
          </a:bodyPr>
          <a:lstStyle>
            <a:lvl1pPr>
              <a:defRPr>
                <a:solidFill>
                  <a:schemeClr val="accent1"/>
                </a:solidFill>
                <a:latin typeface="+mj-lt"/>
              </a:defRPr>
            </a:lvl1pPr>
          </a:lstStyle>
          <a:p>
            <a:r>
              <a:rPr lang="en-US"/>
              <a:t>Title Here</a:t>
            </a:r>
          </a:p>
        </p:txBody>
      </p:sp>
    </p:spTree>
    <p:extLst>
      <p:ext uri="{BB962C8B-B14F-4D97-AF65-F5344CB8AC3E}">
        <p14:creationId xmlns:p14="http://schemas.microsoft.com/office/powerpoint/2010/main" val="1091510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Title &amp; Copy Beige">
    <p:bg>
      <p:bgPr>
        <a:solidFill>
          <a:srgbClr val="FCFAF9"/>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4" name="Title Placeholder 1">
            <a:extLst>
              <a:ext uri="{FF2B5EF4-FFF2-40B4-BE49-F238E27FC236}">
                <a16:creationId xmlns:a16="http://schemas.microsoft.com/office/drawing/2014/main" id="{E654196F-6475-2883-B0F5-8616303F16D6}"/>
              </a:ext>
            </a:extLst>
          </p:cNvPr>
          <p:cNvSpPr>
            <a:spLocks noGrp="1"/>
          </p:cNvSpPr>
          <p:nvPr>
            <p:ph type="title" hasCustomPrompt="1"/>
          </p:nvPr>
        </p:nvSpPr>
        <p:spPr>
          <a:xfrm>
            <a:off x="658368" y="584687"/>
            <a:ext cx="10700931" cy="508794"/>
          </a:xfrm>
          <a:prstGeom prst="rect">
            <a:avLst/>
          </a:prstGeom>
        </p:spPr>
        <p:txBody>
          <a:bodyPr vert="horz" wrap="square" lIns="0" tIns="0" rIns="0" bIns="118872" rtlCol="0" anchor="t" anchorCtr="0">
            <a:spAutoFit/>
          </a:bodyPr>
          <a:lstStyle>
            <a:lvl1pPr>
              <a:defRPr sz="2800" i="0">
                <a:latin typeface="+mj-lt"/>
              </a:defRPr>
            </a:lvl1pPr>
          </a:lstStyle>
          <a:p>
            <a:r>
              <a:rPr lang="en-US"/>
              <a:t>Title Here</a:t>
            </a:r>
          </a:p>
        </p:txBody>
      </p:sp>
      <p:sp>
        <p:nvSpPr>
          <p:cNvPr id="5" name="Text Placeholder 12">
            <a:extLst>
              <a:ext uri="{FF2B5EF4-FFF2-40B4-BE49-F238E27FC236}">
                <a16:creationId xmlns:a16="http://schemas.microsoft.com/office/drawing/2014/main" id="{1CB3792C-140C-68D8-03D1-74DDB9BD5D12}"/>
              </a:ext>
            </a:extLst>
          </p:cNvPr>
          <p:cNvSpPr>
            <a:spLocks noGrp="1"/>
          </p:cNvSpPr>
          <p:nvPr>
            <p:ph idx="1" hasCustomPrompt="1"/>
          </p:nvPr>
        </p:nvSpPr>
        <p:spPr>
          <a:xfrm>
            <a:off x="658368" y="1436914"/>
            <a:ext cx="10700931" cy="4707871"/>
          </a:xfrm>
          <a:prstGeom prst="rect">
            <a:avLst/>
          </a:prstGeom>
        </p:spPr>
        <p:txBody>
          <a:bodyPr vert="horz" lIns="0" tIns="45720" rIns="91440" bIns="45720" rtlCol="0">
            <a:normAutofit/>
          </a:bodyPr>
          <a:lstStyle>
            <a:lvl1pPr>
              <a:spcBef>
                <a:spcPts val="600"/>
              </a:spcBef>
              <a:defRPr b="0">
                <a:solidFill>
                  <a:schemeClr val="accent1"/>
                </a:solidFill>
              </a:defRPr>
            </a:lvl1pPr>
            <a:lvl3pPr>
              <a:defRPr sz="1400" b="0"/>
            </a:lvl3pPr>
          </a:lstStyle>
          <a:p>
            <a:pPr lvl="0"/>
            <a:r>
              <a:rPr lang="en-US"/>
              <a:t>Copy</a:t>
            </a:r>
          </a:p>
        </p:txBody>
      </p:sp>
    </p:spTree>
    <p:extLst>
      <p:ext uri="{BB962C8B-B14F-4D97-AF65-F5344CB8AC3E}">
        <p14:creationId xmlns:p14="http://schemas.microsoft.com/office/powerpoint/2010/main" val="2145945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amp; Copy Green">
    <p:bg>
      <p:bgPr>
        <a:solidFill>
          <a:schemeClr val="accent5"/>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6" name="object 2">
            <a:extLst>
              <a:ext uri="{FF2B5EF4-FFF2-40B4-BE49-F238E27FC236}">
                <a16:creationId xmlns:a16="http://schemas.microsoft.com/office/drawing/2014/main" id="{BA77386A-A215-57F9-6DEB-4D941033D918}"/>
              </a:ext>
            </a:extLst>
          </p:cNvPr>
          <p:cNvSpPr txBox="1"/>
          <p:nvPr userDrawn="1"/>
        </p:nvSpPr>
        <p:spPr>
          <a:xfrm>
            <a:off x="9730485" y="6422237"/>
            <a:ext cx="1963420" cy="105157"/>
          </a:xfrm>
          <a:prstGeom prst="rect">
            <a:avLst/>
          </a:prstGeom>
        </p:spPr>
        <p:txBody>
          <a:bodyPr vert="horz" wrap="square" lIns="0" tIns="12700" rIns="0" bIns="0" rtlCol="0">
            <a:spAutoFit/>
          </a:bodyPr>
          <a:lstStyle/>
          <a:p>
            <a:pPr marL="12700">
              <a:lnSpc>
                <a:spcPct val="100000"/>
              </a:lnSpc>
              <a:spcBef>
                <a:spcPts val="100"/>
              </a:spcBef>
            </a:pPr>
            <a:r>
              <a:rPr sz="600" spc="-85">
                <a:solidFill>
                  <a:srgbClr val="DFF3FA"/>
                </a:solidFill>
                <a:latin typeface="Arial"/>
                <a:cs typeface="Arial"/>
              </a:rPr>
              <a:t>F</a:t>
            </a:r>
            <a:r>
              <a:rPr sz="600" spc="-15">
                <a:solidFill>
                  <a:srgbClr val="DFF3FA"/>
                </a:solidFill>
                <a:latin typeface="Arial"/>
                <a:cs typeface="Arial"/>
              </a:rPr>
              <a:t> </a:t>
            </a:r>
            <a:r>
              <a:rPr sz="600" spc="50">
                <a:solidFill>
                  <a:srgbClr val="DFF3FA"/>
                </a:solidFill>
                <a:latin typeface="Arial"/>
                <a:cs typeface="Arial"/>
              </a:rPr>
              <a:t>O</a:t>
            </a:r>
            <a:r>
              <a:rPr sz="600" spc="-45">
                <a:solidFill>
                  <a:srgbClr val="DFF3FA"/>
                </a:solidFill>
                <a:latin typeface="Arial"/>
                <a:cs typeface="Arial"/>
              </a:rPr>
              <a:t> </a:t>
            </a:r>
            <a:r>
              <a:rPr sz="600" spc="-50">
                <a:solidFill>
                  <a:srgbClr val="DFF3FA"/>
                </a:solidFill>
                <a:latin typeface="Arial"/>
                <a:cs typeface="Arial"/>
              </a:rPr>
              <a:t>U</a:t>
            </a:r>
            <a:r>
              <a:rPr sz="600" spc="-10">
                <a:solidFill>
                  <a:srgbClr val="DFF3FA"/>
                </a:solidFill>
                <a:latin typeface="Arial"/>
                <a:cs typeface="Arial"/>
              </a:rPr>
              <a:t> </a:t>
            </a:r>
            <a:r>
              <a:rPr sz="600">
                <a:solidFill>
                  <a:srgbClr val="DFF3FA"/>
                </a:solidFill>
                <a:latin typeface="Arial"/>
                <a:cs typeface="Arial"/>
              </a:rPr>
              <a:t>R</a:t>
            </a:r>
            <a:r>
              <a:rPr sz="600" spc="254">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a:solidFill>
                  <a:srgbClr val="DFF3FA"/>
                </a:solidFill>
                <a:latin typeface="Arial"/>
                <a:cs typeface="Arial"/>
              </a:rPr>
              <a:t>A</a:t>
            </a:r>
            <a:r>
              <a:rPr sz="600" spc="-40">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50">
                <a:solidFill>
                  <a:srgbClr val="DFF3FA"/>
                </a:solidFill>
                <a:latin typeface="Arial"/>
                <a:cs typeface="Arial"/>
              </a:rPr>
              <a:t>O</a:t>
            </a:r>
            <a:r>
              <a:rPr sz="600" spc="-25">
                <a:solidFill>
                  <a:srgbClr val="DFF3FA"/>
                </a:solidFill>
                <a:latin typeface="Arial"/>
                <a:cs typeface="Arial"/>
              </a:rPr>
              <a:t> </a:t>
            </a:r>
            <a:r>
              <a:rPr sz="600">
                <a:solidFill>
                  <a:srgbClr val="DFF3FA"/>
                </a:solidFill>
                <a:latin typeface="Arial"/>
                <a:cs typeface="Arial"/>
              </a:rPr>
              <a:t>N</a:t>
            </a:r>
            <a:r>
              <a:rPr sz="600" spc="-15">
                <a:solidFill>
                  <a:srgbClr val="DFF3FA"/>
                </a:solidFill>
                <a:latin typeface="Arial"/>
                <a:cs typeface="Arial"/>
              </a:rPr>
              <a:t> </a:t>
            </a:r>
            <a:r>
              <a:rPr sz="600">
                <a:solidFill>
                  <a:srgbClr val="DFF3FA"/>
                </a:solidFill>
                <a:latin typeface="Arial"/>
                <a:cs typeface="Arial"/>
              </a:rPr>
              <a:t>S</a:t>
            </a:r>
            <a:r>
              <a:rPr sz="600" spc="295">
                <a:solidFill>
                  <a:srgbClr val="DFF3FA"/>
                </a:solidFill>
                <a:latin typeface="Arial"/>
                <a:cs typeface="Arial"/>
              </a:rPr>
              <a:t> </a:t>
            </a:r>
            <a:r>
              <a:rPr sz="600">
                <a:solidFill>
                  <a:srgbClr val="DFF3FA"/>
                </a:solidFill>
                <a:latin typeface="Arial"/>
                <a:cs typeface="Arial"/>
              </a:rPr>
              <a:t>H</a:t>
            </a:r>
            <a:r>
              <a:rPr sz="600" spc="-20">
                <a:solidFill>
                  <a:srgbClr val="DFF3FA"/>
                </a:solidFill>
                <a:latin typeface="Arial"/>
                <a:cs typeface="Arial"/>
              </a:rPr>
              <a:t> </a:t>
            </a:r>
            <a:r>
              <a:rPr sz="600" spc="50">
                <a:solidFill>
                  <a:srgbClr val="DFF3FA"/>
                </a:solidFill>
                <a:latin typeface="Arial"/>
                <a:cs typeface="Arial"/>
              </a:rPr>
              <a:t>O</a:t>
            </a:r>
            <a:r>
              <a:rPr sz="600" spc="-20">
                <a:solidFill>
                  <a:srgbClr val="DFF3FA"/>
                </a:solidFill>
                <a:latin typeface="Arial"/>
                <a:cs typeface="Arial"/>
              </a:rPr>
              <a:t> </a:t>
            </a:r>
            <a:r>
              <a:rPr sz="600" spc="-120">
                <a:solidFill>
                  <a:srgbClr val="DFF3FA"/>
                </a:solidFill>
                <a:latin typeface="Arial"/>
                <a:cs typeface="Arial"/>
              </a:rPr>
              <a:t>T</a:t>
            </a:r>
            <a:r>
              <a:rPr sz="600" spc="-15">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spc="-65">
                <a:solidFill>
                  <a:srgbClr val="DFF3FA"/>
                </a:solidFill>
                <a:latin typeface="Arial"/>
                <a:cs typeface="Arial"/>
              </a:rPr>
              <a:t>L</a:t>
            </a:r>
            <a:r>
              <a:rPr sz="600" spc="-15">
                <a:solidFill>
                  <a:srgbClr val="DFF3FA"/>
                </a:solidFill>
                <a:latin typeface="Arial"/>
                <a:cs typeface="Arial"/>
              </a:rPr>
              <a:t> </a:t>
            </a:r>
            <a:r>
              <a:rPr sz="600">
                <a:solidFill>
                  <a:srgbClr val="DFF3FA"/>
                </a:solidFill>
                <a:latin typeface="Arial"/>
                <a:cs typeface="Arial"/>
              </a:rPr>
              <a:t>S</a:t>
            </a:r>
            <a:r>
              <a:rPr sz="600" spc="260">
                <a:solidFill>
                  <a:srgbClr val="DFF3FA"/>
                </a:solidFill>
                <a:latin typeface="Arial"/>
                <a:cs typeface="Arial"/>
              </a:rPr>
              <a:t> </a:t>
            </a:r>
            <a:r>
              <a:rPr sz="600">
                <a:solidFill>
                  <a:srgbClr val="DFF3FA"/>
                </a:solidFill>
                <a:latin typeface="Arial"/>
                <a:cs typeface="Arial"/>
              </a:rPr>
              <a:t>A</a:t>
            </a:r>
            <a:r>
              <a:rPr sz="600" spc="-40">
                <a:solidFill>
                  <a:srgbClr val="DFF3FA"/>
                </a:solidFill>
                <a:latin typeface="Arial"/>
                <a:cs typeface="Arial"/>
              </a:rPr>
              <a:t> </a:t>
            </a:r>
            <a:r>
              <a:rPr sz="600">
                <a:solidFill>
                  <a:srgbClr val="DFF3FA"/>
                </a:solidFill>
                <a:latin typeface="Arial"/>
                <a:cs typeface="Arial"/>
              </a:rPr>
              <a:t>N</a:t>
            </a:r>
            <a:r>
              <a:rPr sz="600" spc="-20">
                <a:solidFill>
                  <a:srgbClr val="DFF3FA"/>
                </a:solidFill>
                <a:latin typeface="Arial"/>
                <a:cs typeface="Arial"/>
              </a:rPr>
              <a:t> </a:t>
            </a:r>
            <a:r>
              <a:rPr sz="600">
                <a:solidFill>
                  <a:srgbClr val="DFF3FA"/>
                </a:solidFill>
                <a:latin typeface="Arial"/>
                <a:cs typeface="Arial"/>
              </a:rPr>
              <a:t>D</a:t>
            </a:r>
            <a:r>
              <a:rPr sz="600" spc="325">
                <a:solidFill>
                  <a:srgbClr val="DFF3FA"/>
                </a:solidFill>
                <a:latin typeface="Arial"/>
                <a:cs typeface="Arial"/>
              </a:rPr>
              <a:t> </a:t>
            </a:r>
            <a:r>
              <a:rPr sz="600" spc="-75">
                <a:solidFill>
                  <a:srgbClr val="DFF3FA"/>
                </a:solidFill>
                <a:latin typeface="Arial"/>
                <a:cs typeface="Arial"/>
              </a:rPr>
              <a:t>R</a:t>
            </a:r>
            <a:r>
              <a:rPr sz="600" spc="-20">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50">
                <a:solidFill>
                  <a:srgbClr val="DFF3FA"/>
                </a:solidFill>
                <a:latin typeface="Arial"/>
                <a:cs typeface="Arial"/>
              </a:rPr>
              <a:t>O</a:t>
            </a:r>
            <a:r>
              <a:rPr sz="600" spc="-20">
                <a:solidFill>
                  <a:srgbClr val="DFF3FA"/>
                </a:solidFill>
                <a:latin typeface="Arial"/>
                <a:cs typeface="Arial"/>
              </a:rPr>
              <a:t> </a:t>
            </a:r>
            <a:r>
              <a:rPr sz="600" spc="-75">
                <a:solidFill>
                  <a:srgbClr val="DFF3FA"/>
                </a:solidFill>
                <a:latin typeface="Arial"/>
                <a:cs typeface="Arial"/>
              </a:rPr>
              <a:t>R</a:t>
            </a:r>
            <a:r>
              <a:rPr sz="600" spc="-20">
                <a:solidFill>
                  <a:srgbClr val="DFF3FA"/>
                </a:solidFill>
                <a:latin typeface="Arial"/>
                <a:cs typeface="Arial"/>
              </a:rPr>
              <a:t> </a:t>
            </a:r>
            <a:r>
              <a:rPr sz="600" spc="-120">
                <a:solidFill>
                  <a:srgbClr val="DFF3FA"/>
                </a:solidFill>
                <a:latin typeface="Arial"/>
                <a:cs typeface="Arial"/>
              </a:rPr>
              <a:t>T</a:t>
            </a:r>
            <a:r>
              <a:rPr sz="600" spc="-15">
                <a:solidFill>
                  <a:srgbClr val="DFF3FA"/>
                </a:solidFill>
                <a:latin typeface="Arial"/>
                <a:cs typeface="Arial"/>
              </a:rPr>
              <a:t> </a:t>
            </a:r>
            <a:r>
              <a:rPr sz="600" spc="-50">
                <a:solidFill>
                  <a:srgbClr val="DFF3FA"/>
                </a:solidFill>
                <a:latin typeface="Arial"/>
                <a:cs typeface="Arial"/>
              </a:rPr>
              <a:t>S</a:t>
            </a:r>
            <a:endParaRPr sz="600">
              <a:solidFill>
                <a:srgbClr val="DFF3FA"/>
              </a:solidFill>
              <a:latin typeface="Arial"/>
              <a:cs typeface="Arial"/>
            </a:endParaRPr>
          </a:p>
        </p:txBody>
      </p:sp>
      <p:sp>
        <p:nvSpPr>
          <p:cNvPr id="7" name="object 3">
            <a:extLst>
              <a:ext uri="{FF2B5EF4-FFF2-40B4-BE49-F238E27FC236}">
                <a16:creationId xmlns:a16="http://schemas.microsoft.com/office/drawing/2014/main" id="{C6833D4A-66B4-A862-327B-0AB1C898CD12}"/>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DFF3FA"/>
            </a:solidFill>
          </a:ln>
        </p:spPr>
        <p:txBody>
          <a:bodyPr wrap="square" lIns="0" tIns="0" rIns="0" bIns="0" rtlCol="0"/>
          <a:lstStyle/>
          <a:p>
            <a:endParaRPr/>
          </a:p>
        </p:txBody>
      </p:sp>
      <p:pic>
        <p:nvPicPr>
          <p:cNvPr id="10" name="object 3">
            <a:extLst>
              <a:ext uri="{FF2B5EF4-FFF2-40B4-BE49-F238E27FC236}">
                <a16:creationId xmlns:a16="http://schemas.microsoft.com/office/drawing/2014/main" id="{2D2C6796-7227-6C0D-62DB-F96CC20DAC1E}"/>
              </a:ext>
            </a:extLst>
          </p:cNvPr>
          <p:cNvPicPr/>
          <p:nvPr userDrawn="1"/>
        </p:nvPicPr>
        <p:blipFill>
          <a:blip r:embed="rId2" cstate="print"/>
          <a:stretch>
            <a:fillRect/>
          </a:stretch>
        </p:blipFill>
        <p:spPr>
          <a:xfrm>
            <a:off x="11535157" y="222510"/>
            <a:ext cx="323003" cy="491650"/>
          </a:xfrm>
          <a:prstGeom prst="rect">
            <a:avLst/>
          </a:prstGeom>
        </p:spPr>
      </p:pic>
      <p:sp>
        <p:nvSpPr>
          <p:cNvPr id="11" name="object 5">
            <a:extLst>
              <a:ext uri="{FF2B5EF4-FFF2-40B4-BE49-F238E27FC236}">
                <a16:creationId xmlns:a16="http://schemas.microsoft.com/office/drawing/2014/main" id="{13E89E23-4D29-0D87-D9DC-67EB7202D5A3}"/>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DFF3FA"/>
            </a:solidFill>
          </a:ln>
        </p:spPr>
        <p:txBody>
          <a:bodyPr wrap="square" lIns="0" tIns="0" rIns="0" bIns="0" rtlCol="0"/>
          <a:lstStyle/>
          <a:p>
            <a:endParaRPr/>
          </a:p>
        </p:txBody>
      </p:sp>
      <p:sp>
        <p:nvSpPr>
          <p:cNvPr id="8" name="Content Placeholder 7">
            <a:extLst>
              <a:ext uri="{FF2B5EF4-FFF2-40B4-BE49-F238E27FC236}">
                <a16:creationId xmlns:a16="http://schemas.microsoft.com/office/drawing/2014/main" id="{90FB298F-AB48-2488-B3A5-969C2AD48E81}"/>
              </a:ext>
            </a:extLst>
          </p:cNvPr>
          <p:cNvSpPr>
            <a:spLocks noGrp="1"/>
          </p:cNvSpPr>
          <p:nvPr>
            <p:ph sz="quarter" idx="11" hasCustomPrompt="1"/>
          </p:nvPr>
        </p:nvSpPr>
        <p:spPr>
          <a:xfrm>
            <a:off x="659890" y="1480317"/>
            <a:ext cx="10698480" cy="4668837"/>
          </a:xfrm>
        </p:spPr>
        <p:txBody>
          <a:bodyPr lIns="0"/>
          <a:lstStyle>
            <a:lvl1pPr>
              <a:spcBef>
                <a:spcPts val="600"/>
              </a:spcBef>
              <a:defRPr b="0">
                <a:solidFill>
                  <a:schemeClr val="accent3"/>
                </a:solidFill>
                <a:latin typeface="+mn-lt"/>
              </a:defRPr>
            </a:lvl1pPr>
            <a:lvl2pPr>
              <a:defRPr>
                <a:solidFill>
                  <a:schemeClr val="accent3"/>
                </a:solidFill>
                <a:latin typeface="+mn-lt"/>
              </a:defRPr>
            </a:lvl2pPr>
            <a:lvl3pPr>
              <a:defRPr>
                <a:solidFill>
                  <a:schemeClr val="accent3"/>
                </a:solidFill>
                <a:latin typeface="+mn-lt"/>
              </a:defRPr>
            </a:lvl3pPr>
            <a:lvl4pPr>
              <a:defRPr>
                <a:solidFill>
                  <a:schemeClr val="accent3"/>
                </a:solidFill>
                <a:latin typeface="+mn-lt"/>
              </a:defRPr>
            </a:lvl4pPr>
            <a:lvl5pPr>
              <a:defRPr>
                <a:solidFill>
                  <a:schemeClr val="accent3"/>
                </a:solidFill>
                <a:latin typeface="+mn-lt"/>
              </a:defRPr>
            </a:lvl5pPr>
          </a:lstStyle>
          <a:p>
            <a:pPr lvl="0"/>
            <a:r>
              <a:rPr lang="en-US"/>
              <a:t>Copy</a:t>
            </a:r>
          </a:p>
        </p:txBody>
      </p:sp>
      <p:sp>
        <p:nvSpPr>
          <p:cNvPr id="9" name="Title 8">
            <a:extLst>
              <a:ext uri="{FF2B5EF4-FFF2-40B4-BE49-F238E27FC236}">
                <a16:creationId xmlns:a16="http://schemas.microsoft.com/office/drawing/2014/main" id="{12B91255-6547-EB22-5289-71BB5D5033B8}"/>
              </a:ext>
            </a:extLst>
          </p:cNvPr>
          <p:cNvSpPr>
            <a:spLocks noGrp="1"/>
          </p:cNvSpPr>
          <p:nvPr>
            <p:ph type="title" hasCustomPrompt="1"/>
          </p:nvPr>
        </p:nvSpPr>
        <p:spPr>
          <a:xfrm>
            <a:off x="659890" y="584687"/>
            <a:ext cx="10698480" cy="507831"/>
          </a:xfrm>
        </p:spPr>
        <p:txBody>
          <a:bodyPr/>
          <a:lstStyle>
            <a:lvl1pPr>
              <a:defRPr i="0">
                <a:solidFill>
                  <a:schemeClr val="accent3"/>
                </a:solidFill>
                <a:latin typeface="+mj-lt"/>
              </a:defRPr>
            </a:lvl1pPr>
          </a:lstStyle>
          <a:p>
            <a:r>
              <a:rPr lang="en-US"/>
              <a:t>Title Here</a:t>
            </a:r>
          </a:p>
        </p:txBody>
      </p:sp>
    </p:spTree>
    <p:extLst>
      <p:ext uri="{BB962C8B-B14F-4D97-AF65-F5344CB8AC3E}">
        <p14:creationId xmlns:p14="http://schemas.microsoft.com/office/powerpoint/2010/main" val="1128879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_Split Content">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096000" y="0"/>
            <a:ext cx="609600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18" name="Content Placeholder 17">
            <a:extLst>
              <a:ext uri="{FF2B5EF4-FFF2-40B4-BE49-F238E27FC236}">
                <a16:creationId xmlns:a16="http://schemas.microsoft.com/office/drawing/2014/main" id="{34DCE725-E279-31A8-6E5F-E56BC21E07F4}"/>
              </a:ext>
            </a:extLst>
          </p:cNvPr>
          <p:cNvSpPr>
            <a:spLocks noGrp="1"/>
          </p:cNvSpPr>
          <p:nvPr>
            <p:ph sz="quarter" idx="12" hasCustomPrompt="1"/>
          </p:nvPr>
        </p:nvSpPr>
        <p:spPr>
          <a:xfrm>
            <a:off x="658368" y="1681163"/>
            <a:ext cx="5120640" cy="4741862"/>
          </a:xfrm>
          <a:prstGeom prst="rect">
            <a:avLst/>
          </a:prstGeom>
        </p:spPr>
        <p:txBody>
          <a:bodyPr lIns="0" rIns="0"/>
          <a:lstStyle>
            <a:lvl1pPr>
              <a:spcBef>
                <a:spcPts val="600"/>
              </a:spcBef>
              <a:defRPr b="0">
                <a:solidFill>
                  <a:schemeClr val="accent1"/>
                </a:solidFill>
              </a:defRPr>
            </a:lvl1pPr>
          </a:lstStyle>
          <a:p>
            <a:pPr lvl="0"/>
            <a:r>
              <a:rPr lang="en-US"/>
              <a:t>Details</a:t>
            </a:r>
          </a:p>
        </p:txBody>
      </p:sp>
      <p:sp>
        <p:nvSpPr>
          <p:cNvPr id="20" name="Content Placeholder 17">
            <a:extLst>
              <a:ext uri="{FF2B5EF4-FFF2-40B4-BE49-F238E27FC236}">
                <a16:creationId xmlns:a16="http://schemas.microsoft.com/office/drawing/2014/main" id="{05564B70-7F45-7CC6-02FC-D0D66F66321A}"/>
              </a:ext>
            </a:extLst>
          </p:cNvPr>
          <p:cNvSpPr>
            <a:spLocks noGrp="1"/>
          </p:cNvSpPr>
          <p:nvPr>
            <p:ph sz="quarter" idx="13" hasCustomPrompt="1"/>
          </p:nvPr>
        </p:nvSpPr>
        <p:spPr>
          <a:xfrm>
            <a:off x="6424992" y="1652626"/>
            <a:ext cx="5120640" cy="4741862"/>
          </a:xfrm>
          <a:prstGeom prst="rect">
            <a:avLst/>
          </a:prstGeom>
        </p:spPr>
        <p:txBody>
          <a:bodyPr lIns="0" rIns="0"/>
          <a:lstStyle>
            <a:lvl1pPr>
              <a:spcBef>
                <a:spcPts val="600"/>
              </a:spcBef>
              <a:defRPr b="0">
                <a:solidFill>
                  <a:schemeClr val="accent1"/>
                </a:solidFill>
              </a:defRPr>
            </a:lvl1pPr>
          </a:lstStyle>
          <a:p>
            <a:pPr lvl="0"/>
            <a:r>
              <a:rPr lang="en-US"/>
              <a:t>Details</a:t>
            </a:r>
          </a:p>
        </p:txBody>
      </p:sp>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8368" y="584687"/>
            <a:ext cx="10698480" cy="507831"/>
          </a:xfrm>
        </p:spPr>
        <p:txBody>
          <a:bodyPr/>
          <a:lstStyle>
            <a:lvl1pPr>
              <a:defRPr>
                <a:solidFill>
                  <a:schemeClr val="accent1"/>
                </a:solidFill>
                <a:latin typeface="+mj-lt"/>
              </a:defRPr>
            </a:lvl1pPr>
          </a:lstStyle>
          <a:p>
            <a:r>
              <a:rPr lang="en-US"/>
              <a:t>Title Here</a:t>
            </a:r>
          </a:p>
        </p:txBody>
      </p:sp>
    </p:spTree>
    <p:extLst>
      <p:ext uri="{BB962C8B-B14F-4D97-AF65-F5344CB8AC3E}">
        <p14:creationId xmlns:p14="http://schemas.microsoft.com/office/powerpoint/2010/main" val="2191034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8_Half Slide Charts">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843860" y="0"/>
            <a:ext cx="534814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031BFEC3-212F-9585-78CB-49C0C18762F1}"/>
              </a:ext>
            </a:extLst>
          </p:cNvPr>
          <p:cNvSpPr>
            <a:spLocks noGrp="1"/>
          </p:cNvSpPr>
          <p:nvPr>
            <p:ph type="body" sz="quarter" idx="14" hasCustomPrompt="1"/>
          </p:nvPr>
        </p:nvSpPr>
        <p:spPr>
          <a:xfrm>
            <a:off x="0" y="-7938"/>
            <a:ext cx="365760" cy="6865938"/>
          </a:xfrm>
          <a:solidFill>
            <a:schemeClr val="accent1"/>
          </a:solidFill>
        </p:spPr>
        <p:txBody>
          <a:bodyPr vert="vert270" lIns="0" tIns="0" rIns="0" bIns="0" anchor="ctr">
            <a:noAutofit/>
          </a:bodyPr>
          <a:lstStyle>
            <a:lvl1pPr algn="ctr">
              <a:lnSpc>
                <a:spcPct val="100000"/>
              </a:lnSpc>
              <a:spcBef>
                <a:spcPts val="0"/>
              </a:spcBef>
              <a:defRPr sz="1600" b="0" i="0" baseline="0">
                <a:solidFill>
                  <a:schemeClr val="accent3"/>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t>SLIDE TOPIC</a:t>
            </a:r>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
        <p:nvSpPr>
          <p:cNvPr id="23" name="Text Placeholder 22">
            <a:extLst>
              <a:ext uri="{FF2B5EF4-FFF2-40B4-BE49-F238E27FC236}">
                <a16:creationId xmlns:a16="http://schemas.microsoft.com/office/drawing/2014/main" id="{C1E9AB42-4360-A7AC-F620-D9212711F9D1}"/>
              </a:ext>
            </a:extLst>
          </p:cNvPr>
          <p:cNvSpPr>
            <a:spLocks noGrp="1"/>
          </p:cNvSpPr>
          <p:nvPr>
            <p:ph type="body" sz="quarter" idx="16" hasCustomPrompt="1"/>
          </p:nvPr>
        </p:nvSpPr>
        <p:spPr>
          <a:xfrm>
            <a:off x="7588250" y="1861902"/>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4" name="Text Placeholder 22">
            <a:extLst>
              <a:ext uri="{FF2B5EF4-FFF2-40B4-BE49-F238E27FC236}">
                <a16:creationId xmlns:a16="http://schemas.microsoft.com/office/drawing/2014/main" id="{8B4DBDC9-74F6-3084-7F07-36F2FE758D26}"/>
              </a:ext>
            </a:extLst>
          </p:cNvPr>
          <p:cNvSpPr>
            <a:spLocks noGrp="1"/>
          </p:cNvSpPr>
          <p:nvPr>
            <p:ph type="body" sz="quarter" idx="17" hasCustomPrompt="1"/>
          </p:nvPr>
        </p:nvSpPr>
        <p:spPr>
          <a:xfrm>
            <a:off x="7588250" y="3315364"/>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5" name="Text Placeholder 22">
            <a:extLst>
              <a:ext uri="{FF2B5EF4-FFF2-40B4-BE49-F238E27FC236}">
                <a16:creationId xmlns:a16="http://schemas.microsoft.com/office/drawing/2014/main" id="{A7B105A9-561E-45D4-8042-4D1347E1543E}"/>
              </a:ext>
            </a:extLst>
          </p:cNvPr>
          <p:cNvSpPr>
            <a:spLocks noGrp="1"/>
          </p:cNvSpPr>
          <p:nvPr>
            <p:ph type="body" sz="quarter" idx="18" hasCustomPrompt="1"/>
          </p:nvPr>
        </p:nvSpPr>
        <p:spPr>
          <a:xfrm>
            <a:off x="7588250" y="4768826"/>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Tree>
    <p:extLst>
      <p:ext uri="{BB962C8B-B14F-4D97-AF65-F5344CB8AC3E}">
        <p14:creationId xmlns:p14="http://schemas.microsoft.com/office/powerpoint/2010/main" val="2101952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9_Half Slide Charts">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843860" y="0"/>
            <a:ext cx="534814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
        <p:nvSpPr>
          <p:cNvPr id="23" name="Text Placeholder 22">
            <a:extLst>
              <a:ext uri="{FF2B5EF4-FFF2-40B4-BE49-F238E27FC236}">
                <a16:creationId xmlns:a16="http://schemas.microsoft.com/office/drawing/2014/main" id="{C1E9AB42-4360-A7AC-F620-D9212711F9D1}"/>
              </a:ext>
            </a:extLst>
          </p:cNvPr>
          <p:cNvSpPr>
            <a:spLocks noGrp="1"/>
          </p:cNvSpPr>
          <p:nvPr>
            <p:ph type="body" sz="quarter" idx="16" hasCustomPrompt="1"/>
          </p:nvPr>
        </p:nvSpPr>
        <p:spPr>
          <a:xfrm>
            <a:off x="7588250" y="1861902"/>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4" name="Text Placeholder 22">
            <a:extLst>
              <a:ext uri="{FF2B5EF4-FFF2-40B4-BE49-F238E27FC236}">
                <a16:creationId xmlns:a16="http://schemas.microsoft.com/office/drawing/2014/main" id="{8B4DBDC9-74F6-3084-7F07-36F2FE758D26}"/>
              </a:ext>
            </a:extLst>
          </p:cNvPr>
          <p:cNvSpPr>
            <a:spLocks noGrp="1"/>
          </p:cNvSpPr>
          <p:nvPr>
            <p:ph type="body" sz="quarter" idx="17" hasCustomPrompt="1"/>
          </p:nvPr>
        </p:nvSpPr>
        <p:spPr>
          <a:xfrm>
            <a:off x="7588250" y="3315364"/>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5" name="Text Placeholder 22">
            <a:extLst>
              <a:ext uri="{FF2B5EF4-FFF2-40B4-BE49-F238E27FC236}">
                <a16:creationId xmlns:a16="http://schemas.microsoft.com/office/drawing/2014/main" id="{A7B105A9-561E-45D4-8042-4D1347E1543E}"/>
              </a:ext>
            </a:extLst>
          </p:cNvPr>
          <p:cNvSpPr>
            <a:spLocks noGrp="1"/>
          </p:cNvSpPr>
          <p:nvPr>
            <p:ph type="body" sz="quarter" idx="18" hasCustomPrompt="1"/>
          </p:nvPr>
        </p:nvSpPr>
        <p:spPr>
          <a:xfrm>
            <a:off x="7588250" y="4768826"/>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Tree>
    <p:extLst>
      <p:ext uri="{BB962C8B-B14F-4D97-AF65-F5344CB8AC3E}">
        <p14:creationId xmlns:p14="http://schemas.microsoft.com/office/powerpoint/2010/main" val="5208937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9_Full Slide Charts">
    <p:bg>
      <p:bgPr>
        <a:solidFill>
          <a:srgbClr val="FCFAF9"/>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031BFEC3-212F-9585-78CB-49C0C18762F1}"/>
              </a:ext>
            </a:extLst>
          </p:cNvPr>
          <p:cNvSpPr>
            <a:spLocks noGrp="1"/>
          </p:cNvSpPr>
          <p:nvPr>
            <p:ph type="body" sz="quarter" idx="14" hasCustomPrompt="1"/>
          </p:nvPr>
        </p:nvSpPr>
        <p:spPr>
          <a:xfrm>
            <a:off x="0" y="-7938"/>
            <a:ext cx="365760" cy="6865938"/>
          </a:xfrm>
          <a:solidFill>
            <a:schemeClr val="accent1"/>
          </a:solidFill>
        </p:spPr>
        <p:txBody>
          <a:bodyPr vert="vert270" lIns="0" tIns="0" rIns="0" bIns="0" anchor="ctr">
            <a:noAutofit/>
          </a:bodyPr>
          <a:lstStyle>
            <a:lvl1pPr algn="ctr">
              <a:lnSpc>
                <a:spcPct val="100000"/>
              </a:lnSpc>
              <a:spcBef>
                <a:spcPts val="0"/>
              </a:spcBef>
              <a:defRPr sz="1600" b="0" i="0" baseline="0">
                <a:solidFill>
                  <a:schemeClr val="accent3"/>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t>SLIDE TOPIC</a:t>
            </a:r>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Tree>
    <p:extLst>
      <p:ext uri="{BB962C8B-B14F-4D97-AF65-F5344CB8AC3E}">
        <p14:creationId xmlns:p14="http://schemas.microsoft.com/office/powerpoint/2010/main" val="23584180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0_Month &amp; Title">
    <p:bg>
      <p:bgPr>
        <a:solidFill>
          <a:srgbClr val="FCFAF9"/>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Tree>
    <p:extLst>
      <p:ext uri="{BB962C8B-B14F-4D97-AF65-F5344CB8AC3E}">
        <p14:creationId xmlns:p14="http://schemas.microsoft.com/office/powerpoint/2010/main" val="20234171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 - Title Page">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347472" y="2395728"/>
            <a:ext cx="7598664" cy="2286000"/>
          </a:xfrm>
        </p:spPr>
        <p:txBody>
          <a:bodyPr tIns="45720" anchor="ctr" anchorCtr="0">
            <a:noAutofit/>
          </a:bodyPr>
          <a:lstStyle>
            <a:lvl1pPr>
              <a:lnSpc>
                <a:spcPct val="80000"/>
              </a:lnSpc>
              <a:defRPr sz="7000">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D0C3049E-513E-EB5F-7E5F-C2BCE2C66BDD}"/>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1844213041"/>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 - Cover Page (Logo Only)">
    <p:bg>
      <p:bgPr>
        <a:solidFill>
          <a:schemeClr val="tx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A24B03F-EB28-BDF3-846C-AFA936A1AF5F}"/>
              </a:ext>
            </a:extLst>
          </p:cNvPr>
          <p:cNvPicPr>
            <a:picLocks noChangeAspect="1"/>
          </p:cNvPicPr>
          <p:nvPr userDrawn="1"/>
        </p:nvPicPr>
        <p:blipFill>
          <a:blip r:embed="rId2"/>
          <a:stretch>
            <a:fillRect/>
          </a:stretch>
        </p:blipFill>
        <p:spPr>
          <a:xfrm>
            <a:off x="4924729" y="2736023"/>
            <a:ext cx="2340953" cy="1341049"/>
          </a:xfrm>
          <a:prstGeom prst="rect">
            <a:avLst/>
          </a:prstGeom>
        </p:spPr>
      </p:pic>
    </p:spTree>
    <p:extLst>
      <p:ext uri="{BB962C8B-B14F-4D97-AF65-F5344CB8AC3E}">
        <p14:creationId xmlns:p14="http://schemas.microsoft.com/office/powerpoint/2010/main" val="3969872500"/>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3158">
          <p15:clr>
            <a:srgbClr val="FBAE40"/>
          </p15:clr>
        </p15:guide>
        <p15:guide id="4" orient="horz" pos="89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 - Cover Page (Standard)">
    <p:bg>
      <p:bgPr>
        <a:solidFill>
          <a:srgbClr val="3D441E"/>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1331913" y="3356992"/>
            <a:ext cx="9526586" cy="1883664"/>
          </a:xfrm>
          <a:prstGeom prst="rect">
            <a:avLst/>
          </a:prstGeom>
        </p:spPr>
        <p:txBody>
          <a:bodyPr vert="horz" lIns="0" tIns="45720" rIns="91440" bIns="45720" rtlCol="0" anchor="b" anchorCtr="0">
            <a:noAutofit/>
          </a:bodyPr>
          <a:lstStyle>
            <a:lvl1pPr algn="ctr">
              <a:lnSpc>
                <a:spcPct val="80000"/>
              </a:lnSpc>
              <a:defRPr sz="7000">
                <a:solidFill>
                  <a:schemeClr val="bg1"/>
                </a:solidFill>
              </a:defRPr>
            </a:lvl1pPr>
          </a:lstStyle>
          <a:p>
            <a:r>
              <a:rPr lang="en-US"/>
              <a:t>Insert Title Here</a:t>
            </a:r>
          </a:p>
        </p:txBody>
      </p:sp>
      <p:sp>
        <p:nvSpPr>
          <p:cNvPr id="5" name="Text Placeholder 4">
            <a:extLst>
              <a:ext uri="{FF2B5EF4-FFF2-40B4-BE49-F238E27FC236}">
                <a16:creationId xmlns:a16="http://schemas.microsoft.com/office/drawing/2014/main" id="{1E73A384-662F-E4A0-168E-922AB3F3A208}"/>
              </a:ext>
            </a:extLst>
          </p:cNvPr>
          <p:cNvSpPr>
            <a:spLocks noGrp="1"/>
          </p:cNvSpPr>
          <p:nvPr>
            <p:ph type="body" sz="quarter" idx="18" hasCustomPrompt="1"/>
          </p:nvPr>
        </p:nvSpPr>
        <p:spPr>
          <a:xfrm>
            <a:off x="4230688" y="6165304"/>
            <a:ext cx="3729037" cy="359062"/>
          </a:xfrm>
        </p:spPr>
        <p:txBody>
          <a:bodyPr anchor="t" anchorCtr="0"/>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May 6, 2026</a:t>
            </a:r>
          </a:p>
        </p:txBody>
      </p:sp>
      <p:cxnSp>
        <p:nvCxnSpPr>
          <p:cNvPr id="3" name="Straight Connector 2">
            <a:extLst>
              <a:ext uri="{FF2B5EF4-FFF2-40B4-BE49-F238E27FC236}">
                <a16:creationId xmlns:a16="http://schemas.microsoft.com/office/drawing/2014/main" id="{6FAFC14B-8821-3684-13D4-2C875B5A1F08}"/>
              </a:ext>
            </a:extLst>
          </p:cNvPr>
          <p:cNvCxnSpPr>
            <a:cxnSpLocks/>
          </p:cNvCxnSpPr>
          <p:nvPr userDrawn="1"/>
        </p:nvCxnSpPr>
        <p:spPr>
          <a:xfrm>
            <a:off x="335360" y="6093296"/>
            <a:ext cx="11489928" cy="0"/>
          </a:xfrm>
          <a:prstGeom prst="line">
            <a:avLst/>
          </a:prstGeom>
          <a:ln w="6350">
            <a:solidFill>
              <a:schemeClr val="bg1"/>
            </a:solidFill>
          </a:ln>
        </p:spPr>
        <p:style>
          <a:lnRef idx="1">
            <a:schemeClr val="dk1"/>
          </a:lnRef>
          <a:fillRef idx="0">
            <a:schemeClr val="dk1"/>
          </a:fillRef>
          <a:effectRef idx="0">
            <a:schemeClr val="dk1"/>
          </a:effectRef>
          <a:fontRef idx="minor">
            <a:schemeClr val="tx1"/>
          </a:fontRef>
        </p:style>
      </p:cxnSp>
      <p:sp>
        <p:nvSpPr>
          <p:cNvPr id="6" name="Text Placeholder 4">
            <a:extLst>
              <a:ext uri="{FF2B5EF4-FFF2-40B4-BE49-F238E27FC236}">
                <a16:creationId xmlns:a16="http://schemas.microsoft.com/office/drawing/2014/main" id="{70A6B4AD-A32F-B0C7-00BA-5957B0B5970D}"/>
              </a:ext>
            </a:extLst>
          </p:cNvPr>
          <p:cNvSpPr>
            <a:spLocks noGrp="1"/>
          </p:cNvSpPr>
          <p:nvPr>
            <p:ph type="body" sz="quarter" idx="19" hasCustomPrompt="1"/>
          </p:nvPr>
        </p:nvSpPr>
        <p:spPr>
          <a:xfrm>
            <a:off x="4230688" y="5734229"/>
            <a:ext cx="3729037" cy="359062"/>
          </a:xfrm>
        </p:spPr>
        <p:txBody>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Subtitle Here</a:t>
            </a:r>
          </a:p>
        </p:txBody>
      </p:sp>
      <p:sp>
        <p:nvSpPr>
          <p:cNvPr id="7" name="TextBox 6">
            <a:extLst>
              <a:ext uri="{FF2B5EF4-FFF2-40B4-BE49-F238E27FC236}">
                <a16:creationId xmlns:a16="http://schemas.microsoft.com/office/drawing/2014/main" id="{1493D312-F770-7D6E-FB8E-82169D48C736}"/>
              </a:ext>
            </a:extLst>
          </p:cNvPr>
          <p:cNvSpPr txBox="1"/>
          <p:nvPr userDrawn="1"/>
        </p:nvSpPr>
        <p:spPr>
          <a:xfrm>
            <a:off x="3161211" y="6296297"/>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pic>
        <p:nvPicPr>
          <p:cNvPr id="8" name="Picture 7">
            <a:extLst>
              <a:ext uri="{FF2B5EF4-FFF2-40B4-BE49-F238E27FC236}">
                <a16:creationId xmlns:a16="http://schemas.microsoft.com/office/drawing/2014/main" id="{4F4BA482-1165-8FC3-AA27-41EB4F93BC3F}"/>
              </a:ext>
            </a:extLst>
          </p:cNvPr>
          <p:cNvPicPr>
            <a:picLocks noChangeAspect="1"/>
          </p:cNvPicPr>
          <p:nvPr userDrawn="1"/>
        </p:nvPicPr>
        <p:blipFill>
          <a:blip r:embed="rId2"/>
          <a:stretch>
            <a:fillRect/>
          </a:stretch>
        </p:blipFill>
        <p:spPr>
          <a:xfrm>
            <a:off x="4924729" y="306000"/>
            <a:ext cx="2340953" cy="1341048"/>
          </a:xfrm>
          <a:prstGeom prst="rect">
            <a:avLst/>
          </a:prstGeom>
        </p:spPr>
      </p:pic>
    </p:spTree>
    <p:extLst>
      <p:ext uri="{BB962C8B-B14F-4D97-AF65-F5344CB8AC3E}">
        <p14:creationId xmlns:p14="http://schemas.microsoft.com/office/powerpoint/2010/main" val="2116756378"/>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315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 - Cover Page w/ Image">
    <p:bg>
      <p:bgPr>
        <a:solidFill>
          <a:srgbClr val="3D441E"/>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3005" y="0"/>
            <a:ext cx="12192000" cy="6858000"/>
          </a:xfrm>
        </p:spPr>
        <p:txBody>
          <a:bodyPr anchor="ctr"/>
          <a:lstStyle/>
          <a:p>
            <a:endParaRPr lang="en-US"/>
          </a:p>
        </p:txBody>
      </p:sp>
      <p:sp>
        <p:nvSpPr>
          <p:cNvPr id="18" name="Picture Placeholder 17">
            <a:extLst>
              <a:ext uri="{FF2B5EF4-FFF2-40B4-BE49-F238E27FC236}">
                <a16:creationId xmlns:a16="http://schemas.microsoft.com/office/drawing/2014/main" id="{6F0271A5-7B04-8F1B-F51A-18CC28FE9C69}"/>
              </a:ext>
            </a:extLst>
          </p:cNvPr>
          <p:cNvSpPr>
            <a:spLocks noGrp="1" noChangeAspect="1"/>
          </p:cNvSpPr>
          <p:nvPr>
            <p:ph type="pic" sz="quarter" idx="16"/>
          </p:nvPr>
        </p:nvSpPr>
        <p:spPr>
          <a:xfrm>
            <a:off x="4924730" y="476671"/>
            <a:ext cx="2340952" cy="1008113"/>
          </a:xfrm>
          <a:blipFill>
            <a:blip r:embed="rId2">
              <a:extLst>
                <a:ext uri="{28A0092B-C50C-407E-A947-70E740481C1C}">
                  <a14:useLocalDpi xmlns:a14="http://schemas.microsoft.com/office/drawing/2010/main"/>
                </a:ext>
              </a:extLst>
            </a:blip>
            <a:stretch>
              <a:fillRect/>
            </a:stretch>
          </a:blipFill>
        </p:spPr>
        <p:txBody>
          <a:bodyPr>
            <a:noAutofit/>
          </a:bodyPr>
          <a:lstStyle/>
          <a:p>
            <a:endParaRPr lang="en-US"/>
          </a:p>
        </p:txBody>
      </p:sp>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838200" y="2780928"/>
            <a:ext cx="10515600" cy="1325563"/>
          </a:xfrm>
          <a:prstGeom prst="rect">
            <a:avLst/>
          </a:prstGeom>
        </p:spPr>
        <p:txBody>
          <a:bodyPr vert="horz" lIns="0" tIns="45720" rIns="91440" bIns="45720" rtlCol="0" anchor="ctr" anchorCtr="0">
            <a:noAutofit/>
          </a:bodyPr>
          <a:lstStyle>
            <a:lvl1pPr algn="ctr">
              <a:lnSpc>
                <a:spcPct val="80000"/>
              </a:lnSpc>
              <a:defRPr sz="6000">
                <a:solidFill>
                  <a:schemeClr val="bg1"/>
                </a:solidFill>
              </a:defRPr>
            </a:lvl1pPr>
          </a:lstStyle>
          <a:p>
            <a:r>
              <a:rPr lang="en-US"/>
              <a:t>Insert Section Title Here</a:t>
            </a:r>
          </a:p>
        </p:txBody>
      </p:sp>
      <p:sp>
        <p:nvSpPr>
          <p:cNvPr id="3" name="Text Placeholder 4">
            <a:extLst>
              <a:ext uri="{FF2B5EF4-FFF2-40B4-BE49-F238E27FC236}">
                <a16:creationId xmlns:a16="http://schemas.microsoft.com/office/drawing/2014/main" id="{B9611137-C72B-DD35-706E-886494E01861}"/>
              </a:ext>
            </a:extLst>
          </p:cNvPr>
          <p:cNvSpPr>
            <a:spLocks noGrp="1"/>
          </p:cNvSpPr>
          <p:nvPr>
            <p:ph type="body" sz="quarter" idx="18" hasCustomPrompt="1"/>
          </p:nvPr>
        </p:nvSpPr>
        <p:spPr>
          <a:xfrm>
            <a:off x="4231482" y="6165304"/>
            <a:ext cx="3729037" cy="359062"/>
          </a:xfrm>
        </p:spPr>
        <p:txBody>
          <a:bodyPr anchor="t" anchorCtr="0"/>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Subtitle Here</a:t>
            </a:r>
          </a:p>
        </p:txBody>
      </p:sp>
    </p:spTree>
    <p:extLst>
      <p:ext uri="{BB962C8B-B14F-4D97-AF65-F5344CB8AC3E}">
        <p14:creationId xmlns:p14="http://schemas.microsoft.com/office/powerpoint/2010/main" val="271986482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 - Section Title / Full Bleed">
    <p:bg>
      <p:bgPr>
        <a:solidFill>
          <a:srgbClr val="3D441E"/>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0" y="1"/>
            <a:ext cx="12192000" cy="6858000"/>
          </a:xfrm>
        </p:spPr>
        <p:txBody>
          <a:bodyPr anchor="ctr"/>
          <a:lstStyle/>
          <a:p>
            <a:endParaRPr lang="en-US"/>
          </a:p>
        </p:txBody>
      </p:sp>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838200" y="5085184"/>
            <a:ext cx="10515600" cy="1325563"/>
          </a:xfrm>
          <a:prstGeom prst="rect">
            <a:avLst/>
          </a:prstGeom>
        </p:spPr>
        <p:txBody>
          <a:bodyPr vert="horz" lIns="0" tIns="45720" rIns="91440" bIns="45720" rtlCol="0" anchor="b" anchorCtr="0">
            <a:noAutofit/>
          </a:bodyPr>
          <a:lstStyle>
            <a:lvl1pPr algn="ctr">
              <a:lnSpc>
                <a:spcPct val="80000"/>
              </a:lnSpc>
              <a:defRPr sz="6000">
                <a:solidFill>
                  <a:schemeClr val="bg1"/>
                </a:solidFill>
              </a:defRPr>
            </a:lvl1pPr>
          </a:lstStyle>
          <a:p>
            <a:r>
              <a:rPr lang="en-US"/>
              <a:t>Insert Section Title Here</a:t>
            </a:r>
          </a:p>
        </p:txBody>
      </p:sp>
      <p:sp>
        <p:nvSpPr>
          <p:cNvPr id="5" name="Picture Placeholder 17">
            <a:extLst>
              <a:ext uri="{FF2B5EF4-FFF2-40B4-BE49-F238E27FC236}">
                <a16:creationId xmlns:a16="http://schemas.microsoft.com/office/drawing/2014/main" id="{CB0C19AA-59D3-4A5E-A837-3F30BE9EE092}"/>
              </a:ext>
            </a:extLst>
          </p:cNvPr>
          <p:cNvSpPr>
            <a:spLocks noGrp="1" noChangeAspect="1"/>
          </p:cNvSpPr>
          <p:nvPr>
            <p:ph type="pic" sz="quarter" idx="16"/>
          </p:nvPr>
        </p:nvSpPr>
        <p:spPr>
          <a:xfrm>
            <a:off x="4924730" y="260647"/>
            <a:ext cx="2340952" cy="1008113"/>
          </a:xfrm>
          <a:blipFill>
            <a:blip r:embed="rId2">
              <a:extLst>
                <a:ext uri="{28A0092B-C50C-407E-A947-70E740481C1C}">
                  <a14:useLocalDpi xmlns:a14="http://schemas.microsoft.com/office/drawing/2010/main"/>
                </a:ext>
              </a:extLst>
            </a:blip>
            <a:stretch>
              <a:fillRect l="39543" t="25360" r="39543" b="25360"/>
            </a:stretch>
          </a:blipFill>
        </p:spPr>
        <p:txBody>
          <a:bodyPr>
            <a:noAutofit/>
          </a:bodyPr>
          <a:lstStyle/>
          <a:p>
            <a:endParaRPr lang="en-US"/>
          </a:p>
        </p:txBody>
      </p:sp>
    </p:spTree>
    <p:extLst>
      <p:ext uri="{BB962C8B-B14F-4D97-AF65-F5344CB8AC3E}">
        <p14:creationId xmlns:p14="http://schemas.microsoft.com/office/powerpoint/2010/main" val="2466201663"/>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34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 - TOC">
    <p:bg>
      <p:bgPr>
        <a:solidFill>
          <a:srgbClr val="FFFC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25DAD2A-3874-1999-D582-06CA60C2F6F5}"/>
              </a:ext>
            </a:extLst>
          </p:cNvPr>
          <p:cNvSpPr/>
          <p:nvPr userDrawn="1"/>
        </p:nvSpPr>
        <p:spPr>
          <a:xfrm>
            <a:off x="6164263" y="0"/>
            <a:ext cx="6027737"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able Placeholder 11">
            <a:extLst>
              <a:ext uri="{FF2B5EF4-FFF2-40B4-BE49-F238E27FC236}">
                <a16:creationId xmlns:a16="http://schemas.microsoft.com/office/drawing/2014/main" id="{3C1C79BC-6B91-F0A9-C5F8-653085B1A7CB}"/>
              </a:ext>
            </a:extLst>
          </p:cNvPr>
          <p:cNvSpPr>
            <a:spLocks noGrp="1"/>
          </p:cNvSpPr>
          <p:nvPr>
            <p:ph type="tbl" sz="quarter" idx="12"/>
          </p:nvPr>
        </p:nvSpPr>
        <p:spPr>
          <a:xfrm>
            <a:off x="8096250" y="3973438"/>
            <a:ext cx="3729038" cy="2408312"/>
          </a:xfrm>
        </p:spPr>
        <p:txBody>
          <a:bodyPr/>
          <a:lstStyle/>
          <a:p>
            <a:endParaRPr lang="en-US"/>
          </a:p>
        </p:txBody>
      </p:sp>
      <p:sp>
        <p:nvSpPr>
          <p:cNvPr id="3" name="Text Placeholder 2">
            <a:extLst>
              <a:ext uri="{FF2B5EF4-FFF2-40B4-BE49-F238E27FC236}">
                <a16:creationId xmlns:a16="http://schemas.microsoft.com/office/drawing/2014/main" id="{912837CF-AE69-C65D-9CF8-9CC0D10B7541}"/>
              </a:ext>
            </a:extLst>
          </p:cNvPr>
          <p:cNvSpPr>
            <a:spLocks noGrp="1"/>
          </p:cNvSpPr>
          <p:nvPr>
            <p:ph type="body" sz="quarter" idx="13" hasCustomPrompt="1"/>
          </p:nvPr>
        </p:nvSpPr>
        <p:spPr>
          <a:xfrm>
            <a:off x="334963" y="627601"/>
            <a:ext cx="5256212" cy="1943100"/>
          </a:xfrm>
        </p:spPr>
        <p:txBody>
          <a:bodyPr/>
          <a:lstStyle>
            <a:lvl1pPr>
              <a:lnSpc>
                <a:spcPct val="70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79910964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 - TOC w/ Image">
    <p:bg>
      <p:bgPr>
        <a:solidFill>
          <a:srgbClr val="FFFCF9"/>
        </a:solidFill>
        <a:effectLst/>
      </p:bgPr>
    </p:bg>
    <p:spTree>
      <p:nvGrpSpPr>
        <p:cNvPr id="1" name=""/>
        <p:cNvGrpSpPr/>
        <p:nvPr/>
      </p:nvGrpSpPr>
      <p:grpSpPr>
        <a:xfrm>
          <a:off x="0" y="0"/>
          <a:ext cx="0" cy="0"/>
          <a:chOff x="0" y="0"/>
          <a:chExt cx="0" cy="0"/>
        </a:xfrm>
      </p:grpSpPr>
      <p:sp>
        <p:nvSpPr>
          <p:cNvPr id="12" name="Table Placeholder 11">
            <a:extLst>
              <a:ext uri="{FF2B5EF4-FFF2-40B4-BE49-F238E27FC236}">
                <a16:creationId xmlns:a16="http://schemas.microsoft.com/office/drawing/2014/main" id="{8FA2D4C4-20C3-F298-9CBE-5677856F4081}"/>
              </a:ext>
            </a:extLst>
          </p:cNvPr>
          <p:cNvSpPr>
            <a:spLocks noGrp="1"/>
          </p:cNvSpPr>
          <p:nvPr>
            <p:ph type="tbl" sz="quarter" idx="12"/>
          </p:nvPr>
        </p:nvSpPr>
        <p:spPr>
          <a:xfrm>
            <a:off x="334963" y="4221088"/>
            <a:ext cx="3759200" cy="2408312"/>
          </a:xfrm>
        </p:spPr>
        <p:txBody>
          <a:bodyPr anchor="b"/>
          <a:lstStyle/>
          <a:p>
            <a:endParaRPr lang="en-US"/>
          </a:p>
        </p:txBody>
      </p:sp>
      <p:sp>
        <p:nvSpPr>
          <p:cNvPr id="5" name="Picture Placeholder 4">
            <a:extLst>
              <a:ext uri="{FF2B5EF4-FFF2-40B4-BE49-F238E27FC236}">
                <a16:creationId xmlns:a16="http://schemas.microsoft.com/office/drawing/2014/main" id="{77724F2C-6724-9951-6BE5-261C2843E259}"/>
              </a:ext>
            </a:extLst>
          </p:cNvPr>
          <p:cNvSpPr>
            <a:spLocks noGrp="1"/>
          </p:cNvSpPr>
          <p:nvPr>
            <p:ph type="pic" sz="quarter" idx="13"/>
          </p:nvPr>
        </p:nvSpPr>
        <p:spPr>
          <a:xfrm>
            <a:off x="6164263" y="0"/>
            <a:ext cx="6027737" cy="6858000"/>
          </a:xfrm>
        </p:spPr>
        <p:txBody>
          <a:bodyPr/>
          <a:lstStyle/>
          <a:p>
            <a:endParaRPr lang="en-US"/>
          </a:p>
        </p:txBody>
      </p:sp>
      <p:sp>
        <p:nvSpPr>
          <p:cNvPr id="2" name="Text Placeholder 2">
            <a:extLst>
              <a:ext uri="{FF2B5EF4-FFF2-40B4-BE49-F238E27FC236}">
                <a16:creationId xmlns:a16="http://schemas.microsoft.com/office/drawing/2014/main" id="{40BC418F-2576-BCC6-4BF3-BE3C074EC86F}"/>
              </a:ext>
            </a:extLst>
          </p:cNvPr>
          <p:cNvSpPr>
            <a:spLocks noGrp="1"/>
          </p:cNvSpPr>
          <p:nvPr>
            <p:ph type="body" sz="quarter" idx="14" hasCustomPrompt="1"/>
          </p:nvPr>
        </p:nvSpPr>
        <p:spPr>
          <a:xfrm>
            <a:off x="334963" y="627601"/>
            <a:ext cx="5256212" cy="1943100"/>
          </a:xfrm>
        </p:spPr>
        <p:txBody>
          <a:bodyPr/>
          <a:lstStyle>
            <a:lvl1pPr>
              <a:lnSpc>
                <a:spcPct val="70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418728654"/>
      </p:ext>
    </p:extLst>
  </p:cSld>
  <p:clrMapOvr>
    <a:masterClrMapping/>
  </p:clrMapOvr>
  <p:extLst>
    <p:ext uri="{DCECCB84-F9BA-43D5-87BE-67443E8EF086}">
      <p15:sldGuideLst xmlns:p15="http://schemas.microsoft.com/office/powerpoint/2012/main">
        <p15:guide id="1" orient="horz" pos="39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 - TOC (4 Column)">
    <p:bg>
      <p:bgPr>
        <a:solidFill>
          <a:srgbClr val="FFFCF9"/>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32F0E0-209B-05DE-91B4-16BEB400BC44}"/>
              </a:ext>
            </a:extLst>
          </p:cNvPr>
          <p:cNvSpPr txBox="1"/>
          <p:nvPr userDrawn="1"/>
        </p:nvSpPr>
        <p:spPr>
          <a:xfrm>
            <a:off x="3307976" y="4545106"/>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cxnSp>
        <p:nvCxnSpPr>
          <p:cNvPr id="3" name="Straight Connector 2">
            <a:extLst>
              <a:ext uri="{FF2B5EF4-FFF2-40B4-BE49-F238E27FC236}">
                <a16:creationId xmlns:a16="http://schemas.microsoft.com/office/drawing/2014/main" id="{409FF97C-1D2B-A812-2FA7-5C6B4388BDC6}"/>
              </a:ext>
            </a:extLst>
          </p:cNvPr>
          <p:cNvCxnSpPr>
            <a:cxnSpLocks/>
          </p:cNvCxnSpPr>
          <p:nvPr userDrawn="1"/>
        </p:nvCxnSpPr>
        <p:spPr>
          <a:xfrm>
            <a:off x="335360" y="444624"/>
            <a:ext cx="11105041"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pic>
        <p:nvPicPr>
          <p:cNvPr id="4" name="Picture 3" descr="A black tree with leaves&#10;&#10;Description automatically generated">
            <a:extLst>
              <a:ext uri="{FF2B5EF4-FFF2-40B4-BE49-F238E27FC236}">
                <a16:creationId xmlns:a16="http://schemas.microsoft.com/office/drawing/2014/main" id="{772D43C8-7538-00E3-6768-14D1B128B793}"/>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5" name="Text Placeholder 51">
            <a:extLst>
              <a:ext uri="{FF2B5EF4-FFF2-40B4-BE49-F238E27FC236}">
                <a16:creationId xmlns:a16="http://schemas.microsoft.com/office/drawing/2014/main" id="{EAE9F338-FE2D-3DF1-BAB8-BCF373168897}"/>
              </a:ext>
            </a:extLst>
          </p:cNvPr>
          <p:cNvSpPr>
            <a:spLocks noGrp="1"/>
          </p:cNvSpPr>
          <p:nvPr>
            <p:ph type="body" sz="quarter" idx="16" hasCustomPrompt="1"/>
          </p:nvPr>
        </p:nvSpPr>
        <p:spPr>
          <a:xfrm>
            <a:off x="334963" y="5269162"/>
            <a:ext cx="2792412" cy="672236"/>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8" name="Text Placeholder 2">
            <a:extLst>
              <a:ext uri="{FF2B5EF4-FFF2-40B4-BE49-F238E27FC236}">
                <a16:creationId xmlns:a16="http://schemas.microsoft.com/office/drawing/2014/main" id="{ED5E3401-54F5-29E0-CA9F-CA96DFF71E67}"/>
              </a:ext>
            </a:extLst>
          </p:cNvPr>
          <p:cNvSpPr>
            <a:spLocks noGrp="1"/>
          </p:cNvSpPr>
          <p:nvPr>
            <p:ph type="body" sz="quarter" idx="22" hasCustomPrompt="1"/>
          </p:nvPr>
        </p:nvSpPr>
        <p:spPr>
          <a:xfrm>
            <a:off x="334963" y="4509120"/>
            <a:ext cx="2792412"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1</a:t>
            </a:r>
          </a:p>
        </p:txBody>
      </p:sp>
      <p:sp>
        <p:nvSpPr>
          <p:cNvPr id="9" name="TextBox 8">
            <a:extLst>
              <a:ext uri="{FF2B5EF4-FFF2-40B4-BE49-F238E27FC236}">
                <a16:creationId xmlns:a16="http://schemas.microsoft.com/office/drawing/2014/main" id="{E12B8CF6-3148-5CB1-B268-BA05CD8CA4AD}"/>
              </a:ext>
            </a:extLst>
          </p:cNvPr>
          <p:cNvSpPr txBox="1"/>
          <p:nvPr userDrawn="1"/>
        </p:nvSpPr>
        <p:spPr>
          <a:xfrm>
            <a:off x="4168588" y="5002306"/>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1" name="Text Placeholder 51">
            <a:extLst>
              <a:ext uri="{FF2B5EF4-FFF2-40B4-BE49-F238E27FC236}">
                <a16:creationId xmlns:a16="http://schemas.microsoft.com/office/drawing/2014/main" id="{E838E26E-E180-87D6-FC17-03A872A1DD56}"/>
              </a:ext>
            </a:extLst>
          </p:cNvPr>
          <p:cNvSpPr>
            <a:spLocks noGrp="1"/>
          </p:cNvSpPr>
          <p:nvPr>
            <p:ph type="body" sz="quarter" idx="23" hasCustomPrompt="1"/>
          </p:nvPr>
        </p:nvSpPr>
        <p:spPr>
          <a:xfrm>
            <a:off x="3279868" y="5269162"/>
            <a:ext cx="2741147" cy="672219"/>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3" name="TextBox 12">
            <a:extLst>
              <a:ext uri="{FF2B5EF4-FFF2-40B4-BE49-F238E27FC236}">
                <a16:creationId xmlns:a16="http://schemas.microsoft.com/office/drawing/2014/main" id="{85E9CB23-5C30-9028-D655-21865B54564A}"/>
              </a:ext>
            </a:extLst>
          </p:cNvPr>
          <p:cNvSpPr txBox="1"/>
          <p:nvPr userDrawn="1"/>
        </p:nvSpPr>
        <p:spPr>
          <a:xfrm>
            <a:off x="4343400" y="5809129"/>
            <a:ext cx="0" cy="0"/>
          </a:xfrm>
          <a:prstGeom prst="rect">
            <a:avLst/>
          </a:prstGeom>
        </p:spPr>
        <p:txBody>
          <a:bodyPr vert="horz" wrap="none" lIns="0" tIns="45720" rIns="90000" bIns="45720" numCol="1" spcCol="720000" rtlCol="0" anchor="t">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4" name="Text Placeholder 51">
            <a:extLst>
              <a:ext uri="{FF2B5EF4-FFF2-40B4-BE49-F238E27FC236}">
                <a16:creationId xmlns:a16="http://schemas.microsoft.com/office/drawing/2014/main" id="{C5AE6E88-28BF-E58E-996E-2A3B2355ABE4}"/>
              </a:ext>
            </a:extLst>
          </p:cNvPr>
          <p:cNvSpPr>
            <a:spLocks noGrp="1"/>
          </p:cNvSpPr>
          <p:nvPr>
            <p:ph type="body" sz="quarter" idx="25" hasCustomPrompt="1"/>
          </p:nvPr>
        </p:nvSpPr>
        <p:spPr>
          <a:xfrm>
            <a:off x="6170986" y="5269162"/>
            <a:ext cx="2755527" cy="672221"/>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6" name="Text Placeholder 51">
            <a:extLst>
              <a:ext uri="{FF2B5EF4-FFF2-40B4-BE49-F238E27FC236}">
                <a16:creationId xmlns:a16="http://schemas.microsoft.com/office/drawing/2014/main" id="{FEABE9F2-90FD-DE41-3275-326620CB15F8}"/>
              </a:ext>
            </a:extLst>
          </p:cNvPr>
          <p:cNvSpPr>
            <a:spLocks noGrp="1"/>
          </p:cNvSpPr>
          <p:nvPr>
            <p:ph type="body" sz="quarter" idx="27" hasCustomPrompt="1"/>
          </p:nvPr>
        </p:nvSpPr>
        <p:spPr>
          <a:xfrm>
            <a:off x="9075551" y="5269162"/>
            <a:ext cx="2755527" cy="672221"/>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8" name="TextBox 17">
            <a:extLst>
              <a:ext uri="{FF2B5EF4-FFF2-40B4-BE49-F238E27FC236}">
                <a16:creationId xmlns:a16="http://schemas.microsoft.com/office/drawing/2014/main" id="{F1630721-8D90-CC45-C1F8-E6DEED755569}"/>
              </a:ext>
            </a:extLst>
          </p:cNvPr>
          <p:cNvSpPr txBox="1"/>
          <p:nvPr userDrawn="1"/>
        </p:nvSpPr>
        <p:spPr>
          <a:xfrm>
            <a:off x="9238129" y="4666129"/>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9" name="TextBox 18">
            <a:extLst>
              <a:ext uri="{FF2B5EF4-FFF2-40B4-BE49-F238E27FC236}">
                <a16:creationId xmlns:a16="http://schemas.microsoft.com/office/drawing/2014/main" id="{EA118B93-711A-E2C9-CCD2-73F6887BED60}"/>
              </a:ext>
            </a:extLst>
          </p:cNvPr>
          <p:cNvSpPr txBox="1"/>
          <p:nvPr userDrawn="1"/>
        </p:nvSpPr>
        <p:spPr>
          <a:xfrm>
            <a:off x="7826188" y="4114800"/>
            <a:ext cx="0" cy="0"/>
          </a:xfrm>
          <a:prstGeom prst="rect">
            <a:avLst/>
          </a:prstGeom>
        </p:spPr>
        <p:txBody>
          <a:bodyPr vert="horz" wrap="none" lIns="0" tIns="45720" rIns="90000" bIns="45720" numCol="1" spcCol="720000" rtlCol="0" anchor="t">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20" name="Text Placeholder 2">
            <a:extLst>
              <a:ext uri="{FF2B5EF4-FFF2-40B4-BE49-F238E27FC236}">
                <a16:creationId xmlns:a16="http://schemas.microsoft.com/office/drawing/2014/main" id="{31258C75-BEBF-2FF6-D942-C99CDE67F768}"/>
              </a:ext>
            </a:extLst>
          </p:cNvPr>
          <p:cNvSpPr>
            <a:spLocks noGrp="1"/>
          </p:cNvSpPr>
          <p:nvPr>
            <p:ph type="body" sz="quarter" idx="28" hasCustomPrompt="1"/>
          </p:nvPr>
        </p:nvSpPr>
        <p:spPr>
          <a:xfrm>
            <a:off x="3274932" y="4509120"/>
            <a:ext cx="2756207"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2</a:t>
            </a:r>
          </a:p>
        </p:txBody>
      </p:sp>
      <p:sp>
        <p:nvSpPr>
          <p:cNvPr id="21" name="Text Placeholder 2">
            <a:extLst>
              <a:ext uri="{FF2B5EF4-FFF2-40B4-BE49-F238E27FC236}">
                <a16:creationId xmlns:a16="http://schemas.microsoft.com/office/drawing/2014/main" id="{E14FD2D9-3F3E-35A1-383C-58D868083067}"/>
              </a:ext>
            </a:extLst>
          </p:cNvPr>
          <p:cNvSpPr>
            <a:spLocks noGrp="1"/>
          </p:cNvSpPr>
          <p:nvPr>
            <p:ph type="body" sz="quarter" idx="29" hasCustomPrompt="1"/>
          </p:nvPr>
        </p:nvSpPr>
        <p:spPr>
          <a:xfrm>
            <a:off x="6180177" y="4509120"/>
            <a:ext cx="2746336"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3</a:t>
            </a:r>
          </a:p>
        </p:txBody>
      </p:sp>
      <p:sp>
        <p:nvSpPr>
          <p:cNvPr id="22" name="Text Placeholder 2">
            <a:extLst>
              <a:ext uri="{FF2B5EF4-FFF2-40B4-BE49-F238E27FC236}">
                <a16:creationId xmlns:a16="http://schemas.microsoft.com/office/drawing/2014/main" id="{671B1ED5-550A-886F-64C9-41286E37FCBA}"/>
              </a:ext>
            </a:extLst>
          </p:cNvPr>
          <p:cNvSpPr>
            <a:spLocks noGrp="1"/>
          </p:cNvSpPr>
          <p:nvPr>
            <p:ph type="body" sz="quarter" idx="30" hasCustomPrompt="1"/>
          </p:nvPr>
        </p:nvSpPr>
        <p:spPr>
          <a:xfrm>
            <a:off x="9075551" y="4509120"/>
            <a:ext cx="2746336"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4</a:t>
            </a:r>
          </a:p>
        </p:txBody>
      </p:sp>
      <p:sp>
        <p:nvSpPr>
          <p:cNvPr id="23" name="Text Placeholder 51">
            <a:extLst>
              <a:ext uri="{FF2B5EF4-FFF2-40B4-BE49-F238E27FC236}">
                <a16:creationId xmlns:a16="http://schemas.microsoft.com/office/drawing/2014/main" id="{4792A092-6EF6-E417-2BBE-5A78C05C70F6}"/>
              </a:ext>
            </a:extLst>
          </p:cNvPr>
          <p:cNvSpPr>
            <a:spLocks noGrp="1"/>
          </p:cNvSpPr>
          <p:nvPr>
            <p:ph type="body" sz="quarter" idx="31" hasCustomPrompt="1"/>
          </p:nvPr>
        </p:nvSpPr>
        <p:spPr>
          <a:xfrm>
            <a:off x="334963" y="6165936"/>
            <a:ext cx="2792412"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cxnSp>
        <p:nvCxnSpPr>
          <p:cNvPr id="29" name="Straight Connector 28">
            <a:extLst>
              <a:ext uri="{FF2B5EF4-FFF2-40B4-BE49-F238E27FC236}">
                <a16:creationId xmlns:a16="http://schemas.microsoft.com/office/drawing/2014/main" id="{6595D953-B831-ACE5-B5FD-AE5A46F27E90}"/>
              </a:ext>
            </a:extLst>
          </p:cNvPr>
          <p:cNvCxnSpPr>
            <a:cxnSpLocks/>
          </p:cNvCxnSpPr>
          <p:nvPr userDrawn="1"/>
        </p:nvCxnSpPr>
        <p:spPr>
          <a:xfrm>
            <a:off x="335360" y="6093296"/>
            <a:ext cx="1149571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0" name="Text Placeholder 51">
            <a:extLst>
              <a:ext uri="{FF2B5EF4-FFF2-40B4-BE49-F238E27FC236}">
                <a16:creationId xmlns:a16="http://schemas.microsoft.com/office/drawing/2014/main" id="{F35196D8-5CA0-81C0-D232-B1B3822D25F6}"/>
              </a:ext>
            </a:extLst>
          </p:cNvPr>
          <p:cNvSpPr>
            <a:spLocks noGrp="1"/>
          </p:cNvSpPr>
          <p:nvPr>
            <p:ph type="body" sz="quarter" idx="32" hasCustomPrompt="1"/>
          </p:nvPr>
        </p:nvSpPr>
        <p:spPr>
          <a:xfrm>
            <a:off x="3274933"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31" name="Text Placeholder 51">
            <a:extLst>
              <a:ext uri="{FF2B5EF4-FFF2-40B4-BE49-F238E27FC236}">
                <a16:creationId xmlns:a16="http://schemas.microsoft.com/office/drawing/2014/main" id="{38A1FB27-3AD2-9D7C-226F-945C0ECAD700}"/>
              </a:ext>
            </a:extLst>
          </p:cNvPr>
          <p:cNvSpPr>
            <a:spLocks noGrp="1"/>
          </p:cNvSpPr>
          <p:nvPr>
            <p:ph type="body" sz="quarter" idx="33" hasCustomPrompt="1"/>
          </p:nvPr>
        </p:nvSpPr>
        <p:spPr>
          <a:xfrm>
            <a:off x="6180178"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32" name="Text Placeholder 51">
            <a:extLst>
              <a:ext uri="{FF2B5EF4-FFF2-40B4-BE49-F238E27FC236}">
                <a16:creationId xmlns:a16="http://schemas.microsoft.com/office/drawing/2014/main" id="{1EAA9492-5E82-71F0-C080-867D4B294D16}"/>
              </a:ext>
            </a:extLst>
          </p:cNvPr>
          <p:cNvSpPr>
            <a:spLocks noGrp="1"/>
          </p:cNvSpPr>
          <p:nvPr>
            <p:ph type="body" sz="quarter" idx="34" hasCustomPrompt="1"/>
          </p:nvPr>
        </p:nvSpPr>
        <p:spPr>
          <a:xfrm>
            <a:off x="9073849"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6" name="Text Placeholder 2">
            <a:extLst>
              <a:ext uri="{FF2B5EF4-FFF2-40B4-BE49-F238E27FC236}">
                <a16:creationId xmlns:a16="http://schemas.microsoft.com/office/drawing/2014/main" id="{E10AA8DC-EB5E-5BAA-A097-628400C56DF6}"/>
              </a:ext>
            </a:extLst>
          </p:cNvPr>
          <p:cNvSpPr>
            <a:spLocks noGrp="1"/>
          </p:cNvSpPr>
          <p:nvPr>
            <p:ph type="body" sz="quarter" idx="14" hasCustomPrompt="1"/>
          </p:nvPr>
        </p:nvSpPr>
        <p:spPr>
          <a:xfrm>
            <a:off x="334962" y="627601"/>
            <a:ext cx="5689030" cy="1143000"/>
          </a:xfrm>
        </p:spPr>
        <p:txBody>
          <a:bodyPr/>
          <a:lstStyle>
            <a:lvl1pPr>
              <a:lnSpc>
                <a:spcPct val="75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24587420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 - Title Page">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347472" y="2395728"/>
            <a:ext cx="7598664" cy="2286000"/>
          </a:xfrm>
        </p:spPr>
        <p:txBody>
          <a:bodyPr tIns="45720" anchor="ctr" anchorCtr="0">
            <a:noAutofit/>
          </a:bodyPr>
          <a:lstStyle>
            <a:lvl1pPr>
              <a:lnSpc>
                <a:spcPct val="80000"/>
              </a:lnSpc>
              <a:defRPr sz="7000">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D0C3049E-513E-EB5F-7E5F-C2BCE2C66BDD}"/>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3709655144"/>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 - Section Title Page">
    <p:bg>
      <p:bgPr>
        <a:solidFill>
          <a:srgbClr val="CBC4BC"/>
        </a:solidFill>
        <a:effectLst/>
      </p:bgPr>
    </p:bg>
    <p:spTree>
      <p:nvGrpSpPr>
        <p:cNvPr id="1" name=""/>
        <p:cNvGrpSpPr/>
        <p:nvPr/>
      </p:nvGrpSpPr>
      <p:grpSpPr>
        <a:xfrm>
          <a:off x="0" y="0"/>
          <a:ext cx="0" cy="0"/>
          <a:chOff x="0" y="0"/>
          <a:chExt cx="0" cy="0"/>
        </a:xfrm>
      </p:grpSpPr>
      <p:sp>
        <p:nvSpPr>
          <p:cNvPr id="11" name="Text Placeholder 6">
            <a:extLst>
              <a:ext uri="{FF2B5EF4-FFF2-40B4-BE49-F238E27FC236}">
                <a16:creationId xmlns:a16="http://schemas.microsoft.com/office/drawing/2014/main" id="{1172B202-9FEE-7DE1-5316-C5E19CD97079}"/>
              </a:ext>
            </a:extLst>
          </p:cNvPr>
          <p:cNvSpPr>
            <a:spLocks noGrp="1"/>
          </p:cNvSpPr>
          <p:nvPr>
            <p:ph type="body" sz="quarter" idx="12" hasCustomPrompt="1"/>
          </p:nvPr>
        </p:nvSpPr>
        <p:spPr>
          <a:xfrm>
            <a:off x="348822" y="5799444"/>
            <a:ext cx="7598664" cy="653892"/>
          </a:xfrm>
        </p:spPr>
        <p:txBody>
          <a:bodyPr anchor="b" anchorCtr="0"/>
          <a:lstStyle>
            <a:lvl3pPr>
              <a:lnSpc>
                <a:spcPts val="1600"/>
              </a:lnSpc>
              <a:spcAft>
                <a:spcPts val="500"/>
              </a:spcAft>
              <a:defRPr sz="1400" cap="none" spc="0" baseline="0">
                <a:solidFill>
                  <a:schemeClr val="bg1"/>
                </a:solidFill>
              </a:defRPr>
            </a:lvl3pPr>
            <a:lvl4pPr marL="0">
              <a:lnSpc>
                <a:spcPct val="110000"/>
              </a:lnSpc>
              <a:spcBef>
                <a:spcPts val="0"/>
              </a:spcBef>
              <a:spcAft>
                <a:spcPts val="1000"/>
              </a:spcAft>
              <a:buNone/>
              <a:defRPr sz="1300" b="1">
                <a:solidFill>
                  <a:schemeClr val="tx1"/>
                </a:solidFill>
                <a:latin typeface="+mn-lt"/>
              </a:defRPr>
            </a:lvl4pPr>
          </a:lstStyle>
          <a:p>
            <a:pPr lvl="3"/>
            <a:r>
              <a:rPr lang="en-US"/>
              <a:t>Insert Subtitle Here</a:t>
            </a:r>
          </a:p>
        </p:txBody>
      </p:sp>
      <p:cxnSp>
        <p:nvCxnSpPr>
          <p:cNvPr id="5" name="Straight Connector 4">
            <a:extLst>
              <a:ext uri="{FF2B5EF4-FFF2-40B4-BE49-F238E27FC236}">
                <a16:creationId xmlns:a16="http://schemas.microsoft.com/office/drawing/2014/main" id="{F4555031-4926-4FF9-B810-3B32404F5C90}"/>
              </a:ext>
            </a:extLst>
          </p:cNvPr>
          <p:cNvCxnSpPr>
            <a:cxnSpLocks/>
          </p:cNvCxnSpPr>
          <p:nvPr userDrawn="1"/>
        </p:nvCxnSpPr>
        <p:spPr>
          <a:xfrm>
            <a:off x="335360" y="444624"/>
            <a:ext cx="11105041"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DA17C0F0-640D-90D7-3854-25AABFFAF351}"/>
              </a:ext>
            </a:extLst>
          </p:cNvPr>
          <p:cNvSpPr>
            <a:spLocks noGrp="1"/>
          </p:cNvSpPr>
          <p:nvPr>
            <p:ph type="title" hasCustomPrompt="1"/>
          </p:nvPr>
        </p:nvSpPr>
        <p:spPr>
          <a:xfrm>
            <a:off x="348822" y="2492896"/>
            <a:ext cx="7602441" cy="1883664"/>
          </a:xfrm>
        </p:spPr>
        <p:txBody>
          <a:bodyPr anchor="ctr" anchorCtr="0">
            <a:noAutofit/>
          </a:bodyPr>
          <a:lstStyle>
            <a:lvl1pPr>
              <a:lnSpc>
                <a:spcPct val="80000"/>
              </a:lnSpc>
              <a:defRPr sz="5000">
                <a:solidFill>
                  <a:schemeClr val="tx1"/>
                </a:solidFill>
              </a:defRPr>
            </a:lvl1pPr>
          </a:lstStyle>
          <a:p>
            <a:r>
              <a:rPr lang="en-US"/>
              <a:t>Insert Section Title Here</a:t>
            </a:r>
          </a:p>
        </p:txBody>
      </p:sp>
      <p:pic>
        <p:nvPicPr>
          <p:cNvPr id="2" name="Picture 1" descr="A black tree with leaves&#10;&#10;Description automatically generated">
            <a:extLst>
              <a:ext uri="{FF2B5EF4-FFF2-40B4-BE49-F238E27FC236}">
                <a16:creationId xmlns:a16="http://schemas.microsoft.com/office/drawing/2014/main" id="{14133B16-D69D-2836-E69B-6CC01B4E7F7B}"/>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4" name="Text Placeholder 8">
            <a:extLst>
              <a:ext uri="{FF2B5EF4-FFF2-40B4-BE49-F238E27FC236}">
                <a16:creationId xmlns:a16="http://schemas.microsoft.com/office/drawing/2014/main" id="{AD6BC9AB-1D41-4303-9FE6-AD12C2CCD07E}"/>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tx1"/>
                </a:solidFill>
                <a:latin typeface="+mn-lt"/>
              </a:defRPr>
            </a:lvl1pPr>
          </a:lstStyle>
          <a:p>
            <a:pPr lvl="0"/>
            <a:r>
              <a:rPr lang="en-US"/>
              <a:t>SECTION TITLE HERE</a:t>
            </a:r>
          </a:p>
        </p:txBody>
      </p:sp>
    </p:spTree>
    <p:extLst>
      <p:ext uri="{BB962C8B-B14F-4D97-AF65-F5344CB8AC3E}">
        <p14:creationId xmlns:p14="http://schemas.microsoft.com/office/powerpoint/2010/main" val="4040341725"/>
      </p:ext>
    </p:extLst>
  </p:cSld>
  <p:clrMapOvr>
    <a:masterClrMapping/>
  </p:clrMapOvr>
  <p:extLst>
    <p:ext uri="{DCECCB84-F9BA-43D5-87BE-67443E8EF086}">
      <p15:sldGuideLst xmlns:p15="http://schemas.microsoft.com/office/powerpoint/2012/main">
        <p15:guide id="1" orient="horz" pos="3521">
          <p15:clr>
            <a:srgbClr val="FBAE40"/>
          </p15:clr>
        </p15:guide>
        <p15:guide id="2" orient="horz" pos="4020">
          <p15:clr>
            <a:srgbClr val="FBAE40"/>
          </p15:clr>
        </p15:guide>
        <p15:guide id="3" orient="horz" pos="21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B - Section Title Page">
    <p:bg>
      <p:bgPr>
        <a:solidFill>
          <a:srgbClr val="CBC4BC">
            <a:alpha val="50000"/>
          </a:srgbClr>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127E3D80-C213-B938-93A7-CC93CD216A60}"/>
              </a:ext>
            </a:extLst>
          </p:cNvPr>
          <p:cNvSpPr>
            <a:spLocks noGrp="1"/>
          </p:cNvSpPr>
          <p:nvPr>
            <p:ph type="pic" idx="1"/>
          </p:nvPr>
        </p:nvSpPr>
        <p:spPr>
          <a:xfrm>
            <a:off x="6164263" y="0"/>
            <a:ext cx="6027736" cy="68579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7" name="Table Placeholder 16">
            <a:extLst>
              <a:ext uri="{FF2B5EF4-FFF2-40B4-BE49-F238E27FC236}">
                <a16:creationId xmlns:a16="http://schemas.microsoft.com/office/drawing/2014/main" id="{089299EA-23AA-71F2-829A-B95B460BF8B7}"/>
              </a:ext>
            </a:extLst>
          </p:cNvPr>
          <p:cNvSpPr>
            <a:spLocks noGrp="1"/>
          </p:cNvSpPr>
          <p:nvPr>
            <p:ph type="tbl" sz="quarter" idx="11"/>
          </p:nvPr>
        </p:nvSpPr>
        <p:spPr>
          <a:xfrm>
            <a:off x="2311400" y="4981550"/>
            <a:ext cx="2762250" cy="1400200"/>
          </a:xfrm>
        </p:spPr>
        <p:txBody>
          <a:bodyPr/>
          <a:lstStyle/>
          <a:p>
            <a:endParaRPr lang="en-US"/>
          </a:p>
        </p:txBody>
      </p:sp>
      <p:sp>
        <p:nvSpPr>
          <p:cNvPr id="2" name="Title 1">
            <a:extLst>
              <a:ext uri="{FF2B5EF4-FFF2-40B4-BE49-F238E27FC236}">
                <a16:creationId xmlns:a16="http://schemas.microsoft.com/office/drawing/2014/main" id="{F0952E1C-C643-CF58-42A5-E520ACB3F8C4}"/>
              </a:ext>
            </a:extLst>
          </p:cNvPr>
          <p:cNvSpPr>
            <a:spLocks noGrp="1"/>
          </p:cNvSpPr>
          <p:nvPr>
            <p:ph type="title" hasCustomPrompt="1"/>
          </p:nvPr>
        </p:nvSpPr>
        <p:spPr>
          <a:xfrm>
            <a:off x="348301" y="2172816"/>
            <a:ext cx="4712650" cy="1400200"/>
          </a:xfrm>
        </p:spPr>
        <p:txBody>
          <a:bodyPr anchor="b" anchorCtr="0">
            <a:noAutofit/>
          </a:bodyPr>
          <a:lstStyle>
            <a:lvl1pPr>
              <a:lnSpc>
                <a:spcPct val="80000"/>
              </a:lnSpc>
              <a:defRPr>
                <a:solidFill>
                  <a:srgbClr val="3D441E"/>
                </a:solidFill>
              </a:defRPr>
            </a:lvl1pPr>
          </a:lstStyle>
          <a:p>
            <a:r>
              <a:rPr lang="en-US"/>
              <a:t>Insert Section Title Here</a:t>
            </a:r>
          </a:p>
        </p:txBody>
      </p:sp>
      <p:sp>
        <p:nvSpPr>
          <p:cNvPr id="6" name="Text Placeholder 8">
            <a:extLst>
              <a:ext uri="{FF2B5EF4-FFF2-40B4-BE49-F238E27FC236}">
                <a16:creationId xmlns:a16="http://schemas.microsoft.com/office/drawing/2014/main" id="{BB3108B1-0A98-0B6D-E21F-A287E1C9FC3C}"/>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86186937"/>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 - Body Text / Full Width">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7D5CBFE6-C0A7-BE8B-96FC-41BEC78B0EDA}"/>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8230AD4E-56A3-33E9-78E8-6C9600B5AFB1}"/>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4CA7CCD7-DFEA-0C34-9EF2-F9264B79291C}"/>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3EAD037-979B-EF8E-02AB-DD2D3A28EBEE}"/>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D168207E-E2C6-A238-463C-3E7422742214}"/>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5" name="Text Placeholder 7">
            <a:extLst>
              <a:ext uri="{FF2B5EF4-FFF2-40B4-BE49-F238E27FC236}">
                <a16:creationId xmlns:a16="http://schemas.microsoft.com/office/drawing/2014/main" id="{4F2E7181-F8A5-7D01-60EC-7E068E3BD568}"/>
              </a:ext>
            </a:extLst>
          </p:cNvPr>
          <p:cNvSpPr>
            <a:spLocks noGrp="1"/>
          </p:cNvSpPr>
          <p:nvPr>
            <p:ph type="body" sz="quarter" idx="23" hasCustomPrompt="1"/>
          </p:nvPr>
        </p:nvSpPr>
        <p:spPr>
          <a:xfrm>
            <a:off x="348996" y="2205316"/>
            <a:ext cx="11494008" cy="4178808"/>
          </a:xfrm>
        </p:spPr>
        <p:txBody>
          <a:bodyPr anchor="t" anchorCtr="0"/>
          <a:lstStyle>
            <a:lvl1pPr marL="182880" indent="-182880">
              <a:lnSpc>
                <a:spcPct val="110000"/>
              </a:lnSpc>
              <a:spcAft>
                <a:spcPts val="1000"/>
              </a:spcAft>
              <a:buFont typeface="Arial" panose="020B0604020202020204" pitchFamily="34" charset="0"/>
              <a:buChar char="•"/>
              <a:defRPr>
                <a:solidFill>
                  <a:schemeClr val="tx1"/>
                </a:solidFill>
              </a:defRPr>
            </a:lvl1pPr>
          </a:lstStyle>
          <a:p>
            <a:pPr lvl="0"/>
            <a:r>
              <a:rPr lang="en-US"/>
              <a:t>Insert text here</a:t>
            </a:r>
          </a:p>
        </p:txBody>
      </p:sp>
      <p:sp>
        <p:nvSpPr>
          <p:cNvPr id="8" name="Text Placeholder 8">
            <a:extLst>
              <a:ext uri="{FF2B5EF4-FFF2-40B4-BE49-F238E27FC236}">
                <a16:creationId xmlns:a16="http://schemas.microsoft.com/office/drawing/2014/main" id="{8EA00A12-5F5B-1136-9904-83445E27EC68}"/>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3" name="Text Placeholder 14">
            <a:extLst>
              <a:ext uri="{FF2B5EF4-FFF2-40B4-BE49-F238E27FC236}">
                <a16:creationId xmlns:a16="http://schemas.microsoft.com/office/drawing/2014/main" id="{6347201F-DE90-15E0-96C9-196384493F77}"/>
              </a:ext>
            </a:extLst>
          </p:cNvPr>
          <p:cNvSpPr>
            <a:spLocks noGrp="1"/>
          </p:cNvSpPr>
          <p:nvPr>
            <p:ph type="body" sz="quarter" idx="26" hasCustomPrompt="1"/>
          </p:nvPr>
        </p:nvSpPr>
        <p:spPr>
          <a:xfrm>
            <a:off x="348299" y="1166772"/>
            <a:ext cx="11164824" cy="393192"/>
          </a:xfrm>
        </p:spPr>
        <p:txBody>
          <a:bodyPr/>
          <a:lstStyle>
            <a:lvl1pPr>
              <a:lnSpc>
                <a:spcPct val="100000"/>
              </a:lnSpc>
              <a:spcAft>
                <a:spcPts val="600"/>
              </a:spcAft>
              <a:defRPr sz="1600"/>
            </a:lvl1pPr>
          </a:lstStyle>
          <a:p>
            <a:pPr lvl="0"/>
            <a:r>
              <a:rPr lang="en-US"/>
              <a:t>Insert Subheading Here</a:t>
            </a:r>
          </a:p>
        </p:txBody>
      </p:sp>
    </p:spTree>
    <p:extLst>
      <p:ext uri="{BB962C8B-B14F-4D97-AF65-F5344CB8AC3E}">
        <p14:creationId xmlns:p14="http://schemas.microsoft.com/office/powerpoint/2010/main" val="3607305890"/>
      </p:ext>
    </p:extLst>
  </p:cSld>
  <p:clrMapOvr>
    <a:masterClrMapping/>
  </p:clrMapOvr>
  <p:extLst>
    <p:ext uri="{DCECCB84-F9BA-43D5-87BE-67443E8EF086}">
      <p15:sldGuideLst xmlns:p15="http://schemas.microsoft.com/office/powerpoint/2012/main">
        <p15:guide id="1" orient="horz" pos="402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 - Body Text / Left Align">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7D5CBFE6-C0A7-BE8B-96FC-41BEC78B0EDA}"/>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8230AD4E-56A3-33E9-78E8-6C9600B5AFB1}"/>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4CA7CCD7-DFEA-0C34-9EF2-F9264B79291C}"/>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3EAD037-979B-EF8E-02AB-DD2D3A28EBEE}"/>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7">
            <a:extLst>
              <a:ext uri="{FF2B5EF4-FFF2-40B4-BE49-F238E27FC236}">
                <a16:creationId xmlns:a16="http://schemas.microsoft.com/office/drawing/2014/main" id="{4F2E7181-F8A5-7D01-60EC-7E068E3BD568}"/>
              </a:ext>
            </a:extLst>
          </p:cNvPr>
          <p:cNvSpPr>
            <a:spLocks noGrp="1"/>
          </p:cNvSpPr>
          <p:nvPr>
            <p:ph type="body" sz="quarter" idx="23" hasCustomPrompt="1"/>
          </p:nvPr>
        </p:nvSpPr>
        <p:spPr>
          <a:xfrm>
            <a:off x="347663" y="2708275"/>
            <a:ext cx="5678424" cy="3673475"/>
          </a:xfrm>
        </p:spPr>
        <p:txBody>
          <a:bodyPr anchor="b" anchorCtr="0"/>
          <a:lstStyle>
            <a:lvl1pPr marL="0" indent="0">
              <a:lnSpc>
                <a:spcPct val="110000"/>
              </a:lnSpc>
              <a:spcAft>
                <a:spcPts val="1000"/>
              </a:spcAft>
              <a:buFont typeface="Arial" panose="020B0604020202020204" pitchFamily="34" charset="0"/>
              <a:buNone/>
              <a:defRPr>
                <a:solidFill>
                  <a:schemeClr val="tx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12" name="Text Placeholder 8">
            <a:extLst>
              <a:ext uri="{FF2B5EF4-FFF2-40B4-BE49-F238E27FC236}">
                <a16:creationId xmlns:a16="http://schemas.microsoft.com/office/drawing/2014/main" id="{D0315F95-1662-D9BF-9E39-A47A69179A14}"/>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4" name="Title 1">
            <a:extLst>
              <a:ext uri="{FF2B5EF4-FFF2-40B4-BE49-F238E27FC236}">
                <a16:creationId xmlns:a16="http://schemas.microsoft.com/office/drawing/2014/main" id="{D0F5805D-E836-BDF5-3C7A-A1D69F2BA741}"/>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5" name="Text Placeholder 14">
            <a:extLst>
              <a:ext uri="{FF2B5EF4-FFF2-40B4-BE49-F238E27FC236}">
                <a16:creationId xmlns:a16="http://schemas.microsoft.com/office/drawing/2014/main" id="{596EA6AF-4130-24B2-0A4C-F30ADBD306CB}"/>
              </a:ext>
            </a:extLst>
          </p:cNvPr>
          <p:cNvSpPr>
            <a:spLocks noGrp="1"/>
          </p:cNvSpPr>
          <p:nvPr>
            <p:ph type="body" sz="quarter" idx="26" hasCustomPrompt="1"/>
          </p:nvPr>
        </p:nvSpPr>
        <p:spPr>
          <a:xfrm>
            <a:off x="348299" y="1166772"/>
            <a:ext cx="11164824" cy="393192"/>
          </a:xfrm>
        </p:spPr>
        <p:txBody>
          <a:bodyPr/>
          <a:lstStyle>
            <a:lvl1pPr>
              <a:lnSpc>
                <a:spcPct val="100000"/>
              </a:lnSpc>
              <a:spcAft>
                <a:spcPts val="600"/>
              </a:spcAft>
              <a:defRPr sz="1600"/>
            </a:lvl1pPr>
          </a:lstStyle>
          <a:p>
            <a:pPr lvl="0"/>
            <a:r>
              <a:rPr lang="en-US"/>
              <a:t>Insert Subheading Here</a:t>
            </a:r>
          </a:p>
        </p:txBody>
      </p:sp>
    </p:spTree>
    <p:extLst>
      <p:ext uri="{BB962C8B-B14F-4D97-AF65-F5344CB8AC3E}">
        <p14:creationId xmlns:p14="http://schemas.microsoft.com/office/powerpoint/2010/main" val="1713971333"/>
      </p:ext>
    </p:extLst>
  </p:cSld>
  <p:clrMapOvr>
    <a:masterClrMapping/>
  </p:clrMapOvr>
  <p:extLst>
    <p:ext uri="{DCECCB84-F9BA-43D5-87BE-67443E8EF086}">
      <p15:sldGuideLst xmlns:p15="http://schemas.microsoft.com/office/powerpoint/2012/main">
        <p15:guide id="1" orient="horz" pos="402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 - Body Text / Left Align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8" name="Text Placeholder 7">
            <a:extLst>
              <a:ext uri="{FF2B5EF4-FFF2-40B4-BE49-F238E27FC236}">
                <a16:creationId xmlns:a16="http://schemas.microsoft.com/office/drawing/2014/main" id="{D3383FCF-B03B-21B3-1804-71B06752397E}"/>
              </a:ext>
            </a:extLst>
          </p:cNvPr>
          <p:cNvSpPr>
            <a:spLocks noGrp="1"/>
          </p:cNvSpPr>
          <p:nvPr>
            <p:ph type="body" sz="quarter" idx="23" hasCustomPrompt="1"/>
          </p:nvPr>
        </p:nvSpPr>
        <p:spPr>
          <a:xfrm>
            <a:off x="347663" y="2708275"/>
            <a:ext cx="5678424" cy="3673475"/>
          </a:xfrm>
        </p:spPr>
        <p:txBody>
          <a:bodyPr anchor="b" anchorCtr="0"/>
          <a:lstStyle>
            <a:lvl1pPr>
              <a:lnSpc>
                <a:spcPct val="110000"/>
              </a:lnSpc>
              <a:spcAft>
                <a:spcPts val="1000"/>
              </a:spcAft>
              <a:defRPr>
                <a:solidFill>
                  <a:schemeClr val="bg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7" name="Text Placeholder 8">
            <a:extLst>
              <a:ext uri="{FF2B5EF4-FFF2-40B4-BE49-F238E27FC236}">
                <a16:creationId xmlns:a16="http://schemas.microsoft.com/office/drawing/2014/main" id="{A9B0D4DE-3CAC-4226-70A8-4B7954C308DC}"/>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
        <p:nvSpPr>
          <p:cNvPr id="10" name="Title 1">
            <a:extLst>
              <a:ext uri="{FF2B5EF4-FFF2-40B4-BE49-F238E27FC236}">
                <a16:creationId xmlns:a16="http://schemas.microsoft.com/office/drawing/2014/main" id="{82A9013A-EB71-5848-9531-660992EA90EB}"/>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chemeClr val="bg1"/>
                </a:solidFill>
              </a:defRPr>
            </a:lvl1pPr>
          </a:lstStyle>
          <a:p>
            <a:r>
              <a:rPr lang="en-US"/>
              <a:t>Insert Title Here</a:t>
            </a:r>
          </a:p>
        </p:txBody>
      </p:sp>
      <p:sp>
        <p:nvSpPr>
          <p:cNvPr id="11" name="Text Placeholder 14">
            <a:extLst>
              <a:ext uri="{FF2B5EF4-FFF2-40B4-BE49-F238E27FC236}">
                <a16:creationId xmlns:a16="http://schemas.microsoft.com/office/drawing/2014/main" id="{9C7C5F5A-18EF-2EBF-CD87-88F640295965}"/>
              </a:ext>
            </a:extLst>
          </p:cNvPr>
          <p:cNvSpPr>
            <a:spLocks noGrp="1"/>
          </p:cNvSpPr>
          <p:nvPr>
            <p:ph type="body" sz="quarter" idx="26" hasCustomPrompt="1"/>
          </p:nvPr>
        </p:nvSpPr>
        <p:spPr>
          <a:xfrm>
            <a:off x="348299" y="1166772"/>
            <a:ext cx="11164824" cy="393192"/>
          </a:xfrm>
        </p:spPr>
        <p:txBody>
          <a:bodyPr/>
          <a:lstStyle>
            <a:lvl1pPr>
              <a:lnSpc>
                <a:spcPct val="100000"/>
              </a:lnSpc>
              <a:spcAft>
                <a:spcPts val="1000"/>
              </a:spcAft>
              <a:defRPr sz="1600">
                <a:solidFill>
                  <a:schemeClr val="bg1"/>
                </a:solidFill>
              </a:defRPr>
            </a:lvl1pPr>
          </a:lstStyle>
          <a:p>
            <a:pPr lvl="0"/>
            <a:r>
              <a:rPr lang="en-US"/>
              <a:t>Insert Subheading Here</a:t>
            </a:r>
          </a:p>
        </p:txBody>
      </p:sp>
      <p:sp>
        <p:nvSpPr>
          <p:cNvPr id="2" name="Slide Number Placeholder 5">
            <a:extLst>
              <a:ext uri="{FF2B5EF4-FFF2-40B4-BE49-F238E27FC236}">
                <a16:creationId xmlns:a16="http://schemas.microsoft.com/office/drawing/2014/main" id="{3D5A954C-5551-F9DA-8BEB-E303B2B6EDFA}"/>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3" name="Straight Connector 2">
            <a:extLst>
              <a:ext uri="{FF2B5EF4-FFF2-40B4-BE49-F238E27FC236}">
                <a16:creationId xmlns:a16="http://schemas.microsoft.com/office/drawing/2014/main" id="{54D5BAC6-3A12-B3E7-1F05-75EB57CE6C6D}"/>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45588494"/>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 Body Text / Right Align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7" name="Text Placeholder 8">
            <a:extLst>
              <a:ext uri="{FF2B5EF4-FFF2-40B4-BE49-F238E27FC236}">
                <a16:creationId xmlns:a16="http://schemas.microsoft.com/office/drawing/2014/main" id="{8E6973F0-7D34-DCD7-6FAE-28F314E846E5}"/>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
        <p:nvSpPr>
          <p:cNvPr id="9" name="Text Placeholder 7">
            <a:extLst>
              <a:ext uri="{FF2B5EF4-FFF2-40B4-BE49-F238E27FC236}">
                <a16:creationId xmlns:a16="http://schemas.microsoft.com/office/drawing/2014/main" id="{7FCD85B1-57D2-2A09-64A5-4C1AF7CAEDE9}"/>
              </a:ext>
            </a:extLst>
          </p:cNvPr>
          <p:cNvSpPr>
            <a:spLocks noGrp="1"/>
          </p:cNvSpPr>
          <p:nvPr>
            <p:ph type="body" sz="quarter" idx="23" hasCustomPrompt="1"/>
          </p:nvPr>
        </p:nvSpPr>
        <p:spPr>
          <a:xfrm>
            <a:off x="6181344" y="640080"/>
            <a:ext cx="5678424" cy="5742432"/>
          </a:xfrm>
        </p:spPr>
        <p:txBody>
          <a:bodyPr anchor="t" anchorCtr="0"/>
          <a:lstStyle>
            <a:lvl1pPr marL="0" indent="0">
              <a:lnSpc>
                <a:spcPct val="110000"/>
              </a:lnSpc>
              <a:spcAft>
                <a:spcPts val="1000"/>
              </a:spcAft>
              <a:buFont typeface="Arial" panose="020B0604020202020204" pitchFamily="34" charset="0"/>
              <a:buNone/>
              <a:defRPr>
                <a:solidFill>
                  <a:schemeClr val="bg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11" name="Title 1">
            <a:extLst>
              <a:ext uri="{FF2B5EF4-FFF2-40B4-BE49-F238E27FC236}">
                <a16:creationId xmlns:a16="http://schemas.microsoft.com/office/drawing/2014/main" id="{3EBBACD3-3B1F-3AF3-21A4-D0D66346A91E}"/>
              </a:ext>
            </a:extLst>
          </p:cNvPr>
          <p:cNvSpPr>
            <a:spLocks noGrp="1"/>
          </p:cNvSpPr>
          <p:nvPr>
            <p:ph type="title" hasCustomPrompt="1"/>
          </p:nvPr>
        </p:nvSpPr>
        <p:spPr>
          <a:xfrm>
            <a:off x="348299" y="548681"/>
            <a:ext cx="4315968" cy="594360"/>
          </a:xfrm>
        </p:spPr>
        <p:txBody>
          <a:bodyPr>
            <a:noAutofit/>
          </a:bodyPr>
          <a:lstStyle>
            <a:lvl1pPr>
              <a:lnSpc>
                <a:spcPct val="80000"/>
              </a:lnSpc>
              <a:defRPr>
                <a:solidFill>
                  <a:schemeClr val="bg1"/>
                </a:solidFill>
              </a:defRPr>
            </a:lvl1pPr>
          </a:lstStyle>
          <a:p>
            <a:r>
              <a:rPr lang="en-US"/>
              <a:t>Insert Title Here</a:t>
            </a:r>
          </a:p>
        </p:txBody>
      </p:sp>
      <p:sp>
        <p:nvSpPr>
          <p:cNvPr id="2" name="Slide Number Placeholder 5">
            <a:extLst>
              <a:ext uri="{FF2B5EF4-FFF2-40B4-BE49-F238E27FC236}">
                <a16:creationId xmlns:a16="http://schemas.microsoft.com/office/drawing/2014/main" id="{2F158079-0F7E-D4EC-9120-8558BBE83204}"/>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3" name="Straight Connector 2">
            <a:extLst>
              <a:ext uri="{FF2B5EF4-FFF2-40B4-BE49-F238E27FC236}">
                <a16:creationId xmlns:a16="http://schemas.microsoft.com/office/drawing/2014/main" id="{33FCEC4F-0D5F-2970-911E-B8A7FBB601F3}"/>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5" name="Text Placeholder 14">
            <a:extLst>
              <a:ext uri="{FF2B5EF4-FFF2-40B4-BE49-F238E27FC236}">
                <a16:creationId xmlns:a16="http://schemas.microsoft.com/office/drawing/2014/main" id="{AF2139AA-E08B-3E80-00DF-C93FFB3D7D58}"/>
              </a:ext>
            </a:extLst>
          </p:cNvPr>
          <p:cNvSpPr>
            <a:spLocks noGrp="1"/>
          </p:cNvSpPr>
          <p:nvPr>
            <p:ph type="body" sz="quarter" idx="26" hasCustomPrompt="1"/>
          </p:nvPr>
        </p:nvSpPr>
        <p:spPr>
          <a:xfrm>
            <a:off x="348299" y="1166772"/>
            <a:ext cx="4315968" cy="393192"/>
          </a:xfrm>
        </p:spPr>
        <p:txBody>
          <a:bodyPr/>
          <a:lstStyle>
            <a:lvl1pPr>
              <a:lnSpc>
                <a:spcPct val="100000"/>
              </a:lnSpc>
              <a:spcAft>
                <a:spcPts val="1000"/>
              </a:spcAft>
              <a:defRPr sz="1600">
                <a:solidFill>
                  <a:schemeClr val="bg1"/>
                </a:solidFill>
              </a:defRPr>
            </a:lvl1pPr>
          </a:lstStyle>
          <a:p>
            <a:pPr lvl="0"/>
            <a:r>
              <a:rPr lang="en-US"/>
              <a:t>Insert Subheading Here</a:t>
            </a:r>
          </a:p>
        </p:txBody>
      </p:sp>
    </p:spTree>
    <p:extLst>
      <p:ext uri="{BB962C8B-B14F-4D97-AF65-F5344CB8AC3E}">
        <p14:creationId xmlns:p14="http://schemas.microsoft.com/office/powerpoint/2010/main" val="2506782195"/>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 Left Title / Right Tex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2" y="548680"/>
            <a:ext cx="4206240"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6181344" y="636024"/>
            <a:ext cx="5687568" cy="5742432"/>
          </a:xfrm>
        </p:spPr>
        <p:txBody>
          <a:bodyPr anchor="t" anchorCtr="0"/>
          <a:lstStyle>
            <a:lvl1pPr marL="180000" indent="-180000">
              <a:lnSpc>
                <a:spcPct val="110000"/>
              </a:lnSpc>
              <a:spcAft>
                <a:spcPts val="1000"/>
              </a:spcAft>
              <a:buFont typeface="Arial" panose="020B0604020202020204" pitchFamily="34" charset="0"/>
              <a:buChar char="•"/>
              <a:defRPr/>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8">
            <a:extLst>
              <a:ext uri="{FF2B5EF4-FFF2-40B4-BE49-F238E27FC236}">
                <a16:creationId xmlns:a16="http://schemas.microsoft.com/office/drawing/2014/main" id="{76FBA583-5ECF-9C3C-DBED-ABF4C4F9745B}"/>
              </a:ext>
            </a:extLst>
          </p:cNvPr>
          <p:cNvSpPr>
            <a:spLocks noGrp="1"/>
          </p:cNvSpPr>
          <p:nvPr>
            <p:ph type="body" sz="quarter" idx="23"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6" name="Text Placeholder 6">
            <a:extLst>
              <a:ext uri="{FF2B5EF4-FFF2-40B4-BE49-F238E27FC236}">
                <a16:creationId xmlns:a16="http://schemas.microsoft.com/office/drawing/2014/main" id="{09536FFA-FB6E-670A-F0EA-A703BFBE1586}"/>
              </a:ext>
            </a:extLst>
          </p:cNvPr>
          <p:cNvSpPr>
            <a:spLocks noGrp="1"/>
          </p:cNvSpPr>
          <p:nvPr>
            <p:ph type="body" sz="quarter" idx="24" hasCustomPrompt="1"/>
          </p:nvPr>
        </p:nvSpPr>
        <p:spPr>
          <a:xfrm>
            <a:off x="347472" y="2996955"/>
            <a:ext cx="3746501" cy="3393304"/>
          </a:xfrm>
        </p:spPr>
        <p:txBody>
          <a:bodyPr anchor="b" anchorCtr="0"/>
          <a:lstStyle>
            <a:lvl1pPr>
              <a:lnSpc>
                <a:spcPct val="110000"/>
              </a:lnSpc>
              <a:spcAft>
                <a:spcPts val="1000"/>
              </a:spcAft>
              <a:defRPr/>
            </a:lvl1pPr>
          </a:lstStyle>
          <a:p>
            <a:pPr lvl="0"/>
            <a:r>
              <a:rPr lang="en-US"/>
              <a:t>Insert text here</a:t>
            </a:r>
          </a:p>
        </p:txBody>
      </p:sp>
    </p:spTree>
    <p:extLst>
      <p:ext uri="{BB962C8B-B14F-4D97-AF65-F5344CB8AC3E}">
        <p14:creationId xmlns:p14="http://schemas.microsoft.com/office/powerpoint/2010/main" val="538651800"/>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 Left Text / Right Titl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713105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7466411" y="548680"/>
            <a:ext cx="3814166"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60" y="636024"/>
            <a:ext cx="5687568" cy="5742432"/>
          </a:xfrm>
        </p:spPr>
        <p:txBody>
          <a:bodyPr anchor="t" anchorCtr="0"/>
          <a:lstStyle>
            <a:lvl1pPr marL="180000" indent="-180000">
              <a:lnSpc>
                <a:spcPct val="110000"/>
              </a:lnSpc>
              <a:spcAft>
                <a:spcPts val="1000"/>
              </a:spcAft>
              <a:buFont typeface="Arial" panose="020B0604020202020204" pitchFamily="34" charset="0"/>
              <a:buChar char="•"/>
              <a:defRPr/>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2" name="Text Placeholder 8">
            <a:extLst>
              <a:ext uri="{FF2B5EF4-FFF2-40B4-BE49-F238E27FC236}">
                <a16:creationId xmlns:a16="http://schemas.microsoft.com/office/drawing/2014/main" id="{864AA2AD-3123-AD49-A63A-455F4E381816}"/>
              </a:ext>
            </a:extLst>
          </p:cNvPr>
          <p:cNvSpPr>
            <a:spLocks noGrp="1"/>
          </p:cNvSpPr>
          <p:nvPr>
            <p:ph type="body" sz="quarter" idx="23"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3" name="Text Placeholder 6">
            <a:extLst>
              <a:ext uri="{FF2B5EF4-FFF2-40B4-BE49-F238E27FC236}">
                <a16:creationId xmlns:a16="http://schemas.microsoft.com/office/drawing/2014/main" id="{984A0185-F36A-B556-B1EF-9EF17FCD0AAC}"/>
              </a:ext>
            </a:extLst>
          </p:cNvPr>
          <p:cNvSpPr>
            <a:spLocks noGrp="1"/>
          </p:cNvSpPr>
          <p:nvPr>
            <p:ph type="body" sz="quarter" idx="24" hasCustomPrompt="1"/>
          </p:nvPr>
        </p:nvSpPr>
        <p:spPr>
          <a:xfrm>
            <a:off x="7534076" y="2996955"/>
            <a:ext cx="3746501" cy="3393304"/>
          </a:xfrm>
        </p:spPr>
        <p:txBody>
          <a:bodyPr anchor="b" anchorCtr="0"/>
          <a:lstStyle>
            <a:lvl1pPr>
              <a:lnSpc>
                <a:spcPct val="110000"/>
              </a:lnSpc>
              <a:spcAft>
                <a:spcPts val="1000"/>
              </a:spcAft>
              <a:defRPr/>
            </a:lvl1pPr>
          </a:lstStyle>
          <a:p>
            <a:pPr lvl="0"/>
            <a:r>
              <a:rPr lang="en-US"/>
              <a:t>Insert text here</a:t>
            </a:r>
          </a:p>
        </p:txBody>
      </p:sp>
    </p:spTree>
    <p:extLst>
      <p:ext uri="{BB962C8B-B14F-4D97-AF65-F5344CB8AC3E}">
        <p14:creationId xmlns:p14="http://schemas.microsoft.com/office/powerpoint/2010/main" val="115722804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 Left Text / Right Image">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3429001"/>
            <a:ext cx="3759200" cy="2952750"/>
          </a:xfrm>
        </p:spPr>
        <p:txBody>
          <a:bodyPr anchor="b" anchorCtr="0"/>
          <a:lstStyle>
            <a:lvl1pPr>
              <a:lnSpc>
                <a:spcPct val="110000"/>
              </a:lnSpc>
              <a:spcAft>
                <a:spcPts val="1000"/>
              </a:spcAft>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 </a:t>
            </a:r>
            <a:r>
              <a:rPr lang="en-US" err="1"/>
              <a:t>Pellentesque</a:t>
            </a:r>
            <a:r>
              <a:rPr lang="en-US"/>
              <a:t> id ex quis </a:t>
            </a:r>
            <a:r>
              <a:rPr lang="en-US" err="1"/>
              <a:t>neque</a:t>
            </a:r>
            <a:r>
              <a:rPr lang="en-US"/>
              <a:t> </a:t>
            </a:r>
            <a:r>
              <a:rPr lang="en-US" err="1"/>
              <a:t>condimentum</a:t>
            </a:r>
            <a:r>
              <a:rPr lang="en-US"/>
              <a:t> </a:t>
            </a:r>
            <a:r>
              <a:rPr lang="en-US" err="1"/>
              <a:t>consectetur</a:t>
            </a:r>
            <a:r>
              <a:rPr lang="en-US"/>
              <a:t>. Integer vitae nisi tor.</a:t>
            </a:r>
          </a:p>
        </p:txBody>
      </p:sp>
      <p:sp>
        <p:nvSpPr>
          <p:cNvPr id="6" name="Picture Placeholder 5">
            <a:extLst>
              <a:ext uri="{FF2B5EF4-FFF2-40B4-BE49-F238E27FC236}">
                <a16:creationId xmlns:a16="http://schemas.microsoft.com/office/drawing/2014/main" id="{E4E3DC9D-A532-3A8C-E360-BC0FD95893E5}"/>
              </a:ext>
            </a:extLst>
          </p:cNvPr>
          <p:cNvSpPr>
            <a:spLocks noGrp="1"/>
          </p:cNvSpPr>
          <p:nvPr>
            <p:ph type="pic" sz="quarter" idx="23"/>
          </p:nvPr>
        </p:nvSpPr>
        <p:spPr>
          <a:xfrm>
            <a:off x="7131050" y="0"/>
            <a:ext cx="5056632" cy="6858000"/>
          </a:xfrm>
          <a:solidFill>
            <a:srgbClr val="CBC4BC">
              <a:alpha val="20000"/>
            </a:srgbClr>
          </a:solidFill>
        </p:spPr>
        <p:txBody>
          <a:bodyPr/>
          <a:lstStyle/>
          <a:p>
            <a:endParaRPr lang="en-US"/>
          </a:p>
        </p:txBody>
      </p:sp>
      <p:sp>
        <p:nvSpPr>
          <p:cNvPr id="2" name="Title 1">
            <a:extLst>
              <a:ext uri="{FF2B5EF4-FFF2-40B4-BE49-F238E27FC236}">
                <a16:creationId xmlns:a16="http://schemas.microsoft.com/office/drawing/2014/main" id="{42873D1B-567E-E521-E1AF-6549CABC51A1}"/>
              </a:ext>
            </a:extLst>
          </p:cNvPr>
          <p:cNvSpPr>
            <a:spLocks noGrp="1"/>
          </p:cNvSpPr>
          <p:nvPr>
            <p:ph type="title" hasCustomPrompt="1"/>
          </p:nvPr>
        </p:nvSpPr>
        <p:spPr>
          <a:xfrm>
            <a:off x="348301" y="548680"/>
            <a:ext cx="4712649" cy="1296144"/>
          </a:xfrm>
        </p:spPr>
        <p:txBody>
          <a:bodyPr>
            <a:noAutofit/>
          </a:bodyPr>
          <a:lstStyle>
            <a:lvl1pPr>
              <a:lnSpc>
                <a:spcPct val="80000"/>
              </a:lnSpc>
              <a:defRPr>
                <a:solidFill>
                  <a:srgbClr val="3D441E"/>
                </a:solidFill>
              </a:defRPr>
            </a:lvl1pPr>
          </a:lstStyle>
          <a:p>
            <a:r>
              <a:rPr lang="en-US"/>
              <a:t>Insert Title Here</a:t>
            </a:r>
          </a:p>
        </p:txBody>
      </p:sp>
      <p:sp>
        <p:nvSpPr>
          <p:cNvPr id="5" name="Text Placeholder 8">
            <a:extLst>
              <a:ext uri="{FF2B5EF4-FFF2-40B4-BE49-F238E27FC236}">
                <a16:creationId xmlns:a16="http://schemas.microsoft.com/office/drawing/2014/main" id="{281A7C06-F201-921E-FCDA-65E387E76CBB}"/>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71505424"/>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1298">
          <p15:clr>
            <a:srgbClr val="FBAE40"/>
          </p15:clr>
        </p15:guide>
        <p15:guide id="4" orient="horz" pos="39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 Left Image / Right Tex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4E3DC9D-A532-3A8C-E360-BC0FD95893E5}"/>
              </a:ext>
            </a:extLst>
          </p:cNvPr>
          <p:cNvSpPr>
            <a:spLocks noGrp="1"/>
          </p:cNvSpPr>
          <p:nvPr>
            <p:ph type="pic" sz="quarter" idx="23"/>
          </p:nvPr>
        </p:nvSpPr>
        <p:spPr>
          <a:xfrm>
            <a:off x="-1" y="0"/>
            <a:ext cx="5060951" cy="6858000"/>
          </a:xfrm>
          <a:solidFill>
            <a:schemeClr val="accent2">
              <a:alpha val="20000"/>
            </a:schemeClr>
          </a:solidFill>
        </p:spPr>
        <p:txBody>
          <a:bodyPr/>
          <a:lstStyle/>
          <a:p>
            <a:endParaRPr lang="en-US"/>
          </a:p>
        </p:txBody>
      </p:sp>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8113806" y="3429001"/>
            <a:ext cx="3711482" cy="2952750"/>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tor.</a:t>
            </a:r>
          </a:p>
        </p:txBody>
      </p:sp>
      <p:sp>
        <p:nvSpPr>
          <p:cNvPr id="2" name="Title 1">
            <a:extLst>
              <a:ext uri="{FF2B5EF4-FFF2-40B4-BE49-F238E27FC236}">
                <a16:creationId xmlns:a16="http://schemas.microsoft.com/office/drawing/2014/main" id="{42873D1B-567E-E521-E1AF-6549CABC51A1}"/>
              </a:ext>
            </a:extLst>
          </p:cNvPr>
          <p:cNvSpPr>
            <a:spLocks noGrp="1"/>
          </p:cNvSpPr>
          <p:nvPr>
            <p:ph type="title" hasCustomPrompt="1"/>
          </p:nvPr>
        </p:nvSpPr>
        <p:spPr>
          <a:xfrm>
            <a:off x="7131050" y="548680"/>
            <a:ext cx="4694238" cy="1296144"/>
          </a:xfrm>
        </p:spPr>
        <p:txBody>
          <a:bodyPr>
            <a:noAutofit/>
          </a:bodyPr>
          <a:lstStyle>
            <a:lvl1pPr>
              <a:lnSpc>
                <a:spcPct val="80000"/>
              </a:lnSpc>
              <a:defRPr>
                <a:solidFill>
                  <a:srgbClr val="3D441E"/>
                </a:solidFill>
              </a:defRPr>
            </a:lvl1pPr>
          </a:lstStyle>
          <a:p>
            <a:r>
              <a:rPr lang="en-US"/>
              <a:t>Insert Title Here</a:t>
            </a:r>
          </a:p>
        </p:txBody>
      </p:sp>
      <p:sp>
        <p:nvSpPr>
          <p:cNvPr id="4" name="Slide Number Placeholder 5">
            <a:extLst>
              <a:ext uri="{FF2B5EF4-FFF2-40B4-BE49-F238E27FC236}">
                <a16:creationId xmlns:a16="http://schemas.microsoft.com/office/drawing/2014/main" id="{4BDC0329-56ED-BAD5-0792-6A72C8A0179E}"/>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sp>
        <p:nvSpPr>
          <p:cNvPr id="5" name="Text Placeholder 8">
            <a:extLst>
              <a:ext uri="{FF2B5EF4-FFF2-40B4-BE49-F238E27FC236}">
                <a16:creationId xmlns:a16="http://schemas.microsoft.com/office/drawing/2014/main" id="{1216E968-7C84-3492-FBD7-42C5E676DC59}"/>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1961756923"/>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1298">
          <p15:clr>
            <a:srgbClr val="FBAE40"/>
          </p15:clr>
        </p15:guide>
        <p15:guide id="4" orient="horz" pos="39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B - Left Text / Right Image">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567784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47662" y="2348880"/>
            <a:ext cx="4709160" cy="4041379"/>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7131050" y="634691"/>
            <a:ext cx="4694238" cy="5754997"/>
          </a:xfrm>
          <a:solidFill>
            <a:schemeClr val="accent2">
              <a:alpha val="20000"/>
            </a:schemeClr>
          </a:solidFill>
        </p:spPr>
        <p:txBody>
          <a:bodyPr/>
          <a:lstStyle/>
          <a:p>
            <a:endParaRPr lang="en-US"/>
          </a:p>
        </p:txBody>
      </p:sp>
      <p:sp>
        <p:nvSpPr>
          <p:cNvPr id="5" name="Text Placeholder 8">
            <a:extLst>
              <a:ext uri="{FF2B5EF4-FFF2-40B4-BE49-F238E27FC236}">
                <a16:creationId xmlns:a16="http://schemas.microsoft.com/office/drawing/2014/main" id="{B45F1E4E-A955-324D-25CC-07177305B622}"/>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3608858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B - Left Image / Right Tex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7149276" y="548680"/>
            <a:ext cx="4206240"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7143767" y="2348880"/>
            <a:ext cx="4681521" cy="4041379"/>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348300" y="634691"/>
            <a:ext cx="4694238" cy="5754997"/>
          </a:xfrm>
          <a:solidFill>
            <a:schemeClr val="accent2">
              <a:alpha val="20000"/>
            </a:schemeClr>
          </a:solidFill>
        </p:spPr>
        <p:txBody>
          <a:bodyPr/>
          <a:lstStyle/>
          <a:p>
            <a:endParaRPr lang="en-US"/>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1" name="Text Placeholder 8">
            <a:extLst>
              <a:ext uri="{FF2B5EF4-FFF2-40B4-BE49-F238E27FC236}">
                <a16:creationId xmlns:a16="http://schemas.microsoft.com/office/drawing/2014/main" id="{FD99EC5B-46FA-E4EC-EE20-D256AE6F1C13}"/>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4284993943"/>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B - Left Image / Right Text (Con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348300" y="634691"/>
            <a:ext cx="4690872" cy="5754997"/>
          </a:xfrm>
          <a:solidFill>
            <a:schemeClr val="accent2">
              <a:alpha val="20000"/>
            </a:schemeClr>
          </a:solidFill>
        </p:spPr>
        <p:txBody>
          <a:bodyPr/>
          <a:lstStyle/>
          <a:p>
            <a:endParaRPr lang="en-US"/>
          </a:p>
        </p:txBody>
      </p:sp>
      <p:sp>
        <p:nvSpPr>
          <p:cNvPr id="3" name="Text Placeholder 13">
            <a:extLst>
              <a:ext uri="{FF2B5EF4-FFF2-40B4-BE49-F238E27FC236}">
                <a16:creationId xmlns:a16="http://schemas.microsoft.com/office/drawing/2014/main" id="{2A33B9F8-4702-44C6-EFA7-22FB2D623517}"/>
              </a:ext>
            </a:extLst>
          </p:cNvPr>
          <p:cNvSpPr>
            <a:spLocks noGrp="1"/>
          </p:cNvSpPr>
          <p:nvPr>
            <p:ph type="body" sz="quarter" idx="27" hasCustomPrompt="1"/>
          </p:nvPr>
        </p:nvSpPr>
        <p:spPr>
          <a:xfrm>
            <a:off x="7143765" y="620688"/>
            <a:ext cx="4206240" cy="576060"/>
          </a:xfrm>
        </p:spPr>
        <p:txBody>
          <a:bodyPr tIns="0"/>
          <a:lstStyle>
            <a:lvl1pPr>
              <a:lnSpc>
                <a:spcPct val="110000"/>
              </a:lnSpc>
              <a:spcBef>
                <a:spcPts val="0"/>
              </a:spcBef>
              <a:defRPr sz="800" b="1" cap="all" spc="50" baseline="0"/>
            </a:lvl1pPr>
          </a:lstStyle>
          <a:p>
            <a:pPr lvl="0"/>
            <a:r>
              <a:rPr lang="en-US"/>
              <a:t>Subtext or notes here</a:t>
            </a:r>
          </a:p>
        </p:txBody>
      </p:sp>
      <p:pic>
        <p:nvPicPr>
          <p:cNvPr id="2" name="Picture 1" descr="A black tree with leaves&#10;&#10;Description automatically generated">
            <a:extLst>
              <a:ext uri="{FF2B5EF4-FFF2-40B4-BE49-F238E27FC236}">
                <a16:creationId xmlns:a16="http://schemas.microsoft.com/office/drawing/2014/main" id="{6594C9FC-0F46-A9F0-556F-1B24C9AF15F1}"/>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385712D8-6CCE-839B-4743-B49BCF581EF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1" name="Text Placeholder 8">
            <a:extLst>
              <a:ext uri="{FF2B5EF4-FFF2-40B4-BE49-F238E27FC236}">
                <a16:creationId xmlns:a16="http://schemas.microsoft.com/office/drawing/2014/main" id="{2DD418B3-CF5A-114C-22A0-500303235236}"/>
              </a:ext>
            </a:extLst>
          </p:cNvPr>
          <p:cNvSpPr>
            <a:spLocks noGrp="1"/>
          </p:cNvSpPr>
          <p:nvPr>
            <p:ph type="body" sz="quarter" idx="24" hasCustomPrompt="1"/>
          </p:nvPr>
        </p:nvSpPr>
        <p:spPr>
          <a:xfrm>
            <a:off x="348300" y="242888"/>
            <a:ext cx="4206240" cy="182284"/>
          </a:xfrm>
        </p:spPr>
        <p:txBody>
          <a:bodyPr tIns="0" bIns="0"/>
          <a:lstStyle>
            <a:lvl1pPr>
              <a:lnSpc>
                <a:spcPct val="100000"/>
              </a:lnSpc>
              <a:spcBef>
                <a:spcPts val="0"/>
              </a:spcBef>
              <a:spcAft>
                <a:spcPts val="1000"/>
              </a:spcAft>
              <a:defRPr sz="700" spc="50" baseline="0">
                <a:solidFill>
                  <a:schemeClr val="tx2"/>
                </a:solidFill>
                <a:latin typeface="+mn-lt"/>
              </a:defRPr>
            </a:lvl1pPr>
          </a:lstStyle>
          <a:p>
            <a:pPr lvl="0"/>
            <a:r>
              <a:rPr lang="en-US"/>
              <a:t>SECTION TITLE HERE</a:t>
            </a:r>
          </a:p>
        </p:txBody>
      </p:sp>
      <p:sp>
        <p:nvSpPr>
          <p:cNvPr id="8" name="Text Placeholder 7">
            <a:extLst>
              <a:ext uri="{FF2B5EF4-FFF2-40B4-BE49-F238E27FC236}">
                <a16:creationId xmlns:a16="http://schemas.microsoft.com/office/drawing/2014/main" id="{08057E9B-48F7-F129-C6E4-427BAFC67934}"/>
              </a:ext>
            </a:extLst>
          </p:cNvPr>
          <p:cNvSpPr>
            <a:spLocks noGrp="1"/>
          </p:cNvSpPr>
          <p:nvPr>
            <p:ph type="body" sz="quarter" idx="28" hasCustomPrompt="1"/>
          </p:nvPr>
        </p:nvSpPr>
        <p:spPr>
          <a:xfrm>
            <a:off x="7143766" y="1700816"/>
            <a:ext cx="4681728" cy="4690872"/>
          </a:xfrm>
        </p:spPr>
        <p:txBody>
          <a:bodyPr/>
          <a:lstStyle>
            <a:lvl1pPr>
              <a:lnSpc>
                <a:spcPct val="110000"/>
              </a:lnSpc>
              <a:defRPr/>
            </a:lvl1pPr>
          </a:lstStyle>
          <a:p>
            <a:pPr lvl="0"/>
            <a:r>
              <a:rPr lang="en-US"/>
              <a:t>Subtitle 1 </a:t>
            </a:r>
            <a:br>
              <a:rPr lang="en-US"/>
            </a:br>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a:t>
            </a:r>
            <a:br>
              <a:rPr lang="en-US"/>
            </a:br>
            <a:br>
              <a:rPr lang="en-US"/>
            </a:br>
            <a:r>
              <a:rPr lang="en-US"/>
              <a:t>Subtitle 2 </a:t>
            </a:r>
            <a:br>
              <a:rPr lang="en-US"/>
            </a:br>
            <a:r>
              <a:rPr lang="en-US"/>
              <a:t>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a:t>
            </a:r>
            <a:br>
              <a:rPr lang="en-US"/>
            </a:br>
            <a:br>
              <a:rPr lang="en-US"/>
            </a:br>
            <a:r>
              <a:rPr lang="en-US"/>
              <a:t>Subtitle 3 </a:t>
            </a:r>
            <a:br>
              <a:rPr lang="en-US"/>
            </a:br>
            <a:r>
              <a:rPr lang="en-US"/>
              <a:t>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 Nam </a:t>
            </a:r>
            <a:r>
              <a:rPr lang="en-US" err="1"/>
              <a:t>dapibus</a:t>
            </a:r>
            <a:r>
              <a:rPr lang="en-US"/>
              <a:t> dolor vel massa commodo, </a:t>
            </a:r>
            <a:r>
              <a:rPr lang="en-US" err="1"/>
              <a:t>efficitur</a:t>
            </a:r>
            <a:r>
              <a:rPr lang="en-US"/>
              <a:t> </a:t>
            </a:r>
            <a:r>
              <a:rPr lang="en-US" err="1"/>
              <a:t>consectetur</a:t>
            </a:r>
            <a:r>
              <a:rPr lang="en-US"/>
              <a:t> </a:t>
            </a:r>
            <a:r>
              <a:rPr lang="en-US" err="1"/>
              <a:t>augue</a:t>
            </a:r>
            <a:r>
              <a:rPr lang="en-US"/>
              <a:t> </a:t>
            </a:r>
            <a:r>
              <a:rPr lang="en-US" err="1"/>
              <a:t>pellentesque</a:t>
            </a:r>
            <a:r>
              <a:rPr lang="en-US"/>
              <a:t>.</a:t>
            </a:r>
          </a:p>
        </p:txBody>
      </p:sp>
    </p:spTree>
    <p:extLst>
      <p:ext uri="{BB962C8B-B14F-4D97-AF65-F5344CB8AC3E}">
        <p14:creationId xmlns:p14="http://schemas.microsoft.com/office/powerpoint/2010/main" val="3180521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C - Left Text / Right Image (with 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47662" y="2996955"/>
            <a:ext cx="3746501" cy="3393304"/>
          </a:xfrm>
        </p:spPr>
        <p:txBody>
          <a:bodyPr anchor="b" anchorCtr="0"/>
          <a:lstStyle>
            <a:lvl1pPr>
              <a:lnSpc>
                <a:spcPct val="110000"/>
              </a:lnSpc>
              <a:spcAft>
                <a:spcPts val="1000"/>
              </a:spcAft>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7495025" y="997724"/>
            <a:ext cx="3966288" cy="4862551"/>
          </a:xfrm>
        </p:spPr>
        <p:txBody>
          <a:bodyPr/>
          <a:lstStyle/>
          <a:p>
            <a:endParaRPr lang="en-US"/>
          </a:p>
        </p:txBody>
      </p:sp>
      <p:sp>
        <p:nvSpPr>
          <p:cNvPr id="3" name="Rectangle 2">
            <a:extLst>
              <a:ext uri="{FF2B5EF4-FFF2-40B4-BE49-F238E27FC236}">
                <a16:creationId xmlns:a16="http://schemas.microsoft.com/office/drawing/2014/main" id="{8F9CFEA6-19F2-7D6D-A134-C3899D5EB23F}"/>
              </a:ext>
            </a:extLst>
          </p:cNvPr>
          <p:cNvSpPr/>
          <p:nvPr userDrawn="1"/>
        </p:nvSpPr>
        <p:spPr>
          <a:xfrm>
            <a:off x="7131050" y="620713"/>
            <a:ext cx="4694238"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8">
            <a:extLst>
              <a:ext uri="{FF2B5EF4-FFF2-40B4-BE49-F238E27FC236}">
                <a16:creationId xmlns:a16="http://schemas.microsoft.com/office/drawing/2014/main" id="{0378CAD8-9516-3A0F-BEFE-D324FC402275}"/>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5" name="Text Placeholder 4">
            <a:extLst>
              <a:ext uri="{FF2B5EF4-FFF2-40B4-BE49-F238E27FC236}">
                <a16:creationId xmlns:a16="http://schemas.microsoft.com/office/drawing/2014/main" id="{EE088CCC-37D1-12F7-A54F-18E2AB3CC031}"/>
              </a:ext>
            </a:extLst>
          </p:cNvPr>
          <p:cNvSpPr>
            <a:spLocks noGrp="1"/>
          </p:cNvSpPr>
          <p:nvPr>
            <p:ph type="body" sz="quarter" idx="25" hasCustomPrompt="1"/>
          </p:nvPr>
        </p:nvSpPr>
        <p:spPr>
          <a:xfrm>
            <a:off x="5193792" y="4946904"/>
            <a:ext cx="1572768" cy="1444752"/>
          </a:xfrm>
        </p:spPr>
        <p:txBody>
          <a:bodyPr anchor="b"/>
          <a:lstStyle>
            <a:lvl1pPr>
              <a:lnSpc>
                <a:spcPct val="130000"/>
              </a:lnSpc>
              <a:spcAft>
                <a:spcPts val="600"/>
              </a:spcAft>
              <a:defRPr sz="700"/>
            </a:lvl1pPr>
          </a:lstStyle>
          <a:p>
            <a:pPr lvl="0"/>
            <a:r>
              <a:rPr lang="en-US"/>
              <a:t>DETAIL OR NOTES HERE</a:t>
            </a:r>
            <a:br>
              <a:rPr lang="en-US"/>
            </a:br>
            <a:r>
              <a:rPr lang="en-US"/>
              <a:t>LOREM IPSUM DOLOR SIT AMET</a:t>
            </a:r>
          </a:p>
        </p:txBody>
      </p:sp>
    </p:spTree>
    <p:extLst>
      <p:ext uri="{BB962C8B-B14F-4D97-AF65-F5344CB8AC3E}">
        <p14:creationId xmlns:p14="http://schemas.microsoft.com/office/powerpoint/2010/main" val="424766311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C - Left Image (with BG) / Right Tex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9CFEA6-19F2-7D6D-A134-C3899D5EB23F}"/>
              </a:ext>
            </a:extLst>
          </p:cNvPr>
          <p:cNvSpPr/>
          <p:nvPr userDrawn="1"/>
        </p:nvSpPr>
        <p:spPr>
          <a:xfrm>
            <a:off x="335359" y="620713"/>
            <a:ext cx="4743757"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8090830" y="548680"/>
            <a:ext cx="3734458"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8096250" y="2996955"/>
            <a:ext cx="3746501" cy="3393304"/>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699335" y="997724"/>
            <a:ext cx="3966288" cy="4862551"/>
          </a:xfrm>
        </p:spPr>
        <p:txBody>
          <a:bodyPr/>
          <a:lstStyle/>
          <a:p>
            <a:endParaRPr lang="en-US"/>
          </a:p>
        </p:txBody>
      </p:sp>
      <p:sp>
        <p:nvSpPr>
          <p:cNvPr id="12" name="Text Placeholder 8">
            <a:extLst>
              <a:ext uri="{FF2B5EF4-FFF2-40B4-BE49-F238E27FC236}">
                <a16:creationId xmlns:a16="http://schemas.microsoft.com/office/drawing/2014/main" id="{938FC819-ED49-93EF-85BE-2708A4DD33E3}"/>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4" name="Text Placeholder 4">
            <a:extLst>
              <a:ext uri="{FF2B5EF4-FFF2-40B4-BE49-F238E27FC236}">
                <a16:creationId xmlns:a16="http://schemas.microsoft.com/office/drawing/2014/main" id="{F7BF5196-3094-2180-2A21-FFEE7162CB40}"/>
              </a:ext>
            </a:extLst>
          </p:cNvPr>
          <p:cNvSpPr>
            <a:spLocks noGrp="1"/>
          </p:cNvSpPr>
          <p:nvPr>
            <p:ph type="body" sz="quarter" idx="25" hasCustomPrompt="1"/>
          </p:nvPr>
        </p:nvSpPr>
        <p:spPr>
          <a:xfrm>
            <a:off x="5420170" y="4946904"/>
            <a:ext cx="1572768" cy="1444752"/>
          </a:xfrm>
        </p:spPr>
        <p:txBody>
          <a:bodyPr anchor="b"/>
          <a:lstStyle>
            <a:lvl1pPr>
              <a:lnSpc>
                <a:spcPct val="130000"/>
              </a:lnSpc>
              <a:spcAft>
                <a:spcPts val="600"/>
              </a:spcAft>
              <a:defRPr sz="700"/>
            </a:lvl1pPr>
          </a:lstStyle>
          <a:p>
            <a:pPr lvl="0"/>
            <a:r>
              <a:rPr lang="en-US"/>
              <a:t>DETAIL OR NOTES HERE</a:t>
            </a:r>
            <a:br>
              <a:rPr lang="en-US"/>
            </a:br>
            <a:r>
              <a:rPr lang="en-US"/>
              <a:t>LOREM IPSUM DOLOR SIT AMET</a:t>
            </a:r>
          </a:p>
        </p:txBody>
      </p:sp>
    </p:spTree>
    <p:extLst>
      <p:ext uri="{BB962C8B-B14F-4D97-AF65-F5344CB8AC3E}">
        <p14:creationId xmlns:p14="http://schemas.microsoft.com/office/powerpoint/2010/main" val="687775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 - Left Title / Right Bulletpoint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1" y="548680"/>
            <a:ext cx="4315968" cy="1042415"/>
          </a:xfrm>
        </p:spPr>
        <p:txBody>
          <a:bodyPr>
            <a:noAutofit/>
          </a:bodyPr>
          <a:lstStyle>
            <a:lvl1pPr>
              <a:lnSpc>
                <a:spcPct val="80000"/>
              </a:lnSpc>
              <a:defRPr>
                <a:solidFill>
                  <a:srgbClr val="3D441E"/>
                </a:solidFill>
              </a:defRPr>
            </a:lvl1pPr>
          </a:lstStyle>
          <a:p>
            <a:r>
              <a:rPr lang="en-US"/>
              <a:t>Insert Title Here</a:t>
            </a:r>
          </a:p>
        </p:txBody>
      </p:sp>
      <p:pic>
        <p:nvPicPr>
          <p:cNvPr id="4" name="Picture 3" descr="A black tree with leaves&#10;&#10;Description automatically generated">
            <a:extLst>
              <a:ext uri="{FF2B5EF4-FFF2-40B4-BE49-F238E27FC236}">
                <a16:creationId xmlns:a16="http://schemas.microsoft.com/office/drawing/2014/main" id="{3E3C06BD-BB7E-F9C2-BB58-31F93AE9506A}"/>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6" name="Text Placeholder 8">
            <a:extLst>
              <a:ext uri="{FF2B5EF4-FFF2-40B4-BE49-F238E27FC236}">
                <a16:creationId xmlns:a16="http://schemas.microsoft.com/office/drawing/2014/main" id="{7510595A-EECB-4C5F-44D6-30C20734ADE4}"/>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5" name="Text Placeholder 4">
            <a:extLst>
              <a:ext uri="{FF2B5EF4-FFF2-40B4-BE49-F238E27FC236}">
                <a16:creationId xmlns:a16="http://schemas.microsoft.com/office/drawing/2014/main" id="{8F29D222-EDDA-5E9B-231A-E62892548215}"/>
              </a:ext>
            </a:extLst>
          </p:cNvPr>
          <p:cNvSpPr>
            <a:spLocks noGrp="1"/>
          </p:cNvSpPr>
          <p:nvPr>
            <p:ph type="body" sz="quarter" idx="25" hasCustomPrompt="1"/>
          </p:nvPr>
        </p:nvSpPr>
        <p:spPr>
          <a:xfrm>
            <a:off x="6181344" y="640080"/>
            <a:ext cx="4828032" cy="5742432"/>
          </a:xfrm>
        </p:spPr>
        <p:txBody>
          <a:bodyPr/>
          <a:lstStyle>
            <a:lvl1pPr marL="182880" indent="-182880">
              <a:lnSpc>
                <a:spcPct val="110000"/>
              </a:lnSpc>
              <a:buFont typeface="Arial" panose="020B0604020202020204" pitchFamily="34" charset="0"/>
              <a:buChar char="•"/>
              <a:defRPr/>
            </a:lvl1pPr>
          </a:lstStyle>
          <a:p>
            <a:pPr lvl="0"/>
            <a:r>
              <a:rPr lang="en-US"/>
              <a:t>Insert text here</a:t>
            </a:r>
          </a:p>
        </p:txBody>
      </p:sp>
    </p:spTree>
    <p:extLst>
      <p:ext uri="{BB962C8B-B14F-4D97-AF65-F5344CB8AC3E}">
        <p14:creationId xmlns:p14="http://schemas.microsoft.com/office/powerpoint/2010/main" val="229565501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 - List (Numbered + Imag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2276872"/>
            <a:ext cx="2784443" cy="672228"/>
          </a:xfrm>
        </p:spPr>
        <p:txBody>
          <a:bodyPr/>
          <a:lstStyle>
            <a:lvl2pPr>
              <a:lnSpc>
                <a:spcPct val="110000"/>
              </a:lnSpc>
              <a:spcAft>
                <a:spcPts val="600"/>
              </a:spcAft>
              <a:buNone/>
              <a:defRPr sz="1600"/>
            </a:lvl2pPr>
          </a:lstStyle>
          <a:p>
            <a:pPr lvl="1"/>
            <a:r>
              <a:rPr lang="en-US"/>
              <a:t>Subtitle here</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73524" y="2276872"/>
            <a:ext cx="2743305" cy="672228"/>
          </a:xfrm>
        </p:spPr>
        <p:txBody>
          <a:bodyPr/>
          <a:lstStyle>
            <a:lvl2pPr>
              <a:lnSpc>
                <a:spcPct val="110000"/>
              </a:lnSpc>
              <a:spcAft>
                <a:spcPts val="600"/>
              </a:spcAft>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170728" y="2276872"/>
            <a:ext cx="2755785" cy="672228"/>
          </a:xfrm>
        </p:spPr>
        <p:txBody>
          <a:bodyPr/>
          <a:lstStyle>
            <a:lvl2pPr>
              <a:lnSpc>
                <a:spcPct val="110000"/>
              </a:lnSpc>
              <a:spcAft>
                <a:spcPts val="600"/>
              </a:spcAft>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072664" y="2276872"/>
            <a:ext cx="2749449" cy="672228"/>
          </a:xfrm>
        </p:spPr>
        <p:txBody>
          <a:bodyPr/>
          <a:lstStyle>
            <a:lvl2pPr>
              <a:lnSpc>
                <a:spcPct val="110000"/>
              </a:lnSpc>
              <a:spcAft>
                <a:spcPts val="600"/>
              </a:spcAft>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Picture Placeholder 6">
            <a:extLst>
              <a:ext uri="{FF2B5EF4-FFF2-40B4-BE49-F238E27FC236}">
                <a16:creationId xmlns:a16="http://schemas.microsoft.com/office/drawing/2014/main" id="{7DFADAF6-86D7-DF8D-FC20-1D240B19BE65}"/>
              </a:ext>
            </a:extLst>
          </p:cNvPr>
          <p:cNvSpPr>
            <a:spLocks noGrp="1"/>
          </p:cNvSpPr>
          <p:nvPr>
            <p:ph type="pic" sz="quarter" idx="26"/>
          </p:nvPr>
        </p:nvSpPr>
        <p:spPr>
          <a:xfrm>
            <a:off x="347663" y="3141663"/>
            <a:ext cx="2779712" cy="3240088"/>
          </a:xfrm>
        </p:spPr>
        <p:txBody>
          <a:bodyPr/>
          <a:lstStyle/>
          <a:p>
            <a:endParaRPr lang="en-US"/>
          </a:p>
        </p:txBody>
      </p:sp>
      <p:sp>
        <p:nvSpPr>
          <p:cNvPr id="8" name="Picture Placeholder 6">
            <a:extLst>
              <a:ext uri="{FF2B5EF4-FFF2-40B4-BE49-F238E27FC236}">
                <a16:creationId xmlns:a16="http://schemas.microsoft.com/office/drawing/2014/main" id="{20ACD88F-DC26-10BA-1FDE-BF299560996C}"/>
              </a:ext>
            </a:extLst>
          </p:cNvPr>
          <p:cNvSpPr>
            <a:spLocks noGrp="1"/>
          </p:cNvSpPr>
          <p:nvPr>
            <p:ph type="pic" sz="quarter" idx="27"/>
          </p:nvPr>
        </p:nvSpPr>
        <p:spPr>
          <a:xfrm>
            <a:off x="3263899" y="3141663"/>
            <a:ext cx="2760679" cy="3240088"/>
          </a:xfrm>
        </p:spPr>
        <p:txBody>
          <a:bodyPr/>
          <a:lstStyle/>
          <a:p>
            <a:endParaRPr lang="en-US"/>
          </a:p>
        </p:txBody>
      </p:sp>
      <p:sp>
        <p:nvSpPr>
          <p:cNvPr id="9" name="Picture Placeholder 6">
            <a:extLst>
              <a:ext uri="{FF2B5EF4-FFF2-40B4-BE49-F238E27FC236}">
                <a16:creationId xmlns:a16="http://schemas.microsoft.com/office/drawing/2014/main" id="{A5BB9CEF-121C-DA7B-2E5F-9AE0F0DCC2C8}"/>
              </a:ext>
            </a:extLst>
          </p:cNvPr>
          <p:cNvSpPr>
            <a:spLocks noGrp="1"/>
          </p:cNvSpPr>
          <p:nvPr>
            <p:ph type="pic" sz="quarter" idx="28"/>
          </p:nvPr>
        </p:nvSpPr>
        <p:spPr>
          <a:xfrm>
            <a:off x="6161103" y="3141663"/>
            <a:ext cx="2760679" cy="3240088"/>
          </a:xfrm>
        </p:spPr>
        <p:txBody>
          <a:bodyPr/>
          <a:lstStyle/>
          <a:p>
            <a:endParaRPr lang="en-US"/>
          </a:p>
        </p:txBody>
      </p:sp>
      <p:sp>
        <p:nvSpPr>
          <p:cNvPr id="16" name="Picture Placeholder 6">
            <a:extLst>
              <a:ext uri="{FF2B5EF4-FFF2-40B4-BE49-F238E27FC236}">
                <a16:creationId xmlns:a16="http://schemas.microsoft.com/office/drawing/2014/main" id="{8837DAB9-89F6-117D-DC9E-5B8BE8AD9F80}"/>
              </a:ext>
            </a:extLst>
          </p:cNvPr>
          <p:cNvSpPr>
            <a:spLocks noGrp="1"/>
          </p:cNvSpPr>
          <p:nvPr>
            <p:ph type="pic" sz="quarter" idx="29"/>
          </p:nvPr>
        </p:nvSpPr>
        <p:spPr>
          <a:xfrm>
            <a:off x="9067933" y="3141663"/>
            <a:ext cx="2760679" cy="3240088"/>
          </a:xfrm>
        </p:spPr>
        <p:txBody>
          <a:bodyPr/>
          <a:lstStyle/>
          <a:p>
            <a:endParaRPr lang="en-US"/>
          </a:p>
        </p:txBody>
      </p:sp>
      <p:sp>
        <p:nvSpPr>
          <p:cNvPr id="12" name="Text Placeholder 24">
            <a:extLst>
              <a:ext uri="{FF2B5EF4-FFF2-40B4-BE49-F238E27FC236}">
                <a16:creationId xmlns:a16="http://schemas.microsoft.com/office/drawing/2014/main" id="{E9FAA64B-CA09-30E5-39C3-6D63F893F74E}"/>
              </a:ext>
            </a:extLst>
          </p:cNvPr>
          <p:cNvSpPr>
            <a:spLocks noGrp="1"/>
          </p:cNvSpPr>
          <p:nvPr>
            <p:ph type="body" sz="quarter" idx="30" hasCustomPrompt="1"/>
          </p:nvPr>
        </p:nvSpPr>
        <p:spPr>
          <a:xfrm>
            <a:off x="342900" y="1803642"/>
            <a:ext cx="989013" cy="387350"/>
          </a:xfrm>
        </p:spPr>
        <p:txBody>
          <a:bodyPr anchor="ctr"/>
          <a:lstStyle>
            <a:lvl1pPr>
              <a:lnSpc>
                <a:spcPct val="110000"/>
              </a:lnSpc>
              <a:defRPr sz="2800">
                <a:solidFill>
                  <a:srgbClr val="3D441E"/>
                </a:solidFill>
                <a:latin typeface="+mj-lt"/>
              </a:defRPr>
            </a:lvl1pPr>
          </a:lstStyle>
          <a:p>
            <a:pPr lvl="0"/>
            <a:r>
              <a:rPr lang="en-US"/>
              <a:t>1</a:t>
            </a:r>
          </a:p>
        </p:txBody>
      </p:sp>
      <p:sp>
        <p:nvSpPr>
          <p:cNvPr id="18" name="Text Placeholder 24">
            <a:extLst>
              <a:ext uri="{FF2B5EF4-FFF2-40B4-BE49-F238E27FC236}">
                <a16:creationId xmlns:a16="http://schemas.microsoft.com/office/drawing/2014/main" id="{FD731B19-6480-96C6-548E-C067E143C989}"/>
              </a:ext>
            </a:extLst>
          </p:cNvPr>
          <p:cNvSpPr>
            <a:spLocks noGrp="1"/>
          </p:cNvSpPr>
          <p:nvPr>
            <p:ph type="body" sz="quarter" idx="31" hasCustomPrompt="1"/>
          </p:nvPr>
        </p:nvSpPr>
        <p:spPr>
          <a:xfrm>
            <a:off x="3271158" y="1803642"/>
            <a:ext cx="989013" cy="387350"/>
          </a:xfrm>
        </p:spPr>
        <p:txBody>
          <a:bodyPr anchor="ctr"/>
          <a:lstStyle>
            <a:lvl1pPr>
              <a:lnSpc>
                <a:spcPct val="110000"/>
              </a:lnSpc>
              <a:defRPr sz="2800">
                <a:solidFill>
                  <a:srgbClr val="3D441E"/>
                </a:solidFill>
                <a:latin typeface="+mj-lt"/>
              </a:defRPr>
            </a:lvl1pPr>
          </a:lstStyle>
          <a:p>
            <a:pPr lvl="0"/>
            <a:r>
              <a:rPr lang="en-US"/>
              <a:t>2</a:t>
            </a:r>
          </a:p>
        </p:txBody>
      </p:sp>
      <p:sp>
        <p:nvSpPr>
          <p:cNvPr id="20" name="Text Placeholder 24">
            <a:extLst>
              <a:ext uri="{FF2B5EF4-FFF2-40B4-BE49-F238E27FC236}">
                <a16:creationId xmlns:a16="http://schemas.microsoft.com/office/drawing/2014/main" id="{06AF1475-C96F-9E66-6511-96504E14DAA3}"/>
              </a:ext>
            </a:extLst>
          </p:cNvPr>
          <p:cNvSpPr>
            <a:spLocks noGrp="1"/>
          </p:cNvSpPr>
          <p:nvPr>
            <p:ph type="body" sz="quarter" idx="32" hasCustomPrompt="1"/>
          </p:nvPr>
        </p:nvSpPr>
        <p:spPr>
          <a:xfrm>
            <a:off x="6166758" y="1803642"/>
            <a:ext cx="989013" cy="387350"/>
          </a:xfrm>
        </p:spPr>
        <p:txBody>
          <a:bodyPr anchor="ctr"/>
          <a:lstStyle>
            <a:lvl1pPr>
              <a:lnSpc>
                <a:spcPct val="110000"/>
              </a:lnSpc>
              <a:defRPr sz="2800">
                <a:solidFill>
                  <a:srgbClr val="3D441E"/>
                </a:solidFill>
                <a:latin typeface="+mj-lt"/>
              </a:defRPr>
            </a:lvl1pPr>
          </a:lstStyle>
          <a:p>
            <a:pPr lvl="0"/>
            <a:r>
              <a:rPr lang="en-US"/>
              <a:t>3</a:t>
            </a:r>
          </a:p>
        </p:txBody>
      </p:sp>
      <p:sp>
        <p:nvSpPr>
          <p:cNvPr id="21" name="Text Placeholder 24">
            <a:extLst>
              <a:ext uri="{FF2B5EF4-FFF2-40B4-BE49-F238E27FC236}">
                <a16:creationId xmlns:a16="http://schemas.microsoft.com/office/drawing/2014/main" id="{8C028EC2-B8B4-4BF9-5D34-14C974E5BDA6}"/>
              </a:ext>
            </a:extLst>
          </p:cNvPr>
          <p:cNvSpPr>
            <a:spLocks noGrp="1"/>
          </p:cNvSpPr>
          <p:nvPr>
            <p:ph type="body" sz="quarter" idx="33" hasCustomPrompt="1"/>
          </p:nvPr>
        </p:nvSpPr>
        <p:spPr>
          <a:xfrm>
            <a:off x="9073244" y="1803642"/>
            <a:ext cx="989013" cy="387350"/>
          </a:xfrm>
        </p:spPr>
        <p:txBody>
          <a:bodyPr anchor="ctr"/>
          <a:lstStyle>
            <a:lvl1pPr>
              <a:lnSpc>
                <a:spcPct val="110000"/>
              </a:lnSpc>
              <a:defRPr sz="2800">
                <a:solidFill>
                  <a:srgbClr val="3D441E"/>
                </a:solidFill>
                <a:latin typeface="+mj-lt"/>
              </a:defRPr>
            </a:lvl1pPr>
          </a:lstStyle>
          <a:p>
            <a:pPr lvl="0"/>
            <a:r>
              <a:rPr lang="en-US"/>
              <a:t>4</a:t>
            </a:r>
          </a:p>
        </p:txBody>
      </p:sp>
      <p:sp>
        <p:nvSpPr>
          <p:cNvPr id="19" name="Text Placeholder 8">
            <a:extLst>
              <a:ext uri="{FF2B5EF4-FFF2-40B4-BE49-F238E27FC236}">
                <a16:creationId xmlns:a16="http://schemas.microsoft.com/office/drawing/2014/main" id="{545E04EA-4168-E73D-84CB-0D988F5546A9}"/>
              </a:ext>
            </a:extLst>
          </p:cNvPr>
          <p:cNvSpPr>
            <a:spLocks noGrp="1"/>
          </p:cNvSpPr>
          <p:nvPr>
            <p:ph type="body" sz="quarter" idx="3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3" name="Title 1">
            <a:extLst>
              <a:ext uri="{FF2B5EF4-FFF2-40B4-BE49-F238E27FC236}">
                <a16:creationId xmlns:a16="http://schemas.microsoft.com/office/drawing/2014/main" id="{033CA79F-2FA3-756D-8AE9-C86FCDE03AA5}"/>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Tree>
    <p:extLst>
      <p:ext uri="{BB962C8B-B14F-4D97-AF65-F5344CB8AC3E}">
        <p14:creationId xmlns:p14="http://schemas.microsoft.com/office/powerpoint/2010/main" val="2287532163"/>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 List (Numbered + Body Tex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3356992"/>
            <a:ext cx="2697480" cy="672228"/>
          </a:xfrm>
        </p:spPr>
        <p:txBody>
          <a:bodyPr/>
          <a:lstStyle>
            <a:lvl2pPr marL="0" indent="0">
              <a:lnSpc>
                <a:spcPct val="110000"/>
              </a:lnSpc>
              <a:spcAft>
                <a:spcPts val="500"/>
              </a:spcAft>
              <a:buNone/>
              <a:defRPr sz="1600"/>
            </a:lvl2pPr>
          </a:lstStyle>
          <a:p>
            <a:pPr lvl="1"/>
            <a:r>
              <a:rPr lang="en-US"/>
              <a:t>Subtitle here or Longer Subtitle Like This</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82717" y="3356992"/>
            <a:ext cx="2697480" cy="672228"/>
          </a:xfrm>
        </p:spPr>
        <p:txBody>
          <a:bodyPr/>
          <a:lstStyle>
            <a:lvl2pPr marL="0" indent="0">
              <a:lnSpc>
                <a:spcPct val="110000"/>
              </a:lnSpc>
              <a:spcAft>
                <a:spcPts val="500"/>
              </a:spcAft>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222503" y="3356992"/>
            <a:ext cx="2697480" cy="672228"/>
          </a:xfrm>
        </p:spPr>
        <p:txBody>
          <a:bodyPr/>
          <a:lstStyle>
            <a:lvl2pPr marL="0" indent="0">
              <a:lnSpc>
                <a:spcPct val="110000"/>
              </a:lnSpc>
              <a:spcAft>
                <a:spcPts val="500"/>
              </a:spcAft>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162288" y="3356992"/>
            <a:ext cx="2697480" cy="672228"/>
          </a:xfrm>
        </p:spPr>
        <p:txBody>
          <a:bodyPr/>
          <a:lstStyle>
            <a:lvl2pPr marL="0" indent="0">
              <a:lnSpc>
                <a:spcPct val="110000"/>
              </a:lnSpc>
              <a:spcAft>
                <a:spcPts val="500"/>
              </a:spcAft>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2" name="Text Placeholder 51">
            <a:extLst>
              <a:ext uri="{FF2B5EF4-FFF2-40B4-BE49-F238E27FC236}">
                <a16:creationId xmlns:a16="http://schemas.microsoft.com/office/drawing/2014/main" id="{5A045ECA-FD62-85A1-0C97-301CCE4BABCB}"/>
              </a:ext>
            </a:extLst>
          </p:cNvPr>
          <p:cNvSpPr>
            <a:spLocks noGrp="1"/>
          </p:cNvSpPr>
          <p:nvPr>
            <p:ph type="body" sz="quarter" idx="16" hasCustomPrompt="1"/>
          </p:nvPr>
        </p:nvSpPr>
        <p:spPr>
          <a:xfrm>
            <a:off x="334963" y="4221792"/>
            <a:ext cx="2697480" cy="2146814"/>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18" name="Text Placeholder 2">
            <a:extLst>
              <a:ext uri="{FF2B5EF4-FFF2-40B4-BE49-F238E27FC236}">
                <a16:creationId xmlns:a16="http://schemas.microsoft.com/office/drawing/2014/main" id="{0E68B46E-3686-15A2-F4C4-DD71C7D779BE}"/>
              </a:ext>
            </a:extLst>
          </p:cNvPr>
          <p:cNvSpPr>
            <a:spLocks noGrp="1"/>
          </p:cNvSpPr>
          <p:nvPr>
            <p:ph type="body" sz="quarter" idx="18" hasCustomPrompt="1"/>
          </p:nvPr>
        </p:nvSpPr>
        <p:spPr>
          <a:xfrm>
            <a:off x="3277405" y="4221792"/>
            <a:ext cx="2697480" cy="2146814"/>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20" name="Text Placeholder 4">
            <a:extLst>
              <a:ext uri="{FF2B5EF4-FFF2-40B4-BE49-F238E27FC236}">
                <a16:creationId xmlns:a16="http://schemas.microsoft.com/office/drawing/2014/main" id="{9A5FE159-9A3B-179B-773C-F2897F62420F}"/>
              </a:ext>
            </a:extLst>
          </p:cNvPr>
          <p:cNvSpPr>
            <a:spLocks noGrp="1"/>
          </p:cNvSpPr>
          <p:nvPr>
            <p:ph type="body" sz="quarter" idx="19" hasCustomPrompt="1"/>
          </p:nvPr>
        </p:nvSpPr>
        <p:spPr>
          <a:xfrm>
            <a:off x="6219847" y="4221784"/>
            <a:ext cx="2697480" cy="2127316"/>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21" name="Text Placeholder 6">
            <a:extLst>
              <a:ext uri="{FF2B5EF4-FFF2-40B4-BE49-F238E27FC236}">
                <a16:creationId xmlns:a16="http://schemas.microsoft.com/office/drawing/2014/main" id="{C429B487-CBD8-43AB-ADE6-F9FAB479F479}"/>
              </a:ext>
            </a:extLst>
          </p:cNvPr>
          <p:cNvSpPr>
            <a:spLocks noGrp="1"/>
          </p:cNvSpPr>
          <p:nvPr>
            <p:ph type="body" sz="quarter" idx="20" hasCustomPrompt="1"/>
          </p:nvPr>
        </p:nvSpPr>
        <p:spPr>
          <a:xfrm>
            <a:off x="9162288" y="4221784"/>
            <a:ext cx="2697480" cy="2127316"/>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a:t>
            </a:r>
          </a:p>
        </p:txBody>
      </p:sp>
      <p:sp>
        <p:nvSpPr>
          <p:cNvPr id="25" name="Text Placeholder 24">
            <a:extLst>
              <a:ext uri="{FF2B5EF4-FFF2-40B4-BE49-F238E27FC236}">
                <a16:creationId xmlns:a16="http://schemas.microsoft.com/office/drawing/2014/main" id="{193E8F07-97DD-E3A1-2A0D-22C2C03CECD9}"/>
              </a:ext>
            </a:extLst>
          </p:cNvPr>
          <p:cNvSpPr>
            <a:spLocks noGrp="1"/>
          </p:cNvSpPr>
          <p:nvPr>
            <p:ph type="body" sz="quarter" idx="26" hasCustomPrompt="1"/>
          </p:nvPr>
        </p:nvSpPr>
        <p:spPr>
          <a:xfrm>
            <a:off x="342900" y="2900880"/>
            <a:ext cx="989013" cy="387350"/>
          </a:xfrm>
        </p:spPr>
        <p:txBody>
          <a:bodyPr anchor="ctr"/>
          <a:lstStyle>
            <a:lvl1pPr>
              <a:lnSpc>
                <a:spcPct val="110000"/>
              </a:lnSpc>
              <a:defRPr sz="2800">
                <a:solidFill>
                  <a:srgbClr val="3D441E"/>
                </a:solidFill>
                <a:latin typeface="+mj-lt"/>
              </a:defRPr>
            </a:lvl1pPr>
          </a:lstStyle>
          <a:p>
            <a:pPr lvl="0"/>
            <a:r>
              <a:rPr lang="en-US"/>
              <a:t>1</a:t>
            </a:r>
          </a:p>
        </p:txBody>
      </p:sp>
      <p:sp>
        <p:nvSpPr>
          <p:cNvPr id="26" name="Text Placeholder 24">
            <a:extLst>
              <a:ext uri="{FF2B5EF4-FFF2-40B4-BE49-F238E27FC236}">
                <a16:creationId xmlns:a16="http://schemas.microsoft.com/office/drawing/2014/main" id="{955F1EA4-395C-F758-FAD3-48855740E3E3}"/>
              </a:ext>
            </a:extLst>
          </p:cNvPr>
          <p:cNvSpPr>
            <a:spLocks noGrp="1"/>
          </p:cNvSpPr>
          <p:nvPr>
            <p:ph type="body" sz="quarter" idx="27" hasCustomPrompt="1"/>
          </p:nvPr>
        </p:nvSpPr>
        <p:spPr>
          <a:xfrm>
            <a:off x="3282696" y="2900880"/>
            <a:ext cx="989013" cy="387350"/>
          </a:xfrm>
        </p:spPr>
        <p:txBody>
          <a:bodyPr anchor="ctr"/>
          <a:lstStyle>
            <a:lvl1pPr>
              <a:lnSpc>
                <a:spcPct val="110000"/>
              </a:lnSpc>
              <a:defRPr sz="2800">
                <a:solidFill>
                  <a:srgbClr val="3D441E"/>
                </a:solidFill>
                <a:latin typeface="+mj-lt"/>
              </a:defRPr>
            </a:lvl1pPr>
          </a:lstStyle>
          <a:p>
            <a:pPr lvl="0"/>
            <a:r>
              <a:rPr lang="en-US"/>
              <a:t>2</a:t>
            </a:r>
          </a:p>
        </p:txBody>
      </p:sp>
      <p:sp>
        <p:nvSpPr>
          <p:cNvPr id="27" name="Text Placeholder 24">
            <a:extLst>
              <a:ext uri="{FF2B5EF4-FFF2-40B4-BE49-F238E27FC236}">
                <a16:creationId xmlns:a16="http://schemas.microsoft.com/office/drawing/2014/main" id="{8B89BB5B-01F3-2389-0554-2CC1D012A5F6}"/>
              </a:ext>
            </a:extLst>
          </p:cNvPr>
          <p:cNvSpPr>
            <a:spLocks noGrp="1"/>
          </p:cNvSpPr>
          <p:nvPr>
            <p:ph type="body" sz="quarter" idx="28" hasCustomPrompt="1"/>
          </p:nvPr>
        </p:nvSpPr>
        <p:spPr>
          <a:xfrm>
            <a:off x="6222492" y="2900880"/>
            <a:ext cx="989013" cy="387350"/>
          </a:xfrm>
        </p:spPr>
        <p:txBody>
          <a:bodyPr anchor="ctr"/>
          <a:lstStyle>
            <a:lvl1pPr>
              <a:lnSpc>
                <a:spcPct val="110000"/>
              </a:lnSpc>
              <a:defRPr sz="2800">
                <a:solidFill>
                  <a:srgbClr val="3D441E"/>
                </a:solidFill>
                <a:latin typeface="+mj-lt"/>
              </a:defRPr>
            </a:lvl1pPr>
          </a:lstStyle>
          <a:p>
            <a:pPr lvl="0"/>
            <a:r>
              <a:rPr lang="en-US"/>
              <a:t>3</a:t>
            </a:r>
          </a:p>
        </p:txBody>
      </p:sp>
      <p:sp>
        <p:nvSpPr>
          <p:cNvPr id="28" name="Text Placeholder 24">
            <a:extLst>
              <a:ext uri="{FF2B5EF4-FFF2-40B4-BE49-F238E27FC236}">
                <a16:creationId xmlns:a16="http://schemas.microsoft.com/office/drawing/2014/main" id="{21B93864-3655-679C-1B91-1DC5801511A7}"/>
              </a:ext>
            </a:extLst>
          </p:cNvPr>
          <p:cNvSpPr>
            <a:spLocks noGrp="1"/>
          </p:cNvSpPr>
          <p:nvPr>
            <p:ph type="body" sz="quarter" idx="29" hasCustomPrompt="1"/>
          </p:nvPr>
        </p:nvSpPr>
        <p:spPr>
          <a:xfrm>
            <a:off x="9162288" y="2900880"/>
            <a:ext cx="989013" cy="387350"/>
          </a:xfrm>
        </p:spPr>
        <p:txBody>
          <a:bodyPr anchor="ctr"/>
          <a:lstStyle>
            <a:lvl1pPr>
              <a:lnSpc>
                <a:spcPct val="110000"/>
              </a:lnSpc>
              <a:defRPr sz="2800">
                <a:solidFill>
                  <a:srgbClr val="3D441E"/>
                </a:solidFill>
                <a:latin typeface="+mj-lt"/>
              </a:defRPr>
            </a:lvl1pPr>
          </a:lstStyle>
          <a:p>
            <a:pPr lvl="0"/>
            <a:r>
              <a:rPr lang="en-US"/>
              <a:t>4</a:t>
            </a:r>
          </a:p>
        </p:txBody>
      </p:sp>
      <p:sp>
        <p:nvSpPr>
          <p:cNvPr id="16" name="Text Placeholder 8">
            <a:extLst>
              <a:ext uri="{FF2B5EF4-FFF2-40B4-BE49-F238E27FC236}">
                <a16:creationId xmlns:a16="http://schemas.microsoft.com/office/drawing/2014/main" id="{AABF0D44-EAF3-A8AA-304B-1749505601E6}"/>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7" name="Title 1">
            <a:extLst>
              <a:ext uri="{FF2B5EF4-FFF2-40B4-BE49-F238E27FC236}">
                <a16:creationId xmlns:a16="http://schemas.microsoft.com/office/drawing/2014/main" id="{13685DA8-C677-0F37-029C-084F0D80E1A9}"/>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8" name="Text Placeholder 14">
            <a:extLst>
              <a:ext uri="{FF2B5EF4-FFF2-40B4-BE49-F238E27FC236}">
                <a16:creationId xmlns:a16="http://schemas.microsoft.com/office/drawing/2014/main" id="{DD3A7BDB-5110-9952-E02F-0CEB52721143}"/>
              </a:ext>
            </a:extLst>
          </p:cNvPr>
          <p:cNvSpPr>
            <a:spLocks noGrp="1"/>
          </p:cNvSpPr>
          <p:nvPr>
            <p:ph type="body" sz="quarter" idx="31"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4260799431"/>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guide id="4" orient="horz" pos="116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 List (Text Only)">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4077716"/>
            <a:ext cx="2697480" cy="2295525"/>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0" name="Text Placeholder 2">
            <a:extLst>
              <a:ext uri="{FF2B5EF4-FFF2-40B4-BE49-F238E27FC236}">
                <a16:creationId xmlns:a16="http://schemas.microsoft.com/office/drawing/2014/main" id="{F4A66224-12CE-79F9-1C37-D9C4BEF74FCC}"/>
              </a:ext>
            </a:extLst>
          </p:cNvPr>
          <p:cNvSpPr>
            <a:spLocks noGrp="1"/>
          </p:cNvSpPr>
          <p:nvPr>
            <p:ph type="body" sz="quarter" idx="18" hasCustomPrompt="1"/>
          </p:nvPr>
        </p:nvSpPr>
        <p:spPr>
          <a:xfrm>
            <a:off x="3276362" y="4077716"/>
            <a:ext cx="2697480" cy="2295525"/>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1" name="Text Placeholder 4">
            <a:extLst>
              <a:ext uri="{FF2B5EF4-FFF2-40B4-BE49-F238E27FC236}">
                <a16:creationId xmlns:a16="http://schemas.microsoft.com/office/drawing/2014/main" id="{02E45F5B-DAB6-EDB9-EB30-20A697039F14}"/>
              </a:ext>
            </a:extLst>
          </p:cNvPr>
          <p:cNvSpPr>
            <a:spLocks noGrp="1"/>
          </p:cNvSpPr>
          <p:nvPr>
            <p:ph type="body" sz="quarter" idx="19" hasCustomPrompt="1"/>
          </p:nvPr>
        </p:nvSpPr>
        <p:spPr>
          <a:xfrm>
            <a:off x="6217761" y="4036441"/>
            <a:ext cx="2697480" cy="2336800"/>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2" name="Text Placeholder 6">
            <a:extLst>
              <a:ext uri="{FF2B5EF4-FFF2-40B4-BE49-F238E27FC236}">
                <a16:creationId xmlns:a16="http://schemas.microsoft.com/office/drawing/2014/main" id="{20A39A1D-8D4E-880C-CB18-FF07D46CDB2B}"/>
              </a:ext>
            </a:extLst>
          </p:cNvPr>
          <p:cNvSpPr>
            <a:spLocks noGrp="1"/>
          </p:cNvSpPr>
          <p:nvPr>
            <p:ph type="body" sz="quarter" idx="20" hasCustomPrompt="1"/>
          </p:nvPr>
        </p:nvSpPr>
        <p:spPr>
          <a:xfrm>
            <a:off x="9159160" y="4036441"/>
            <a:ext cx="2697480" cy="2336800"/>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34963" y="3356992"/>
            <a:ext cx="2697480" cy="672228"/>
          </a:xfrm>
        </p:spPr>
        <p:txBody>
          <a:bodyPr/>
          <a:lstStyle>
            <a:lvl2pPr>
              <a:lnSpc>
                <a:spcPct val="110000"/>
              </a:lnSpc>
              <a:buNone/>
              <a:defRPr sz="1600"/>
            </a:lvl2pPr>
          </a:lstStyle>
          <a:p>
            <a:pPr lvl="1"/>
            <a:r>
              <a:rPr lang="en-US"/>
              <a:t>Subtitle here</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76362" y="3356992"/>
            <a:ext cx="2697480" cy="672228"/>
          </a:xfrm>
        </p:spPr>
        <p:txBody>
          <a:bodyPr/>
          <a:lstStyle>
            <a:lvl2pPr>
              <a:lnSpc>
                <a:spcPct val="110000"/>
              </a:lnSpc>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217761" y="3356992"/>
            <a:ext cx="2697480" cy="672228"/>
          </a:xfrm>
        </p:spPr>
        <p:txBody>
          <a:bodyPr/>
          <a:lstStyle>
            <a:lvl2pPr>
              <a:lnSpc>
                <a:spcPct val="110000"/>
              </a:lnSpc>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162288" y="3356992"/>
            <a:ext cx="2697480" cy="672228"/>
          </a:xfrm>
        </p:spPr>
        <p:txBody>
          <a:bodyPr/>
          <a:lstStyle>
            <a:lvl2pPr>
              <a:lnSpc>
                <a:spcPct val="110000"/>
              </a:lnSpc>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6CE0CFCF-28A0-FDF8-10D7-07C1D02E66AB}"/>
              </a:ext>
            </a:extLst>
          </p:cNvPr>
          <p:cNvSpPr>
            <a:spLocks noGrp="1"/>
          </p:cNvSpPr>
          <p:nvPr>
            <p:ph type="body" sz="quarter" idx="2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6" name="Title 1">
            <a:extLst>
              <a:ext uri="{FF2B5EF4-FFF2-40B4-BE49-F238E27FC236}">
                <a16:creationId xmlns:a16="http://schemas.microsoft.com/office/drawing/2014/main" id="{2D3CC282-3E20-B9B0-D0FA-284EA0350E9C}"/>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7" name="Text Placeholder 14">
            <a:extLst>
              <a:ext uri="{FF2B5EF4-FFF2-40B4-BE49-F238E27FC236}">
                <a16:creationId xmlns:a16="http://schemas.microsoft.com/office/drawing/2014/main" id="{31159E58-2400-1194-C3A2-604B6FDAB2F2}"/>
              </a:ext>
            </a:extLst>
          </p:cNvPr>
          <p:cNvSpPr>
            <a:spLocks noGrp="1"/>
          </p:cNvSpPr>
          <p:nvPr>
            <p:ph type="body" sz="quarter" idx="27"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1056034606"/>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39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 - List (Text Only -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2" name="Straight Connector 1">
            <a:extLst>
              <a:ext uri="{FF2B5EF4-FFF2-40B4-BE49-F238E27FC236}">
                <a16:creationId xmlns:a16="http://schemas.microsoft.com/office/drawing/2014/main" id="{A3B360FE-BCFA-1936-0CFF-87296B51DAD9}"/>
              </a:ext>
            </a:extLst>
          </p:cNvPr>
          <p:cNvCxnSpPr>
            <a:cxnSpLocks/>
          </p:cNvCxnSpPr>
          <p:nvPr userDrawn="1"/>
        </p:nvCxnSpPr>
        <p:spPr>
          <a:xfrm>
            <a:off x="6167200" y="4581133"/>
            <a:ext cx="2759312"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55154437-9BC9-5A7C-7355-F88994DFFE3E}"/>
              </a:ext>
            </a:extLst>
          </p:cNvPr>
          <p:cNvCxnSpPr>
            <a:cxnSpLocks/>
          </p:cNvCxnSpPr>
          <p:nvPr userDrawn="1"/>
        </p:nvCxnSpPr>
        <p:spPr>
          <a:xfrm>
            <a:off x="3251279" y="4581133"/>
            <a:ext cx="2759313"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BD475BB3-E6CA-50E5-648E-E210336A2D3F}"/>
              </a:ext>
            </a:extLst>
          </p:cNvPr>
          <p:cNvCxnSpPr>
            <a:cxnSpLocks/>
          </p:cNvCxnSpPr>
          <p:nvPr userDrawn="1"/>
        </p:nvCxnSpPr>
        <p:spPr>
          <a:xfrm>
            <a:off x="335360" y="4581133"/>
            <a:ext cx="2792015"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D2DEF0F6-004B-38AD-8A1B-DD62A09FB554}"/>
              </a:ext>
            </a:extLst>
          </p:cNvPr>
          <p:cNvCxnSpPr>
            <a:cxnSpLocks/>
          </p:cNvCxnSpPr>
          <p:nvPr userDrawn="1"/>
        </p:nvCxnSpPr>
        <p:spPr>
          <a:xfrm>
            <a:off x="9063038" y="4581133"/>
            <a:ext cx="276225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4" name="Text Placeholder 13">
            <a:extLst>
              <a:ext uri="{FF2B5EF4-FFF2-40B4-BE49-F238E27FC236}">
                <a16:creationId xmlns:a16="http://schemas.microsoft.com/office/drawing/2014/main" id="{225CA8DB-89BC-3F7E-6B8B-A2BE7FDED22A}"/>
              </a:ext>
            </a:extLst>
          </p:cNvPr>
          <p:cNvSpPr>
            <a:spLocks noGrp="1"/>
          </p:cNvSpPr>
          <p:nvPr>
            <p:ph type="body" sz="quarter" idx="22" hasCustomPrompt="1"/>
          </p:nvPr>
        </p:nvSpPr>
        <p:spPr>
          <a:xfrm>
            <a:off x="334963" y="4797153"/>
            <a:ext cx="2792015" cy="1616224"/>
          </a:xfrm>
        </p:spPr>
        <p:txBody>
          <a:bodyPr/>
          <a:lstStyle>
            <a:lvl1pPr>
              <a:lnSpc>
                <a:spcPct val="110000"/>
              </a:lnSpc>
              <a:defRPr>
                <a:solidFill>
                  <a:schemeClr val="bg1"/>
                </a:solidFill>
              </a:defRPr>
            </a:lvl1pPr>
          </a:lstStyle>
          <a:p>
            <a:pPr lvl="0"/>
            <a:r>
              <a:rPr lang="en-US"/>
              <a:t>Column text here</a:t>
            </a:r>
          </a:p>
        </p:txBody>
      </p:sp>
      <p:sp>
        <p:nvSpPr>
          <p:cNvPr id="15" name="Text Placeholder 13">
            <a:extLst>
              <a:ext uri="{FF2B5EF4-FFF2-40B4-BE49-F238E27FC236}">
                <a16:creationId xmlns:a16="http://schemas.microsoft.com/office/drawing/2014/main" id="{8F9DC367-4027-CD6E-17DF-6ABDEFB9BBE8}"/>
              </a:ext>
            </a:extLst>
          </p:cNvPr>
          <p:cNvSpPr>
            <a:spLocks noGrp="1"/>
          </p:cNvSpPr>
          <p:nvPr>
            <p:ph type="body" sz="quarter" idx="23" hasCustomPrompt="1"/>
          </p:nvPr>
        </p:nvSpPr>
        <p:spPr>
          <a:xfrm>
            <a:off x="326104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16" name="Text Placeholder 13">
            <a:extLst>
              <a:ext uri="{FF2B5EF4-FFF2-40B4-BE49-F238E27FC236}">
                <a16:creationId xmlns:a16="http://schemas.microsoft.com/office/drawing/2014/main" id="{95D4930F-70D6-B904-811E-73049E1CBA38}"/>
              </a:ext>
            </a:extLst>
          </p:cNvPr>
          <p:cNvSpPr>
            <a:spLocks noGrp="1"/>
          </p:cNvSpPr>
          <p:nvPr>
            <p:ph type="body" sz="quarter" idx="24" hasCustomPrompt="1"/>
          </p:nvPr>
        </p:nvSpPr>
        <p:spPr>
          <a:xfrm>
            <a:off x="616680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17" name="Text Placeholder 13">
            <a:extLst>
              <a:ext uri="{FF2B5EF4-FFF2-40B4-BE49-F238E27FC236}">
                <a16:creationId xmlns:a16="http://schemas.microsoft.com/office/drawing/2014/main" id="{A3DFA6EB-3380-0A77-5E81-E6921384D656}"/>
              </a:ext>
            </a:extLst>
          </p:cNvPr>
          <p:cNvSpPr>
            <a:spLocks noGrp="1"/>
          </p:cNvSpPr>
          <p:nvPr>
            <p:ph type="body" sz="quarter" idx="25" hasCustomPrompt="1"/>
          </p:nvPr>
        </p:nvSpPr>
        <p:spPr>
          <a:xfrm>
            <a:off x="906240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8" name="Text Placeholder 7">
            <a:extLst>
              <a:ext uri="{FF2B5EF4-FFF2-40B4-BE49-F238E27FC236}">
                <a16:creationId xmlns:a16="http://schemas.microsoft.com/office/drawing/2014/main" id="{7286F306-882B-7852-BBFD-BA77D964E909}"/>
              </a:ext>
            </a:extLst>
          </p:cNvPr>
          <p:cNvSpPr>
            <a:spLocks noGrp="1"/>
          </p:cNvSpPr>
          <p:nvPr>
            <p:ph type="body" sz="quarter" idx="26" hasCustomPrompt="1"/>
          </p:nvPr>
        </p:nvSpPr>
        <p:spPr>
          <a:xfrm>
            <a:off x="347663" y="4077072"/>
            <a:ext cx="277971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13" name="Text Placeholder 7">
            <a:extLst>
              <a:ext uri="{FF2B5EF4-FFF2-40B4-BE49-F238E27FC236}">
                <a16:creationId xmlns:a16="http://schemas.microsoft.com/office/drawing/2014/main" id="{2E1DA89C-0717-A92E-C788-79FF9A3A067A}"/>
              </a:ext>
            </a:extLst>
          </p:cNvPr>
          <p:cNvSpPr>
            <a:spLocks noGrp="1"/>
          </p:cNvSpPr>
          <p:nvPr>
            <p:ph type="body" sz="quarter" idx="27" hasCustomPrompt="1"/>
          </p:nvPr>
        </p:nvSpPr>
        <p:spPr>
          <a:xfrm>
            <a:off x="3264118" y="4077072"/>
            <a:ext cx="276203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19" name="Text Placeholder 7">
            <a:extLst>
              <a:ext uri="{FF2B5EF4-FFF2-40B4-BE49-F238E27FC236}">
                <a16:creationId xmlns:a16="http://schemas.microsoft.com/office/drawing/2014/main" id="{16AEC330-8531-551A-538E-062F0FD1290C}"/>
              </a:ext>
            </a:extLst>
          </p:cNvPr>
          <p:cNvSpPr>
            <a:spLocks noGrp="1"/>
          </p:cNvSpPr>
          <p:nvPr>
            <p:ph type="body" sz="quarter" idx="28" hasCustomPrompt="1"/>
          </p:nvPr>
        </p:nvSpPr>
        <p:spPr>
          <a:xfrm>
            <a:off x="6161322" y="4077072"/>
            <a:ext cx="276203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20" name="Text Placeholder 7">
            <a:extLst>
              <a:ext uri="{FF2B5EF4-FFF2-40B4-BE49-F238E27FC236}">
                <a16:creationId xmlns:a16="http://schemas.microsoft.com/office/drawing/2014/main" id="{DC9B9F11-547E-25D9-8E34-43B353A7A894}"/>
              </a:ext>
            </a:extLst>
          </p:cNvPr>
          <p:cNvSpPr>
            <a:spLocks noGrp="1"/>
          </p:cNvSpPr>
          <p:nvPr>
            <p:ph type="body" sz="quarter" idx="29" hasCustomPrompt="1"/>
          </p:nvPr>
        </p:nvSpPr>
        <p:spPr>
          <a:xfrm>
            <a:off x="9068152" y="4077072"/>
            <a:ext cx="2762032" cy="504055"/>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21" name="Slide Number Placeholder 5">
            <a:extLst>
              <a:ext uri="{FF2B5EF4-FFF2-40B4-BE49-F238E27FC236}">
                <a16:creationId xmlns:a16="http://schemas.microsoft.com/office/drawing/2014/main" id="{90941094-6E05-418D-9E2C-9802115BE14F}"/>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22" name="Straight Connector 21">
            <a:extLst>
              <a:ext uri="{FF2B5EF4-FFF2-40B4-BE49-F238E27FC236}">
                <a16:creationId xmlns:a16="http://schemas.microsoft.com/office/drawing/2014/main" id="{1AD4F87E-A1F5-8EF6-9889-39556CA23BA2}"/>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6" name="Title 1">
            <a:extLst>
              <a:ext uri="{FF2B5EF4-FFF2-40B4-BE49-F238E27FC236}">
                <a16:creationId xmlns:a16="http://schemas.microsoft.com/office/drawing/2014/main" id="{7BBB425B-516E-E1F8-9983-97736074E66D}"/>
              </a:ext>
            </a:extLst>
          </p:cNvPr>
          <p:cNvSpPr>
            <a:spLocks noGrp="1"/>
          </p:cNvSpPr>
          <p:nvPr>
            <p:ph type="title" hasCustomPrompt="1"/>
          </p:nvPr>
        </p:nvSpPr>
        <p:spPr>
          <a:xfrm>
            <a:off x="348300" y="548680"/>
            <a:ext cx="7602441" cy="1042415"/>
          </a:xfrm>
        </p:spPr>
        <p:txBody>
          <a:bodyPr>
            <a:noAutofit/>
          </a:bodyPr>
          <a:lstStyle>
            <a:lvl1pPr>
              <a:lnSpc>
                <a:spcPct val="80000"/>
              </a:lnSpc>
              <a:defRPr>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6658F71C-1DDF-8AE9-5C7F-5B4D8348A9C0}"/>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815659208"/>
      </p:ext>
    </p:extLst>
  </p:cSld>
  <p:clrMapOvr>
    <a:masterClrMapping/>
  </p:clrMapOvr>
  <p:extLst>
    <p:ext uri="{DCECCB84-F9BA-43D5-87BE-67443E8EF086}">
      <p15:sldGuideLst xmlns:p15="http://schemas.microsoft.com/office/powerpoint/2012/main">
        <p15:guide id="1" orient="horz" pos="2296">
          <p15:clr>
            <a:srgbClr val="FBAE40"/>
          </p15:clr>
        </p15:guide>
        <p15:guide id="2" orient="horz" pos="39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 Left Title / Right Lis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2" y="548680"/>
            <a:ext cx="4203307"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6240016" y="636025"/>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4" name="Text Placeholder 6">
            <a:extLst>
              <a:ext uri="{FF2B5EF4-FFF2-40B4-BE49-F238E27FC236}">
                <a16:creationId xmlns:a16="http://schemas.microsoft.com/office/drawing/2014/main" id="{85955332-9B32-3449-B6FC-FB66E1BF88A9}"/>
              </a:ext>
            </a:extLst>
          </p:cNvPr>
          <p:cNvSpPr>
            <a:spLocks noGrp="1"/>
          </p:cNvSpPr>
          <p:nvPr>
            <p:ph type="body" sz="quarter" idx="23" hasCustomPrompt="1"/>
          </p:nvPr>
        </p:nvSpPr>
        <p:spPr>
          <a:xfrm>
            <a:off x="6240016" y="1562961"/>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16" name="Text Placeholder 6">
            <a:extLst>
              <a:ext uri="{FF2B5EF4-FFF2-40B4-BE49-F238E27FC236}">
                <a16:creationId xmlns:a16="http://schemas.microsoft.com/office/drawing/2014/main" id="{52C97BE2-BCDB-64F2-2C52-17D2544F3113}"/>
              </a:ext>
            </a:extLst>
          </p:cNvPr>
          <p:cNvSpPr>
            <a:spLocks noGrp="1"/>
          </p:cNvSpPr>
          <p:nvPr>
            <p:ph type="body" sz="quarter" idx="24" hasCustomPrompt="1"/>
          </p:nvPr>
        </p:nvSpPr>
        <p:spPr>
          <a:xfrm>
            <a:off x="6240016" y="2499041"/>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18" name="Text Placeholder 6">
            <a:extLst>
              <a:ext uri="{FF2B5EF4-FFF2-40B4-BE49-F238E27FC236}">
                <a16:creationId xmlns:a16="http://schemas.microsoft.com/office/drawing/2014/main" id="{4A828893-AFA4-5D05-A38E-0618C11A1A89}"/>
              </a:ext>
            </a:extLst>
          </p:cNvPr>
          <p:cNvSpPr>
            <a:spLocks noGrp="1"/>
          </p:cNvSpPr>
          <p:nvPr>
            <p:ph type="body" sz="quarter" idx="25" hasCustomPrompt="1"/>
          </p:nvPr>
        </p:nvSpPr>
        <p:spPr>
          <a:xfrm>
            <a:off x="6240016" y="3444265"/>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6" name="Text Placeholder 5">
            <a:extLst>
              <a:ext uri="{FF2B5EF4-FFF2-40B4-BE49-F238E27FC236}">
                <a16:creationId xmlns:a16="http://schemas.microsoft.com/office/drawing/2014/main" id="{01BD92B2-C7CE-C9B1-53B5-779F5068404D}"/>
              </a:ext>
            </a:extLst>
          </p:cNvPr>
          <p:cNvSpPr>
            <a:spLocks noGrp="1"/>
          </p:cNvSpPr>
          <p:nvPr>
            <p:ph type="body" sz="quarter" idx="26" hasCustomPrompt="1"/>
          </p:nvPr>
        </p:nvSpPr>
        <p:spPr>
          <a:xfrm>
            <a:off x="5531045" y="63469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19" name="Text Placeholder 5">
            <a:extLst>
              <a:ext uri="{FF2B5EF4-FFF2-40B4-BE49-F238E27FC236}">
                <a16:creationId xmlns:a16="http://schemas.microsoft.com/office/drawing/2014/main" id="{3775F20E-7D69-4D79-6B9A-38D49C28BDF5}"/>
              </a:ext>
            </a:extLst>
          </p:cNvPr>
          <p:cNvSpPr>
            <a:spLocks noGrp="1"/>
          </p:cNvSpPr>
          <p:nvPr>
            <p:ph type="body" sz="quarter" idx="27" hasCustomPrompt="1"/>
          </p:nvPr>
        </p:nvSpPr>
        <p:spPr>
          <a:xfrm>
            <a:off x="5531045" y="1565268"/>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0" name="Text Placeholder 5">
            <a:extLst>
              <a:ext uri="{FF2B5EF4-FFF2-40B4-BE49-F238E27FC236}">
                <a16:creationId xmlns:a16="http://schemas.microsoft.com/office/drawing/2014/main" id="{5E6A595E-043E-3712-AE77-9B5DAEDDA3AD}"/>
              </a:ext>
            </a:extLst>
          </p:cNvPr>
          <p:cNvSpPr>
            <a:spLocks noGrp="1"/>
          </p:cNvSpPr>
          <p:nvPr>
            <p:ph type="body" sz="quarter" idx="28" hasCustomPrompt="1"/>
          </p:nvPr>
        </p:nvSpPr>
        <p:spPr>
          <a:xfrm>
            <a:off x="5531045" y="2497956"/>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1" name="Text Placeholder 5">
            <a:extLst>
              <a:ext uri="{FF2B5EF4-FFF2-40B4-BE49-F238E27FC236}">
                <a16:creationId xmlns:a16="http://schemas.microsoft.com/office/drawing/2014/main" id="{63D0F9D9-F52D-0B98-8084-FB03E19B8834}"/>
              </a:ext>
            </a:extLst>
          </p:cNvPr>
          <p:cNvSpPr>
            <a:spLocks noGrp="1"/>
          </p:cNvSpPr>
          <p:nvPr>
            <p:ph type="body" sz="quarter" idx="29" hasCustomPrompt="1"/>
          </p:nvPr>
        </p:nvSpPr>
        <p:spPr>
          <a:xfrm>
            <a:off x="5531045" y="3430644"/>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12" name="Text Placeholder 8">
            <a:extLst>
              <a:ext uri="{FF2B5EF4-FFF2-40B4-BE49-F238E27FC236}">
                <a16:creationId xmlns:a16="http://schemas.microsoft.com/office/drawing/2014/main" id="{CF155E61-F0EA-F54D-AD56-A4A2FA2F8382}"/>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ext Placeholder 6">
            <a:extLst>
              <a:ext uri="{FF2B5EF4-FFF2-40B4-BE49-F238E27FC236}">
                <a16:creationId xmlns:a16="http://schemas.microsoft.com/office/drawing/2014/main" id="{25795571-AAD2-F9DE-9AD5-458E49796A09}"/>
              </a:ext>
            </a:extLst>
          </p:cNvPr>
          <p:cNvSpPr>
            <a:spLocks noGrp="1"/>
          </p:cNvSpPr>
          <p:nvPr>
            <p:ph type="body" sz="quarter" idx="31" hasCustomPrompt="1"/>
          </p:nvPr>
        </p:nvSpPr>
        <p:spPr>
          <a:xfrm>
            <a:off x="347472" y="2996955"/>
            <a:ext cx="3746501" cy="3393304"/>
          </a:xfrm>
        </p:spPr>
        <p:txBody>
          <a:bodyPr anchor="b" anchorCtr="0"/>
          <a:lstStyle>
            <a:lvl1pPr>
              <a:lnSpc>
                <a:spcPct val="110000"/>
              </a:lnSpc>
              <a:defRPr/>
            </a:lvl1pPr>
          </a:lstStyle>
          <a:p>
            <a:pPr lvl="0"/>
            <a:r>
              <a:rPr lang="en-US"/>
              <a:t>Insert text here</a:t>
            </a:r>
          </a:p>
        </p:txBody>
      </p:sp>
    </p:spTree>
    <p:extLst>
      <p:ext uri="{BB962C8B-B14F-4D97-AF65-F5344CB8AC3E}">
        <p14:creationId xmlns:p14="http://schemas.microsoft.com/office/powerpoint/2010/main" val="4368936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 - List (Row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979113" y="2862128"/>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3D3F8C85-025A-1714-0AD0-CB9CA24275B0}"/>
              </a:ext>
            </a:extLst>
          </p:cNvPr>
          <p:cNvSpPr>
            <a:spLocks noGrp="1"/>
          </p:cNvSpPr>
          <p:nvPr>
            <p:ph type="body" sz="quarter" idx="23" hasCustomPrompt="1"/>
          </p:nvPr>
        </p:nvSpPr>
        <p:spPr>
          <a:xfrm>
            <a:off x="979113" y="3767384"/>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19" name="Text Placeholder 6">
            <a:extLst>
              <a:ext uri="{FF2B5EF4-FFF2-40B4-BE49-F238E27FC236}">
                <a16:creationId xmlns:a16="http://schemas.microsoft.com/office/drawing/2014/main" id="{DB95601A-E0FE-30CE-E19D-8FF2E48B1B0D}"/>
              </a:ext>
            </a:extLst>
          </p:cNvPr>
          <p:cNvSpPr>
            <a:spLocks noGrp="1"/>
          </p:cNvSpPr>
          <p:nvPr>
            <p:ph type="body" sz="quarter" idx="24" hasCustomPrompt="1"/>
          </p:nvPr>
        </p:nvSpPr>
        <p:spPr>
          <a:xfrm>
            <a:off x="979113" y="4681784"/>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21" name="Text Placeholder 6">
            <a:extLst>
              <a:ext uri="{FF2B5EF4-FFF2-40B4-BE49-F238E27FC236}">
                <a16:creationId xmlns:a16="http://schemas.microsoft.com/office/drawing/2014/main" id="{883757E3-734E-C9D3-2263-AE4F7F946D8C}"/>
              </a:ext>
            </a:extLst>
          </p:cNvPr>
          <p:cNvSpPr>
            <a:spLocks noGrp="1"/>
          </p:cNvSpPr>
          <p:nvPr>
            <p:ph type="body" sz="quarter" idx="25" hasCustomPrompt="1"/>
          </p:nvPr>
        </p:nvSpPr>
        <p:spPr>
          <a:xfrm>
            <a:off x="979113" y="5605328"/>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8" name="Text Placeholder 5">
            <a:extLst>
              <a:ext uri="{FF2B5EF4-FFF2-40B4-BE49-F238E27FC236}">
                <a16:creationId xmlns:a16="http://schemas.microsoft.com/office/drawing/2014/main" id="{5FF87923-0BB1-2ABB-5771-BE9D770620A4}"/>
              </a:ext>
            </a:extLst>
          </p:cNvPr>
          <p:cNvSpPr>
            <a:spLocks noGrp="1"/>
          </p:cNvSpPr>
          <p:nvPr>
            <p:ph type="body" sz="quarter" idx="26" hasCustomPrompt="1"/>
          </p:nvPr>
        </p:nvSpPr>
        <p:spPr>
          <a:xfrm>
            <a:off x="348300" y="2861658"/>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1</a:t>
            </a:r>
            <a:endParaRPr lang="en-GB"/>
          </a:p>
        </p:txBody>
      </p:sp>
      <p:sp>
        <p:nvSpPr>
          <p:cNvPr id="13" name="Text Placeholder 5">
            <a:extLst>
              <a:ext uri="{FF2B5EF4-FFF2-40B4-BE49-F238E27FC236}">
                <a16:creationId xmlns:a16="http://schemas.microsoft.com/office/drawing/2014/main" id="{1D37AF0F-927D-D7D9-86B0-9F340253CBDC}"/>
              </a:ext>
            </a:extLst>
          </p:cNvPr>
          <p:cNvSpPr>
            <a:spLocks noGrp="1"/>
          </p:cNvSpPr>
          <p:nvPr>
            <p:ph type="body" sz="quarter" idx="31" hasCustomPrompt="1"/>
          </p:nvPr>
        </p:nvSpPr>
        <p:spPr>
          <a:xfrm>
            <a:off x="348300" y="3739482"/>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2</a:t>
            </a:r>
            <a:endParaRPr lang="en-GB"/>
          </a:p>
        </p:txBody>
      </p:sp>
      <p:sp>
        <p:nvSpPr>
          <p:cNvPr id="14" name="Text Placeholder 5">
            <a:extLst>
              <a:ext uri="{FF2B5EF4-FFF2-40B4-BE49-F238E27FC236}">
                <a16:creationId xmlns:a16="http://schemas.microsoft.com/office/drawing/2014/main" id="{9393D7B5-E97A-82BF-2C18-6BF1417C4CA4}"/>
              </a:ext>
            </a:extLst>
          </p:cNvPr>
          <p:cNvSpPr>
            <a:spLocks noGrp="1"/>
          </p:cNvSpPr>
          <p:nvPr>
            <p:ph type="body" sz="quarter" idx="32" hasCustomPrompt="1"/>
          </p:nvPr>
        </p:nvSpPr>
        <p:spPr>
          <a:xfrm>
            <a:off x="348300" y="4663026"/>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3</a:t>
            </a:r>
            <a:endParaRPr lang="en-GB"/>
          </a:p>
        </p:txBody>
      </p:sp>
      <p:sp>
        <p:nvSpPr>
          <p:cNvPr id="15" name="Text Placeholder 5">
            <a:extLst>
              <a:ext uri="{FF2B5EF4-FFF2-40B4-BE49-F238E27FC236}">
                <a16:creationId xmlns:a16="http://schemas.microsoft.com/office/drawing/2014/main" id="{10996FAD-9C67-49B6-16AF-AF41E1F1392C}"/>
              </a:ext>
            </a:extLst>
          </p:cNvPr>
          <p:cNvSpPr>
            <a:spLocks noGrp="1"/>
          </p:cNvSpPr>
          <p:nvPr>
            <p:ph type="body" sz="quarter" idx="33" hasCustomPrompt="1"/>
          </p:nvPr>
        </p:nvSpPr>
        <p:spPr>
          <a:xfrm>
            <a:off x="348300" y="5586570"/>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4</a:t>
            </a:r>
            <a:endParaRPr lang="en-GB"/>
          </a:p>
        </p:txBody>
      </p:sp>
      <p:sp>
        <p:nvSpPr>
          <p:cNvPr id="17" name="Text Placeholder 8">
            <a:extLst>
              <a:ext uri="{FF2B5EF4-FFF2-40B4-BE49-F238E27FC236}">
                <a16:creationId xmlns:a16="http://schemas.microsoft.com/office/drawing/2014/main" id="{A03856AD-4584-46AC-A8AD-921C68467475}"/>
              </a:ext>
            </a:extLst>
          </p:cNvPr>
          <p:cNvSpPr>
            <a:spLocks noGrp="1"/>
          </p:cNvSpPr>
          <p:nvPr>
            <p:ph type="body" sz="quarter" idx="3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0" name="Title 1">
            <a:extLst>
              <a:ext uri="{FF2B5EF4-FFF2-40B4-BE49-F238E27FC236}">
                <a16:creationId xmlns:a16="http://schemas.microsoft.com/office/drawing/2014/main" id="{ED5A8DB6-90FE-CDCF-49AF-9D1B690BC2E0}"/>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22" name="Text Placeholder 14">
            <a:extLst>
              <a:ext uri="{FF2B5EF4-FFF2-40B4-BE49-F238E27FC236}">
                <a16:creationId xmlns:a16="http://schemas.microsoft.com/office/drawing/2014/main" id="{8D23C913-48A8-9AD2-6278-BED133E32944}"/>
              </a:ext>
            </a:extLst>
          </p:cNvPr>
          <p:cNvSpPr>
            <a:spLocks noGrp="1"/>
          </p:cNvSpPr>
          <p:nvPr>
            <p:ph type="body" sz="quarter" idx="35"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75518386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 - List (Column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437849"/>
            <a:ext cx="2791979"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437849"/>
            <a:ext cx="2760741"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sp>
        <p:nvSpPr>
          <p:cNvPr id="19" name="Text Placeholder 6">
            <a:extLst>
              <a:ext uri="{FF2B5EF4-FFF2-40B4-BE49-F238E27FC236}">
                <a16:creationId xmlns:a16="http://schemas.microsoft.com/office/drawing/2014/main" id="{352725F7-BF2B-7AFC-E03E-CB2152B4A672}"/>
              </a:ext>
            </a:extLst>
          </p:cNvPr>
          <p:cNvSpPr>
            <a:spLocks noGrp="1"/>
          </p:cNvSpPr>
          <p:nvPr>
            <p:ph type="body" sz="quarter" idx="24" hasCustomPrompt="1"/>
          </p:nvPr>
        </p:nvSpPr>
        <p:spPr>
          <a:xfrm>
            <a:off x="6165926" y="3437849"/>
            <a:ext cx="2760741" cy="2973523"/>
          </a:xfrm>
        </p:spPr>
        <p:txBody>
          <a:bodyPr anchor="t" anchorCtr="0"/>
          <a:lstStyle>
            <a:lvl1pPr marL="0" marR="0" indent="0" algn="l" defTabSz="914400" rtl="0" eaLnBrk="1" fontAlgn="auto" latinLnBrk="0" hangingPunct="1">
              <a:lnSpc>
                <a:spcPct val="110000"/>
              </a:lnSpc>
              <a:spcBef>
                <a:spcPts val="0"/>
              </a:spcBef>
              <a:spcAft>
                <a:spcPts val="600"/>
              </a:spcAft>
              <a:buClrTx/>
              <a:buSzTx/>
              <a:buFont typeface="Arial" panose="020B0604020202020204" pitchFamily="34" charset="0"/>
              <a:buNone/>
              <a:tabLst/>
              <a:defRPr sz="1600"/>
            </a:lvl1pPr>
          </a:lstStyle>
          <a:p>
            <a:pPr lvl="0"/>
            <a:r>
              <a:rPr lang="en-US"/>
              <a:t>Insert title here</a:t>
            </a:r>
            <a:br>
              <a:rPr lang="en-US"/>
            </a:br>
            <a:r>
              <a:rPr lang="en-US"/>
              <a:t>Insert text here</a:t>
            </a:r>
          </a:p>
        </p:txBody>
      </p:sp>
      <p:sp>
        <p:nvSpPr>
          <p:cNvPr id="21" name="Text Placeholder 6">
            <a:extLst>
              <a:ext uri="{FF2B5EF4-FFF2-40B4-BE49-F238E27FC236}">
                <a16:creationId xmlns:a16="http://schemas.microsoft.com/office/drawing/2014/main" id="{9B595EF9-7267-F964-A8F3-878A67AA7110}"/>
              </a:ext>
            </a:extLst>
          </p:cNvPr>
          <p:cNvSpPr>
            <a:spLocks noGrp="1"/>
          </p:cNvSpPr>
          <p:nvPr>
            <p:ph type="body" sz="quarter" idx="25" hasCustomPrompt="1"/>
          </p:nvPr>
        </p:nvSpPr>
        <p:spPr>
          <a:xfrm>
            <a:off x="9066442" y="3437849"/>
            <a:ext cx="2760741"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sp>
        <p:nvSpPr>
          <p:cNvPr id="23" name="Text Placeholder 5">
            <a:extLst>
              <a:ext uri="{FF2B5EF4-FFF2-40B4-BE49-F238E27FC236}">
                <a16:creationId xmlns:a16="http://schemas.microsoft.com/office/drawing/2014/main" id="{1B16973C-ADEB-D225-1CE3-67BA74A11E1C}"/>
              </a:ext>
            </a:extLst>
          </p:cNvPr>
          <p:cNvSpPr>
            <a:spLocks noGrp="1"/>
          </p:cNvSpPr>
          <p:nvPr>
            <p:ph type="body" sz="quarter" idx="26" hasCustomPrompt="1"/>
          </p:nvPr>
        </p:nvSpPr>
        <p:spPr>
          <a:xfrm>
            <a:off x="334963"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4" name="Text Placeholder 5">
            <a:extLst>
              <a:ext uri="{FF2B5EF4-FFF2-40B4-BE49-F238E27FC236}">
                <a16:creationId xmlns:a16="http://schemas.microsoft.com/office/drawing/2014/main" id="{26D8541F-EE91-C204-C969-55F364C667EC}"/>
              </a:ext>
            </a:extLst>
          </p:cNvPr>
          <p:cNvSpPr>
            <a:spLocks noGrp="1"/>
          </p:cNvSpPr>
          <p:nvPr>
            <p:ph type="body" sz="quarter" idx="27" hasCustomPrompt="1"/>
          </p:nvPr>
        </p:nvSpPr>
        <p:spPr>
          <a:xfrm>
            <a:off x="3251899"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5" name="Text Placeholder 5">
            <a:extLst>
              <a:ext uri="{FF2B5EF4-FFF2-40B4-BE49-F238E27FC236}">
                <a16:creationId xmlns:a16="http://schemas.microsoft.com/office/drawing/2014/main" id="{5C17B44B-FF96-C4B3-0C9D-4C7E14F3F866}"/>
              </a:ext>
            </a:extLst>
          </p:cNvPr>
          <p:cNvSpPr>
            <a:spLocks noGrp="1"/>
          </p:cNvSpPr>
          <p:nvPr>
            <p:ph type="body" sz="quarter" idx="28" hasCustomPrompt="1"/>
          </p:nvPr>
        </p:nvSpPr>
        <p:spPr>
          <a:xfrm>
            <a:off x="6159691"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6" name="Text Placeholder 5">
            <a:extLst>
              <a:ext uri="{FF2B5EF4-FFF2-40B4-BE49-F238E27FC236}">
                <a16:creationId xmlns:a16="http://schemas.microsoft.com/office/drawing/2014/main" id="{52F3A3D4-7ED2-BBA5-2DB9-8C8151451884}"/>
              </a:ext>
            </a:extLst>
          </p:cNvPr>
          <p:cNvSpPr>
            <a:spLocks noGrp="1"/>
          </p:cNvSpPr>
          <p:nvPr>
            <p:ph type="body" sz="quarter" idx="29" hasCustomPrompt="1"/>
          </p:nvPr>
        </p:nvSpPr>
        <p:spPr>
          <a:xfrm>
            <a:off x="9058339"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8" name="Text Placeholder 8">
            <a:extLst>
              <a:ext uri="{FF2B5EF4-FFF2-40B4-BE49-F238E27FC236}">
                <a16:creationId xmlns:a16="http://schemas.microsoft.com/office/drawing/2014/main" id="{ACFFC381-9397-270F-07F4-D07D32EAD0B5}"/>
              </a:ext>
            </a:extLst>
          </p:cNvPr>
          <p:cNvSpPr>
            <a:spLocks noGrp="1"/>
          </p:cNvSpPr>
          <p:nvPr>
            <p:ph type="body" sz="quarter" idx="30" hasCustomPrompt="1"/>
          </p:nvPr>
        </p:nvSpPr>
        <p:spPr>
          <a:xfrm>
            <a:off x="348299"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B2958239-843C-5C7C-F1BE-BFF73D06A33E}"/>
              </a:ext>
            </a:extLst>
          </p:cNvPr>
          <p:cNvSpPr>
            <a:spLocks noGrp="1"/>
          </p:cNvSpPr>
          <p:nvPr>
            <p:ph type="title" hasCustomPrompt="1"/>
          </p:nvPr>
        </p:nvSpPr>
        <p:spPr>
          <a:xfrm>
            <a:off x="347472"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4" name="Text Placeholder 14">
            <a:extLst>
              <a:ext uri="{FF2B5EF4-FFF2-40B4-BE49-F238E27FC236}">
                <a16:creationId xmlns:a16="http://schemas.microsoft.com/office/drawing/2014/main" id="{2F27D1D7-1F0D-F378-A10F-EAC7302FCCCC}"/>
              </a:ext>
            </a:extLst>
          </p:cNvPr>
          <p:cNvSpPr>
            <a:spLocks noGrp="1"/>
          </p:cNvSpPr>
          <p:nvPr>
            <p:ph type="body" sz="quarter" idx="31"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73317287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3B - List (Column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6" name="Text Placeholder 5">
            <a:extLst>
              <a:ext uri="{FF2B5EF4-FFF2-40B4-BE49-F238E27FC236}">
                <a16:creationId xmlns:a16="http://schemas.microsoft.com/office/drawing/2014/main" id="{D663D3FB-000D-83EF-3F02-C4EDA200D993}"/>
              </a:ext>
            </a:extLst>
          </p:cNvPr>
          <p:cNvSpPr>
            <a:spLocks noGrp="1"/>
          </p:cNvSpPr>
          <p:nvPr>
            <p:ph type="body" sz="quarter" idx="23" hasCustomPrompt="1"/>
          </p:nvPr>
        </p:nvSpPr>
        <p:spPr>
          <a:xfrm>
            <a:off x="334963" y="2276876"/>
            <a:ext cx="2792412"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7" name="Text Placeholder 5">
            <a:extLst>
              <a:ext uri="{FF2B5EF4-FFF2-40B4-BE49-F238E27FC236}">
                <a16:creationId xmlns:a16="http://schemas.microsoft.com/office/drawing/2014/main" id="{565E0AE5-DE7D-E18F-F3D6-E96250E81DEB}"/>
              </a:ext>
            </a:extLst>
          </p:cNvPr>
          <p:cNvSpPr>
            <a:spLocks noGrp="1"/>
          </p:cNvSpPr>
          <p:nvPr>
            <p:ph type="body" sz="quarter" idx="24" hasCustomPrompt="1"/>
          </p:nvPr>
        </p:nvSpPr>
        <p:spPr>
          <a:xfrm>
            <a:off x="3270187"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8" name="Text Placeholder 5">
            <a:extLst>
              <a:ext uri="{FF2B5EF4-FFF2-40B4-BE49-F238E27FC236}">
                <a16:creationId xmlns:a16="http://schemas.microsoft.com/office/drawing/2014/main" id="{62DFFCD8-B68D-1373-91E7-851296F151DE}"/>
              </a:ext>
            </a:extLst>
          </p:cNvPr>
          <p:cNvSpPr>
            <a:spLocks noGrp="1"/>
          </p:cNvSpPr>
          <p:nvPr>
            <p:ph type="body" sz="quarter" idx="25" hasCustomPrompt="1"/>
          </p:nvPr>
        </p:nvSpPr>
        <p:spPr>
          <a:xfrm>
            <a:off x="6168835"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12" name="Text Placeholder 5">
            <a:extLst>
              <a:ext uri="{FF2B5EF4-FFF2-40B4-BE49-F238E27FC236}">
                <a16:creationId xmlns:a16="http://schemas.microsoft.com/office/drawing/2014/main" id="{1A83159A-FFFA-2D3C-AB65-289104FD3F9D}"/>
              </a:ext>
            </a:extLst>
          </p:cNvPr>
          <p:cNvSpPr>
            <a:spLocks noGrp="1"/>
          </p:cNvSpPr>
          <p:nvPr>
            <p:ph type="body" sz="quarter" idx="26" hasCustomPrompt="1"/>
          </p:nvPr>
        </p:nvSpPr>
        <p:spPr>
          <a:xfrm>
            <a:off x="9067483"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13" name="Text Placeholder 5">
            <a:extLst>
              <a:ext uri="{FF2B5EF4-FFF2-40B4-BE49-F238E27FC236}">
                <a16:creationId xmlns:a16="http://schemas.microsoft.com/office/drawing/2014/main" id="{71E29878-D3B3-3293-76C4-A9FBA75B115C}"/>
              </a:ext>
            </a:extLst>
          </p:cNvPr>
          <p:cNvSpPr>
            <a:spLocks noGrp="1"/>
          </p:cNvSpPr>
          <p:nvPr>
            <p:ph type="body" sz="quarter" idx="27" hasCustomPrompt="1"/>
          </p:nvPr>
        </p:nvSpPr>
        <p:spPr>
          <a:xfrm>
            <a:off x="334963" y="2706644"/>
            <a:ext cx="2792412"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4" name="Text Placeholder 5">
            <a:extLst>
              <a:ext uri="{FF2B5EF4-FFF2-40B4-BE49-F238E27FC236}">
                <a16:creationId xmlns:a16="http://schemas.microsoft.com/office/drawing/2014/main" id="{52726485-6C81-604A-0901-79B73CD8FFC8}"/>
              </a:ext>
            </a:extLst>
          </p:cNvPr>
          <p:cNvSpPr>
            <a:spLocks noGrp="1"/>
          </p:cNvSpPr>
          <p:nvPr>
            <p:ph type="body" sz="quarter" idx="28" hasCustomPrompt="1"/>
          </p:nvPr>
        </p:nvSpPr>
        <p:spPr>
          <a:xfrm>
            <a:off x="3270059"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5" name="Text Placeholder 5">
            <a:extLst>
              <a:ext uri="{FF2B5EF4-FFF2-40B4-BE49-F238E27FC236}">
                <a16:creationId xmlns:a16="http://schemas.microsoft.com/office/drawing/2014/main" id="{643C3F55-8CD6-74BE-E8AB-C264799EB6EC}"/>
              </a:ext>
            </a:extLst>
          </p:cNvPr>
          <p:cNvSpPr>
            <a:spLocks noGrp="1"/>
          </p:cNvSpPr>
          <p:nvPr>
            <p:ph type="body" sz="quarter" idx="29" hasCustomPrompt="1"/>
          </p:nvPr>
        </p:nvSpPr>
        <p:spPr>
          <a:xfrm>
            <a:off x="6168707"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6" name="Text Placeholder 5">
            <a:extLst>
              <a:ext uri="{FF2B5EF4-FFF2-40B4-BE49-F238E27FC236}">
                <a16:creationId xmlns:a16="http://schemas.microsoft.com/office/drawing/2014/main" id="{F989F134-2E85-5E16-ED50-F7B6A25455D7}"/>
              </a:ext>
            </a:extLst>
          </p:cNvPr>
          <p:cNvSpPr>
            <a:spLocks noGrp="1"/>
          </p:cNvSpPr>
          <p:nvPr>
            <p:ph type="body" sz="quarter" idx="30" hasCustomPrompt="1"/>
          </p:nvPr>
        </p:nvSpPr>
        <p:spPr>
          <a:xfrm>
            <a:off x="9067355"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5" name="Text Placeholder 14">
            <a:extLst>
              <a:ext uri="{FF2B5EF4-FFF2-40B4-BE49-F238E27FC236}">
                <a16:creationId xmlns:a16="http://schemas.microsoft.com/office/drawing/2014/main" id="{11459CFC-58E1-F07A-CED5-E9F2C72BD66F}"/>
              </a:ext>
            </a:extLst>
          </p:cNvPr>
          <p:cNvSpPr>
            <a:spLocks noGrp="1"/>
          </p:cNvSpPr>
          <p:nvPr>
            <p:ph type="body" sz="quarter" idx="31"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897FFFDC-2566-3002-A6BC-5E46F57FC520}"/>
              </a:ext>
            </a:extLst>
          </p:cNvPr>
          <p:cNvSpPr>
            <a:spLocks noGrp="1"/>
          </p:cNvSpPr>
          <p:nvPr>
            <p:ph type="body" sz="quarter" idx="32"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069212987"/>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C - List (Columns)">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3400845"/>
            <a:ext cx="2792412" cy="2672119"/>
          </a:xfrm>
        </p:spPr>
        <p:txBody>
          <a:bodyPr/>
          <a:lstStyle>
            <a:lvl1pPr marL="126000" indent="-126000">
              <a:lnSpc>
                <a:spcPct val="110000"/>
              </a:lnSpc>
              <a:buFont typeface="Arial" panose="020B0604020202020204" pitchFamily="34" charset="0"/>
              <a:buChar char="•"/>
              <a:defRPr/>
            </a:lvl1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0" name="Text Placeholder 2">
            <a:extLst>
              <a:ext uri="{FF2B5EF4-FFF2-40B4-BE49-F238E27FC236}">
                <a16:creationId xmlns:a16="http://schemas.microsoft.com/office/drawing/2014/main" id="{F4A66224-12CE-79F9-1C37-D9C4BEF74FCC}"/>
              </a:ext>
            </a:extLst>
          </p:cNvPr>
          <p:cNvSpPr>
            <a:spLocks noGrp="1"/>
          </p:cNvSpPr>
          <p:nvPr>
            <p:ph type="body" sz="quarter" idx="18" hasCustomPrompt="1"/>
          </p:nvPr>
        </p:nvSpPr>
        <p:spPr>
          <a:xfrm>
            <a:off x="3287048" y="3400845"/>
            <a:ext cx="2736944" cy="2672119"/>
          </a:xfrm>
        </p:spPr>
        <p:txBody>
          <a:bodyPr/>
          <a:lstStyle>
            <a:lvl1pPr marL="126000" indent="-126000">
              <a:lnSpc>
                <a:spcPct val="110000"/>
              </a:lnSpc>
              <a:buFont typeface="Arial" panose="020B0604020202020204" pitchFamily="34" charset="0"/>
              <a:buChar char="•"/>
              <a:defRPr/>
            </a:lvl1pPr>
            <a:lvl5pPr>
              <a:defRPr/>
            </a:lvl5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1" name="Text Placeholder 4">
            <a:extLst>
              <a:ext uri="{FF2B5EF4-FFF2-40B4-BE49-F238E27FC236}">
                <a16:creationId xmlns:a16="http://schemas.microsoft.com/office/drawing/2014/main" id="{02E45F5B-DAB6-EDB9-EB30-20A697039F14}"/>
              </a:ext>
            </a:extLst>
          </p:cNvPr>
          <p:cNvSpPr>
            <a:spLocks noGrp="1"/>
          </p:cNvSpPr>
          <p:nvPr>
            <p:ph type="body" sz="quarter" idx="19" hasCustomPrompt="1"/>
          </p:nvPr>
        </p:nvSpPr>
        <p:spPr>
          <a:xfrm>
            <a:off x="6168008" y="3352799"/>
            <a:ext cx="2751137" cy="2720165"/>
          </a:xfrm>
        </p:spPr>
        <p:txBody>
          <a:bodyPr/>
          <a:lstStyle>
            <a:lvl1pPr marL="126000" indent="-126000">
              <a:lnSpc>
                <a:spcPct val="110000"/>
              </a:lnSpc>
              <a:buFont typeface="Arial" panose="020B0604020202020204" pitchFamily="34" charset="0"/>
              <a:buChar char="•"/>
              <a:defRPr/>
            </a:lvl1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2" name="Text Placeholder 6">
            <a:extLst>
              <a:ext uri="{FF2B5EF4-FFF2-40B4-BE49-F238E27FC236}">
                <a16:creationId xmlns:a16="http://schemas.microsoft.com/office/drawing/2014/main" id="{20A39A1D-8D4E-880C-CB18-FF07D46CDB2B}"/>
              </a:ext>
            </a:extLst>
          </p:cNvPr>
          <p:cNvSpPr>
            <a:spLocks noGrp="1"/>
          </p:cNvSpPr>
          <p:nvPr>
            <p:ph type="body" sz="quarter" idx="20" hasCustomPrompt="1"/>
          </p:nvPr>
        </p:nvSpPr>
        <p:spPr>
          <a:xfrm>
            <a:off x="9074149" y="3352799"/>
            <a:ext cx="2751137" cy="2720165"/>
          </a:xfrm>
        </p:spPr>
        <p:txBody>
          <a:bodyPr/>
          <a:lstStyle>
            <a:lvl1pPr marL="126000" indent="-126000">
              <a:lnSpc>
                <a:spcPct val="110000"/>
              </a:lnSpc>
              <a:buFont typeface="Arial" panose="020B0604020202020204" pitchFamily="34" charset="0"/>
              <a:buChar char="•"/>
              <a:defRPr/>
            </a:lvl1pPr>
            <a:lvl5pPr>
              <a:defRPr/>
            </a:lvl5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pic>
        <p:nvPicPr>
          <p:cNvPr id="3" name="Picture 2" descr="A black tree with leaves&#10;&#10;Description automatically generated">
            <a:extLst>
              <a:ext uri="{FF2B5EF4-FFF2-40B4-BE49-F238E27FC236}">
                <a16:creationId xmlns:a16="http://schemas.microsoft.com/office/drawing/2014/main" id="{A1EDB9EA-6D31-C114-6BC2-8CAA1AAA6AE6}"/>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1" name="Slide Number Placeholder 5">
            <a:extLst>
              <a:ext uri="{FF2B5EF4-FFF2-40B4-BE49-F238E27FC236}">
                <a16:creationId xmlns:a16="http://schemas.microsoft.com/office/drawing/2014/main" id="{1AD4B67B-7D69-3D8E-E985-22A08E406AED}"/>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2" name="Straight Connector 11">
            <a:extLst>
              <a:ext uri="{FF2B5EF4-FFF2-40B4-BE49-F238E27FC236}">
                <a16:creationId xmlns:a16="http://schemas.microsoft.com/office/drawing/2014/main" id="{20A5479E-6B07-E697-D6E4-04F20B1572F7}"/>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1249FA-49BD-C24A-AD56-6659A2EFDF16}"/>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98EC0778-10D3-8D8F-7552-58AF7C02CEEE}"/>
              </a:ext>
            </a:extLst>
          </p:cNvPr>
          <p:cNvSpPr>
            <a:spLocks noGrp="1"/>
          </p:cNvSpPr>
          <p:nvPr>
            <p:ph type="title" hasCustomPrompt="1"/>
          </p:nvPr>
        </p:nvSpPr>
        <p:spPr>
          <a:xfrm>
            <a:off x="348299" y="548680"/>
            <a:ext cx="11164824" cy="1040003"/>
          </a:xfrm>
        </p:spPr>
        <p:txBody>
          <a:bodyPr>
            <a:noAutofit/>
          </a:bodyPr>
          <a:lstStyle>
            <a:lvl1pPr>
              <a:lnSpc>
                <a:spcPct val="80000"/>
              </a:lnSpc>
              <a:defRPr>
                <a:solidFill>
                  <a:srgbClr val="3D441E"/>
                </a:solidFill>
              </a:defRPr>
            </a:lvl1pPr>
          </a:lstStyle>
          <a:p>
            <a:r>
              <a:rPr lang="en-US"/>
              <a:t>Insert Title Here</a:t>
            </a:r>
          </a:p>
        </p:txBody>
      </p:sp>
      <p:sp>
        <p:nvSpPr>
          <p:cNvPr id="5" name="Text Placeholder 4">
            <a:extLst>
              <a:ext uri="{FF2B5EF4-FFF2-40B4-BE49-F238E27FC236}">
                <a16:creationId xmlns:a16="http://schemas.microsoft.com/office/drawing/2014/main" id="{E17C9006-B776-9210-AFDF-75496DA086C3}"/>
              </a:ext>
            </a:extLst>
          </p:cNvPr>
          <p:cNvSpPr>
            <a:spLocks noGrp="1"/>
          </p:cNvSpPr>
          <p:nvPr>
            <p:ph type="body" sz="quarter" idx="22" hasCustomPrompt="1"/>
          </p:nvPr>
        </p:nvSpPr>
        <p:spPr>
          <a:xfrm>
            <a:off x="347663" y="2119578"/>
            <a:ext cx="2779712"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9" name="Text Placeholder 4">
            <a:extLst>
              <a:ext uri="{FF2B5EF4-FFF2-40B4-BE49-F238E27FC236}">
                <a16:creationId xmlns:a16="http://schemas.microsoft.com/office/drawing/2014/main" id="{9DA7A459-A70C-9673-7C1D-88ABADE3ECA6}"/>
              </a:ext>
            </a:extLst>
          </p:cNvPr>
          <p:cNvSpPr>
            <a:spLocks noGrp="1"/>
          </p:cNvSpPr>
          <p:nvPr>
            <p:ph type="body" sz="quarter" idx="23" hasCustomPrompt="1"/>
          </p:nvPr>
        </p:nvSpPr>
        <p:spPr>
          <a:xfrm>
            <a:off x="3283137" y="2119578"/>
            <a:ext cx="2727698"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10" name="Text Placeholder 4">
            <a:extLst>
              <a:ext uri="{FF2B5EF4-FFF2-40B4-BE49-F238E27FC236}">
                <a16:creationId xmlns:a16="http://schemas.microsoft.com/office/drawing/2014/main" id="{4ED9F254-2F02-E1E2-A9B2-523EB3A2CF2D}"/>
              </a:ext>
            </a:extLst>
          </p:cNvPr>
          <p:cNvSpPr>
            <a:spLocks noGrp="1"/>
          </p:cNvSpPr>
          <p:nvPr>
            <p:ph type="body" sz="quarter" idx="24" hasCustomPrompt="1"/>
          </p:nvPr>
        </p:nvSpPr>
        <p:spPr>
          <a:xfrm>
            <a:off x="6174254" y="2119578"/>
            <a:ext cx="2741146"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14" name="Text Placeholder 4">
            <a:extLst>
              <a:ext uri="{FF2B5EF4-FFF2-40B4-BE49-F238E27FC236}">
                <a16:creationId xmlns:a16="http://schemas.microsoft.com/office/drawing/2014/main" id="{C6A95349-7912-8B59-F46B-1D3B34901D47}"/>
              </a:ext>
            </a:extLst>
          </p:cNvPr>
          <p:cNvSpPr>
            <a:spLocks noGrp="1"/>
          </p:cNvSpPr>
          <p:nvPr>
            <p:ph type="body" sz="quarter" idx="25" hasCustomPrompt="1"/>
          </p:nvPr>
        </p:nvSpPr>
        <p:spPr>
          <a:xfrm>
            <a:off x="9078819" y="2119578"/>
            <a:ext cx="2746467"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7" name="Text Placeholder 8">
            <a:extLst>
              <a:ext uri="{FF2B5EF4-FFF2-40B4-BE49-F238E27FC236}">
                <a16:creationId xmlns:a16="http://schemas.microsoft.com/office/drawing/2014/main" id="{B9B89550-AEFF-83C8-06AF-7287E6B5C26E}"/>
              </a:ext>
            </a:extLst>
          </p:cNvPr>
          <p:cNvSpPr>
            <a:spLocks noGrp="1"/>
          </p:cNvSpPr>
          <p:nvPr>
            <p:ph type="body" sz="quarter" idx="2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67628607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 - Client Feedbac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0"/>
            <a:ext cx="4203307" cy="1649091"/>
          </a:xfrm>
        </p:spPr>
        <p:txBody>
          <a:bodyPr>
            <a:noAutofit/>
          </a:bodyPr>
          <a:lstStyle>
            <a:lvl1pPr>
              <a:lnSpc>
                <a:spcPct val="80000"/>
              </a:lnSpc>
              <a:defRPr>
                <a:solidFill>
                  <a:srgbClr val="3D441E"/>
                </a:solidFill>
              </a:defRPr>
            </a:lvl1pPr>
          </a:lstStyle>
          <a:p>
            <a:r>
              <a:rPr lang="en-US"/>
              <a:t>Recent Client Feedback</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6" name="Text Placeholder 6">
            <a:extLst>
              <a:ext uri="{FF2B5EF4-FFF2-40B4-BE49-F238E27FC236}">
                <a16:creationId xmlns:a16="http://schemas.microsoft.com/office/drawing/2014/main" id="{52C97BE2-BCDB-64F2-2C52-17D2544F3113}"/>
              </a:ext>
            </a:extLst>
          </p:cNvPr>
          <p:cNvSpPr>
            <a:spLocks noGrp="1"/>
          </p:cNvSpPr>
          <p:nvPr>
            <p:ph type="body" sz="quarter" idx="24" hasCustomPrompt="1"/>
          </p:nvPr>
        </p:nvSpPr>
        <p:spPr>
          <a:xfrm>
            <a:off x="7104111" y="620714"/>
            <a:ext cx="4334256" cy="1080120"/>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13" name="Rectangular Callout 12">
            <a:extLst>
              <a:ext uri="{FF2B5EF4-FFF2-40B4-BE49-F238E27FC236}">
                <a16:creationId xmlns:a16="http://schemas.microsoft.com/office/drawing/2014/main" id="{28DF1F83-3134-C3A0-63C4-82A35FC5E9E1}"/>
              </a:ext>
            </a:extLst>
          </p:cNvPr>
          <p:cNvSpPr/>
          <p:nvPr userDrawn="1"/>
        </p:nvSpPr>
        <p:spPr>
          <a:xfrm rot="5400000">
            <a:off x="8723616" y="-998791"/>
            <a:ext cx="1097280" cy="4336289"/>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rtlCol="0" anchor="ctr"/>
          <a:lstStyle/>
          <a:p>
            <a:pPr algn="ctr"/>
            <a:endParaRPr lang="en-GB" sz="1600"/>
          </a:p>
        </p:txBody>
      </p:sp>
      <p:sp>
        <p:nvSpPr>
          <p:cNvPr id="26" name="Picture Placeholder 25">
            <a:extLst>
              <a:ext uri="{FF2B5EF4-FFF2-40B4-BE49-F238E27FC236}">
                <a16:creationId xmlns:a16="http://schemas.microsoft.com/office/drawing/2014/main" id="{B6E39893-5C1E-097F-87DE-39121528E295}"/>
              </a:ext>
            </a:extLst>
          </p:cNvPr>
          <p:cNvSpPr>
            <a:spLocks noGrp="1"/>
          </p:cNvSpPr>
          <p:nvPr>
            <p:ph type="pic" sz="quarter" idx="25"/>
          </p:nvPr>
        </p:nvSpPr>
        <p:spPr>
          <a:xfrm>
            <a:off x="5879976" y="584101"/>
            <a:ext cx="828675" cy="828675"/>
          </a:xfrm>
          <a:prstGeom prst="ellipse">
            <a:avLst/>
          </a:prstGeom>
          <a:solidFill>
            <a:srgbClr val="CBC4BC"/>
          </a:solidFill>
        </p:spPr>
        <p:txBody>
          <a:bodyPr/>
          <a:lstStyle/>
          <a:p>
            <a:endParaRPr lang="en-GB"/>
          </a:p>
        </p:txBody>
      </p:sp>
      <p:sp>
        <p:nvSpPr>
          <p:cNvPr id="27" name="Text Placeholder 6">
            <a:extLst>
              <a:ext uri="{FF2B5EF4-FFF2-40B4-BE49-F238E27FC236}">
                <a16:creationId xmlns:a16="http://schemas.microsoft.com/office/drawing/2014/main" id="{042DB6FC-A403-5755-A7D8-68D442E3DCF3}"/>
              </a:ext>
            </a:extLst>
          </p:cNvPr>
          <p:cNvSpPr>
            <a:spLocks noGrp="1"/>
          </p:cNvSpPr>
          <p:nvPr>
            <p:ph type="body" sz="quarter" idx="26" hasCustomPrompt="1"/>
          </p:nvPr>
        </p:nvSpPr>
        <p:spPr>
          <a:xfrm>
            <a:off x="7104109" y="1882586"/>
            <a:ext cx="4334256" cy="1062738"/>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28" name="Picture Placeholder 25">
            <a:extLst>
              <a:ext uri="{FF2B5EF4-FFF2-40B4-BE49-F238E27FC236}">
                <a16:creationId xmlns:a16="http://schemas.microsoft.com/office/drawing/2014/main" id="{5B906D74-3641-9205-26F0-B37F9EC4D153}"/>
              </a:ext>
            </a:extLst>
          </p:cNvPr>
          <p:cNvSpPr>
            <a:spLocks noGrp="1"/>
          </p:cNvSpPr>
          <p:nvPr>
            <p:ph type="pic" sz="quarter" idx="27"/>
          </p:nvPr>
        </p:nvSpPr>
        <p:spPr>
          <a:xfrm>
            <a:off x="5879976" y="1844824"/>
            <a:ext cx="828675" cy="828675"/>
          </a:xfrm>
          <a:prstGeom prst="ellipse">
            <a:avLst/>
          </a:prstGeom>
          <a:solidFill>
            <a:srgbClr val="CBC4BC"/>
          </a:solidFill>
        </p:spPr>
        <p:txBody>
          <a:bodyPr/>
          <a:lstStyle/>
          <a:p>
            <a:endParaRPr lang="en-GB"/>
          </a:p>
        </p:txBody>
      </p:sp>
      <p:sp>
        <p:nvSpPr>
          <p:cNvPr id="29" name="Rectangular Callout 28">
            <a:extLst>
              <a:ext uri="{FF2B5EF4-FFF2-40B4-BE49-F238E27FC236}">
                <a16:creationId xmlns:a16="http://schemas.microsoft.com/office/drawing/2014/main" id="{D43C8A36-7144-C848-BB95-013072939534}"/>
              </a:ext>
            </a:extLst>
          </p:cNvPr>
          <p:cNvSpPr/>
          <p:nvPr userDrawn="1"/>
        </p:nvSpPr>
        <p:spPr>
          <a:xfrm rot="5400000">
            <a:off x="8723616" y="253937"/>
            <a:ext cx="1097280" cy="4336289"/>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0" name="Text Placeholder 6">
            <a:extLst>
              <a:ext uri="{FF2B5EF4-FFF2-40B4-BE49-F238E27FC236}">
                <a16:creationId xmlns:a16="http://schemas.microsoft.com/office/drawing/2014/main" id="{3B5A510E-F90A-98F6-36C7-83449021B648}"/>
              </a:ext>
            </a:extLst>
          </p:cNvPr>
          <p:cNvSpPr>
            <a:spLocks noGrp="1"/>
          </p:cNvSpPr>
          <p:nvPr>
            <p:ph type="body" sz="quarter" idx="28" hasCustomPrompt="1"/>
          </p:nvPr>
        </p:nvSpPr>
        <p:spPr>
          <a:xfrm>
            <a:off x="7104109" y="3134738"/>
            <a:ext cx="4334256" cy="1070976"/>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31" name="Picture Placeholder 25">
            <a:extLst>
              <a:ext uri="{FF2B5EF4-FFF2-40B4-BE49-F238E27FC236}">
                <a16:creationId xmlns:a16="http://schemas.microsoft.com/office/drawing/2014/main" id="{4CAAC1B6-DC8B-5CCB-8CBA-FDDA41ABF245}"/>
              </a:ext>
            </a:extLst>
          </p:cNvPr>
          <p:cNvSpPr>
            <a:spLocks noGrp="1"/>
          </p:cNvSpPr>
          <p:nvPr>
            <p:ph type="pic" sz="quarter" idx="29"/>
          </p:nvPr>
        </p:nvSpPr>
        <p:spPr>
          <a:xfrm>
            <a:off x="5879976" y="3104381"/>
            <a:ext cx="828675" cy="828675"/>
          </a:xfrm>
          <a:prstGeom prst="ellipse">
            <a:avLst/>
          </a:prstGeom>
          <a:solidFill>
            <a:srgbClr val="CBC4BC"/>
          </a:solidFill>
        </p:spPr>
        <p:txBody>
          <a:bodyPr/>
          <a:lstStyle/>
          <a:p>
            <a:endParaRPr lang="en-GB"/>
          </a:p>
        </p:txBody>
      </p:sp>
      <p:sp>
        <p:nvSpPr>
          <p:cNvPr id="32" name="Rectangular Callout 31">
            <a:extLst>
              <a:ext uri="{FF2B5EF4-FFF2-40B4-BE49-F238E27FC236}">
                <a16:creationId xmlns:a16="http://schemas.microsoft.com/office/drawing/2014/main" id="{85896F7D-6B70-0FF0-BCEE-EEF34C2D698E}"/>
              </a:ext>
            </a:extLst>
          </p:cNvPr>
          <p:cNvSpPr/>
          <p:nvPr userDrawn="1"/>
        </p:nvSpPr>
        <p:spPr>
          <a:xfrm rot="5400000">
            <a:off x="8723616" y="1506090"/>
            <a:ext cx="1097280" cy="4336288"/>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3" name="Text Placeholder 6">
            <a:extLst>
              <a:ext uri="{FF2B5EF4-FFF2-40B4-BE49-F238E27FC236}">
                <a16:creationId xmlns:a16="http://schemas.microsoft.com/office/drawing/2014/main" id="{2AC7A9EE-6F49-9F7E-EB80-A2496084BA3E}"/>
              </a:ext>
            </a:extLst>
          </p:cNvPr>
          <p:cNvSpPr>
            <a:spLocks noGrp="1"/>
          </p:cNvSpPr>
          <p:nvPr>
            <p:ph type="body" sz="quarter" idx="30" hasCustomPrompt="1"/>
          </p:nvPr>
        </p:nvSpPr>
        <p:spPr>
          <a:xfrm>
            <a:off x="7104109" y="4395128"/>
            <a:ext cx="4334256" cy="1070976"/>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34" name="Picture Placeholder 25">
            <a:extLst>
              <a:ext uri="{FF2B5EF4-FFF2-40B4-BE49-F238E27FC236}">
                <a16:creationId xmlns:a16="http://schemas.microsoft.com/office/drawing/2014/main" id="{FBB608C7-84FD-8ECA-E056-5D13D8356F73}"/>
              </a:ext>
            </a:extLst>
          </p:cNvPr>
          <p:cNvSpPr>
            <a:spLocks noGrp="1"/>
          </p:cNvSpPr>
          <p:nvPr>
            <p:ph type="pic" sz="quarter" idx="31"/>
          </p:nvPr>
        </p:nvSpPr>
        <p:spPr>
          <a:xfrm>
            <a:off x="5879976" y="4365104"/>
            <a:ext cx="828675" cy="828675"/>
          </a:xfrm>
          <a:prstGeom prst="ellipse">
            <a:avLst/>
          </a:prstGeom>
          <a:solidFill>
            <a:srgbClr val="CBC4BC"/>
          </a:solidFill>
        </p:spPr>
        <p:txBody>
          <a:bodyPr/>
          <a:lstStyle/>
          <a:p>
            <a:endParaRPr lang="en-GB"/>
          </a:p>
        </p:txBody>
      </p:sp>
      <p:sp>
        <p:nvSpPr>
          <p:cNvPr id="35" name="Rectangular Callout 34">
            <a:extLst>
              <a:ext uri="{FF2B5EF4-FFF2-40B4-BE49-F238E27FC236}">
                <a16:creationId xmlns:a16="http://schemas.microsoft.com/office/drawing/2014/main" id="{FD46F67F-2605-536F-F9DB-EDB18CAA5F61}"/>
              </a:ext>
            </a:extLst>
          </p:cNvPr>
          <p:cNvSpPr/>
          <p:nvPr userDrawn="1"/>
        </p:nvSpPr>
        <p:spPr>
          <a:xfrm rot="5400000">
            <a:off x="8724630" y="2767495"/>
            <a:ext cx="1097280" cy="4334256"/>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6" name="Text Placeholder 6">
            <a:extLst>
              <a:ext uri="{FF2B5EF4-FFF2-40B4-BE49-F238E27FC236}">
                <a16:creationId xmlns:a16="http://schemas.microsoft.com/office/drawing/2014/main" id="{0142F81B-B4CB-8790-4711-8F60090E705F}"/>
              </a:ext>
            </a:extLst>
          </p:cNvPr>
          <p:cNvSpPr>
            <a:spLocks noGrp="1"/>
          </p:cNvSpPr>
          <p:nvPr>
            <p:ph type="body" sz="quarter" idx="22" hasCustomPrompt="1"/>
          </p:nvPr>
        </p:nvSpPr>
        <p:spPr>
          <a:xfrm>
            <a:off x="347662" y="2996955"/>
            <a:ext cx="3746501" cy="3393304"/>
          </a:xfrm>
        </p:spPr>
        <p:txBody>
          <a:bodyPr anchor="b" anchorCtr="0"/>
          <a:lstStyle>
            <a:lvl1pPr>
              <a:lnSpc>
                <a:spcPct val="110000"/>
              </a:lnSpc>
              <a:defRPr/>
            </a:lvl1pPr>
          </a:lstStyle>
          <a:p>
            <a:pPr lvl="0"/>
            <a:r>
              <a:rPr lang="en-US"/>
              <a:t>Insert text here</a:t>
            </a:r>
          </a:p>
        </p:txBody>
      </p:sp>
      <p:sp>
        <p:nvSpPr>
          <p:cNvPr id="7" name="Text Placeholder 8">
            <a:extLst>
              <a:ext uri="{FF2B5EF4-FFF2-40B4-BE49-F238E27FC236}">
                <a16:creationId xmlns:a16="http://schemas.microsoft.com/office/drawing/2014/main" id="{A6655FE4-93EB-C892-EF9B-3D8D26E72472}"/>
              </a:ext>
            </a:extLst>
          </p:cNvPr>
          <p:cNvSpPr>
            <a:spLocks noGrp="1"/>
          </p:cNvSpPr>
          <p:nvPr>
            <p:ph type="body" sz="quarter" idx="23"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47816833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 - People Updat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0" y="5206944"/>
            <a:ext cx="2743200" cy="890000"/>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F38A8D27-60AB-5A28-F7A2-D66078E11E7B}"/>
              </a:ext>
            </a:extLst>
          </p:cNvPr>
          <p:cNvSpPr txBox="1"/>
          <p:nvPr userDrawn="1"/>
        </p:nvSpPr>
        <p:spPr>
          <a:xfrm>
            <a:off x="1736203" y="1990846"/>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43" name="Text Placeholder 2">
            <a:extLst>
              <a:ext uri="{FF2B5EF4-FFF2-40B4-BE49-F238E27FC236}">
                <a16:creationId xmlns:a16="http://schemas.microsoft.com/office/drawing/2014/main" id="{ED759784-5DB1-7E2F-625C-83C19A8F6C09}"/>
              </a:ext>
            </a:extLst>
          </p:cNvPr>
          <p:cNvSpPr>
            <a:spLocks noGrp="1"/>
          </p:cNvSpPr>
          <p:nvPr>
            <p:ph type="body" sz="quarter" idx="31" hasCustomPrompt="1"/>
          </p:nvPr>
        </p:nvSpPr>
        <p:spPr>
          <a:xfrm>
            <a:off x="3271325" y="5206944"/>
            <a:ext cx="2743200" cy="889998"/>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4" name="Picture Placeholder 6">
            <a:extLst>
              <a:ext uri="{FF2B5EF4-FFF2-40B4-BE49-F238E27FC236}">
                <a16:creationId xmlns:a16="http://schemas.microsoft.com/office/drawing/2014/main" id="{639FA839-A475-E1A7-D5DE-A273E1AD2984}"/>
              </a:ext>
            </a:extLst>
          </p:cNvPr>
          <p:cNvSpPr>
            <a:spLocks noGrp="1"/>
          </p:cNvSpPr>
          <p:nvPr>
            <p:ph type="pic" sz="quarter" idx="32"/>
          </p:nvPr>
        </p:nvSpPr>
        <p:spPr>
          <a:xfrm>
            <a:off x="3271325" y="3170777"/>
            <a:ext cx="2743200" cy="1872631"/>
          </a:xfrm>
          <a:solidFill>
            <a:srgbClr val="ECE5DC"/>
          </a:solidFill>
        </p:spPr>
        <p:txBody>
          <a:bodyPr/>
          <a:lstStyle/>
          <a:p>
            <a:endParaRPr lang="en-US"/>
          </a:p>
        </p:txBody>
      </p:sp>
      <p:sp>
        <p:nvSpPr>
          <p:cNvPr id="45" name="Picture Placeholder 6">
            <a:extLst>
              <a:ext uri="{FF2B5EF4-FFF2-40B4-BE49-F238E27FC236}">
                <a16:creationId xmlns:a16="http://schemas.microsoft.com/office/drawing/2014/main" id="{3D0959BC-974D-BEA1-7B75-09D510243A73}"/>
              </a:ext>
            </a:extLst>
          </p:cNvPr>
          <p:cNvSpPr>
            <a:spLocks noGrp="1"/>
          </p:cNvSpPr>
          <p:nvPr>
            <p:ph type="pic" sz="quarter" idx="33"/>
          </p:nvPr>
        </p:nvSpPr>
        <p:spPr>
          <a:xfrm>
            <a:off x="336089" y="3170777"/>
            <a:ext cx="2743200" cy="1872631"/>
          </a:xfrm>
          <a:solidFill>
            <a:srgbClr val="ECE5DC"/>
          </a:solidFill>
        </p:spPr>
        <p:txBody>
          <a:bodyPr/>
          <a:lstStyle/>
          <a:p>
            <a:endParaRPr lang="en-US"/>
          </a:p>
        </p:txBody>
      </p:sp>
      <p:sp>
        <p:nvSpPr>
          <p:cNvPr id="46" name="Text Placeholder 2">
            <a:extLst>
              <a:ext uri="{FF2B5EF4-FFF2-40B4-BE49-F238E27FC236}">
                <a16:creationId xmlns:a16="http://schemas.microsoft.com/office/drawing/2014/main" id="{554929A0-4E5D-3C60-69BE-7CF398FAC377}"/>
              </a:ext>
            </a:extLst>
          </p:cNvPr>
          <p:cNvSpPr>
            <a:spLocks noGrp="1"/>
          </p:cNvSpPr>
          <p:nvPr>
            <p:ph type="body" sz="quarter" idx="34" hasCustomPrompt="1"/>
          </p:nvPr>
        </p:nvSpPr>
        <p:spPr>
          <a:xfrm>
            <a:off x="6197871" y="5206944"/>
            <a:ext cx="2743200" cy="889995"/>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7" name="Picture Placeholder 6">
            <a:extLst>
              <a:ext uri="{FF2B5EF4-FFF2-40B4-BE49-F238E27FC236}">
                <a16:creationId xmlns:a16="http://schemas.microsoft.com/office/drawing/2014/main" id="{3B82C537-F250-2DC6-2B43-3007269F6D49}"/>
              </a:ext>
            </a:extLst>
          </p:cNvPr>
          <p:cNvSpPr>
            <a:spLocks noGrp="1"/>
          </p:cNvSpPr>
          <p:nvPr>
            <p:ph type="pic" sz="quarter" idx="35"/>
          </p:nvPr>
        </p:nvSpPr>
        <p:spPr>
          <a:xfrm>
            <a:off x="6197871" y="3170777"/>
            <a:ext cx="2743200" cy="1872631"/>
          </a:xfrm>
          <a:solidFill>
            <a:srgbClr val="ECE5DC"/>
          </a:solidFill>
        </p:spPr>
        <p:txBody>
          <a:bodyPr/>
          <a:lstStyle/>
          <a:p>
            <a:endParaRPr lang="en-US"/>
          </a:p>
        </p:txBody>
      </p:sp>
      <p:sp>
        <p:nvSpPr>
          <p:cNvPr id="48" name="Text Placeholder 2">
            <a:extLst>
              <a:ext uri="{FF2B5EF4-FFF2-40B4-BE49-F238E27FC236}">
                <a16:creationId xmlns:a16="http://schemas.microsoft.com/office/drawing/2014/main" id="{BC64FD1B-F755-D942-AD30-C214B7D2B10C}"/>
              </a:ext>
            </a:extLst>
          </p:cNvPr>
          <p:cNvSpPr>
            <a:spLocks noGrp="1"/>
          </p:cNvSpPr>
          <p:nvPr>
            <p:ph type="body" sz="quarter" idx="36" hasCustomPrompt="1"/>
          </p:nvPr>
        </p:nvSpPr>
        <p:spPr>
          <a:xfrm>
            <a:off x="9128761" y="5206944"/>
            <a:ext cx="2743200" cy="889989"/>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9" name="Picture Placeholder 6">
            <a:extLst>
              <a:ext uri="{FF2B5EF4-FFF2-40B4-BE49-F238E27FC236}">
                <a16:creationId xmlns:a16="http://schemas.microsoft.com/office/drawing/2014/main" id="{6F7D85CC-1406-8590-934D-C01A4CD8608C}"/>
              </a:ext>
            </a:extLst>
          </p:cNvPr>
          <p:cNvSpPr>
            <a:spLocks noGrp="1"/>
          </p:cNvSpPr>
          <p:nvPr>
            <p:ph type="pic" sz="quarter" idx="37"/>
          </p:nvPr>
        </p:nvSpPr>
        <p:spPr>
          <a:xfrm>
            <a:off x="9128761" y="3170777"/>
            <a:ext cx="2743200" cy="1872631"/>
          </a:xfrm>
          <a:solidFill>
            <a:srgbClr val="ECE5DC"/>
          </a:solidFill>
        </p:spPr>
        <p:txBody>
          <a:bodyPr/>
          <a:lstStyle/>
          <a:p>
            <a:endParaRPr lang="en-US"/>
          </a:p>
        </p:txBody>
      </p:sp>
      <p:sp>
        <p:nvSpPr>
          <p:cNvPr id="6" name="Text Placeholder 8">
            <a:extLst>
              <a:ext uri="{FF2B5EF4-FFF2-40B4-BE49-F238E27FC236}">
                <a16:creationId xmlns:a16="http://schemas.microsoft.com/office/drawing/2014/main" id="{37C132DC-3449-5AAD-273B-D6D220F3B54C}"/>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9" name="Title 1">
            <a:extLst>
              <a:ext uri="{FF2B5EF4-FFF2-40B4-BE49-F238E27FC236}">
                <a16:creationId xmlns:a16="http://schemas.microsoft.com/office/drawing/2014/main" id="{0105C13E-9922-BA4D-2168-94B49AC46A03}"/>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
        <p:nvSpPr>
          <p:cNvPr id="11" name="Text Placeholder 14">
            <a:extLst>
              <a:ext uri="{FF2B5EF4-FFF2-40B4-BE49-F238E27FC236}">
                <a16:creationId xmlns:a16="http://schemas.microsoft.com/office/drawing/2014/main" id="{440570ED-47E6-6EEB-9039-15A47463AE1D}"/>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420731054"/>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3B - People Updat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3644099"/>
            <a:ext cx="1817657" cy="548203"/>
          </a:xfrm>
        </p:spPr>
        <p:txBody>
          <a:bodyPr/>
          <a:lstStyle>
            <a:lvl1pPr>
              <a:lnSpc>
                <a:spcPct val="110000"/>
              </a:lnSpc>
              <a:spcAft>
                <a:spcPts val="0"/>
              </a:spcAft>
              <a:defRPr sz="1200" b="1"/>
            </a:lvl1pPr>
          </a:lstStyle>
          <a:p>
            <a:pPr lvl="0"/>
            <a:r>
              <a:rPr lang="en-US"/>
              <a:t>First, Last Name</a:t>
            </a:r>
          </a:p>
          <a:p>
            <a:pPr lvl="0"/>
            <a:r>
              <a:rPr lang="en-US"/>
              <a:t>Position Title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Picture Placeholder 6">
            <a:extLst>
              <a:ext uri="{FF2B5EF4-FFF2-40B4-BE49-F238E27FC236}">
                <a16:creationId xmlns:a16="http://schemas.microsoft.com/office/drawing/2014/main" id="{7DFADAF6-86D7-DF8D-FC20-1D240B19BE65}"/>
              </a:ext>
            </a:extLst>
          </p:cNvPr>
          <p:cNvSpPr>
            <a:spLocks noGrp="1"/>
          </p:cNvSpPr>
          <p:nvPr>
            <p:ph type="pic" sz="quarter" idx="26"/>
          </p:nvPr>
        </p:nvSpPr>
        <p:spPr>
          <a:xfrm>
            <a:off x="347663" y="2330951"/>
            <a:ext cx="1812925" cy="1221328"/>
          </a:xfrm>
          <a:solidFill>
            <a:srgbClr val="ECE5DC"/>
          </a:solidFill>
        </p:spPr>
        <p:txBody>
          <a:bodyPr/>
          <a:lstStyle/>
          <a:p>
            <a:endParaRPr lang="en-US"/>
          </a:p>
        </p:txBody>
      </p:sp>
      <p:sp>
        <p:nvSpPr>
          <p:cNvPr id="8" name="Picture Placeholder 6">
            <a:extLst>
              <a:ext uri="{FF2B5EF4-FFF2-40B4-BE49-F238E27FC236}">
                <a16:creationId xmlns:a16="http://schemas.microsoft.com/office/drawing/2014/main" id="{20ACD88F-DC26-10BA-1FDE-BF299560996C}"/>
              </a:ext>
            </a:extLst>
          </p:cNvPr>
          <p:cNvSpPr>
            <a:spLocks noGrp="1"/>
          </p:cNvSpPr>
          <p:nvPr>
            <p:ph type="pic" sz="quarter" idx="27"/>
          </p:nvPr>
        </p:nvSpPr>
        <p:spPr>
          <a:xfrm>
            <a:off x="2306740" y="2330951"/>
            <a:ext cx="1800512" cy="1221328"/>
          </a:xfrm>
          <a:solidFill>
            <a:srgbClr val="ECE5DC"/>
          </a:solidFill>
        </p:spPr>
        <p:txBody>
          <a:bodyPr/>
          <a:lstStyle/>
          <a:p>
            <a:endParaRPr lang="en-US"/>
          </a:p>
        </p:txBody>
      </p:sp>
      <p:sp>
        <p:nvSpPr>
          <p:cNvPr id="18" name="TextBox 17">
            <a:extLst>
              <a:ext uri="{FF2B5EF4-FFF2-40B4-BE49-F238E27FC236}">
                <a16:creationId xmlns:a16="http://schemas.microsoft.com/office/drawing/2014/main" id="{F38A8D27-60AB-5A28-F7A2-D66078E11E7B}"/>
              </a:ext>
            </a:extLst>
          </p:cNvPr>
          <p:cNvSpPr txBox="1"/>
          <p:nvPr userDrawn="1"/>
        </p:nvSpPr>
        <p:spPr>
          <a:xfrm>
            <a:off x="1736203" y="1972917"/>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20" name="Picture Placeholder 6">
            <a:extLst>
              <a:ext uri="{FF2B5EF4-FFF2-40B4-BE49-F238E27FC236}">
                <a16:creationId xmlns:a16="http://schemas.microsoft.com/office/drawing/2014/main" id="{78A25517-F2A1-4A48-080C-4D3930F2B8B9}"/>
              </a:ext>
            </a:extLst>
          </p:cNvPr>
          <p:cNvSpPr>
            <a:spLocks noGrp="1"/>
          </p:cNvSpPr>
          <p:nvPr>
            <p:ph type="pic" sz="quarter" idx="31"/>
          </p:nvPr>
        </p:nvSpPr>
        <p:spPr>
          <a:xfrm>
            <a:off x="4239712" y="2330951"/>
            <a:ext cx="1800512" cy="1221328"/>
          </a:xfrm>
          <a:solidFill>
            <a:srgbClr val="ECE5DC"/>
          </a:solidFill>
        </p:spPr>
        <p:txBody>
          <a:bodyPr/>
          <a:lstStyle/>
          <a:p>
            <a:endParaRPr lang="en-US"/>
          </a:p>
        </p:txBody>
      </p:sp>
      <p:sp>
        <p:nvSpPr>
          <p:cNvPr id="21" name="Picture Placeholder 6">
            <a:extLst>
              <a:ext uri="{FF2B5EF4-FFF2-40B4-BE49-F238E27FC236}">
                <a16:creationId xmlns:a16="http://schemas.microsoft.com/office/drawing/2014/main" id="{9B6A1D3A-176D-A581-4B62-2A14A25C8EF4}"/>
              </a:ext>
            </a:extLst>
          </p:cNvPr>
          <p:cNvSpPr>
            <a:spLocks noGrp="1"/>
          </p:cNvSpPr>
          <p:nvPr>
            <p:ph type="pic" sz="quarter" idx="32"/>
          </p:nvPr>
        </p:nvSpPr>
        <p:spPr>
          <a:xfrm>
            <a:off x="6172684" y="2330951"/>
            <a:ext cx="1800512" cy="1221328"/>
          </a:xfrm>
          <a:solidFill>
            <a:srgbClr val="ECE5DC"/>
          </a:solidFill>
        </p:spPr>
        <p:txBody>
          <a:bodyPr/>
          <a:lstStyle/>
          <a:p>
            <a:endParaRPr lang="en-US"/>
          </a:p>
        </p:txBody>
      </p:sp>
      <p:sp>
        <p:nvSpPr>
          <p:cNvPr id="22" name="Picture Placeholder 6">
            <a:extLst>
              <a:ext uri="{FF2B5EF4-FFF2-40B4-BE49-F238E27FC236}">
                <a16:creationId xmlns:a16="http://schemas.microsoft.com/office/drawing/2014/main" id="{2F2927B1-9659-2FF5-24CA-8AC43EB0CD7E}"/>
              </a:ext>
            </a:extLst>
          </p:cNvPr>
          <p:cNvSpPr>
            <a:spLocks noGrp="1"/>
          </p:cNvSpPr>
          <p:nvPr>
            <p:ph type="pic" sz="quarter" idx="33"/>
          </p:nvPr>
        </p:nvSpPr>
        <p:spPr>
          <a:xfrm>
            <a:off x="8105656" y="2330951"/>
            <a:ext cx="1800512" cy="1221328"/>
          </a:xfrm>
          <a:solidFill>
            <a:srgbClr val="ECE5DC"/>
          </a:solidFill>
        </p:spPr>
        <p:txBody>
          <a:bodyPr/>
          <a:lstStyle/>
          <a:p>
            <a:endParaRPr lang="en-US"/>
          </a:p>
        </p:txBody>
      </p:sp>
      <p:sp>
        <p:nvSpPr>
          <p:cNvPr id="25" name="Picture Placeholder 6">
            <a:extLst>
              <a:ext uri="{FF2B5EF4-FFF2-40B4-BE49-F238E27FC236}">
                <a16:creationId xmlns:a16="http://schemas.microsoft.com/office/drawing/2014/main" id="{6336A491-C147-46EA-B407-616A27A85459}"/>
              </a:ext>
            </a:extLst>
          </p:cNvPr>
          <p:cNvSpPr>
            <a:spLocks noGrp="1"/>
          </p:cNvSpPr>
          <p:nvPr>
            <p:ph type="pic" sz="quarter" idx="34"/>
          </p:nvPr>
        </p:nvSpPr>
        <p:spPr>
          <a:xfrm>
            <a:off x="10038628" y="2330951"/>
            <a:ext cx="1800512" cy="1221328"/>
          </a:xfrm>
          <a:solidFill>
            <a:srgbClr val="ECE5DC"/>
          </a:solidFill>
        </p:spPr>
        <p:txBody>
          <a:bodyPr/>
          <a:lstStyle/>
          <a:p>
            <a:endParaRPr lang="en-US"/>
          </a:p>
        </p:txBody>
      </p:sp>
      <p:sp>
        <p:nvSpPr>
          <p:cNvPr id="26" name="Text Placeholder 2">
            <a:extLst>
              <a:ext uri="{FF2B5EF4-FFF2-40B4-BE49-F238E27FC236}">
                <a16:creationId xmlns:a16="http://schemas.microsoft.com/office/drawing/2014/main" id="{66BFF0D3-5625-A5D6-8D7C-ECF6824DEA5A}"/>
              </a:ext>
            </a:extLst>
          </p:cNvPr>
          <p:cNvSpPr>
            <a:spLocks noGrp="1"/>
          </p:cNvSpPr>
          <p:nvPr>
            <p:ph type="body" sz="quarter" idx="35" hasCustomPrompt="1"/>
          </p:nvPr>
        </p:nvSpPr>
        <p:spPr>
          <a:xfrm>
            <a:off x="2310628"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7" name="Text Placeholder 2">
            <a:extLst>
              <a:ext uri="{FF2B5EF4-FFF2-40B4-BE49-F238E27FC236}">
                <a16:creationId xmlns:a16="http://schemas.microsoft.com/office/drawing/2014/main" id="{9973CA8B-F602-FA9E-8D5A-E921757FFC03}"/>
              </a:ext>
            </a:extLst>
          </p:cNvPr>
          <p:cNvSpPr>
            <a:spLocks noGrp="1"/>
          </p:cNvSpPr>
          <p:nvPr>
            <p:ph type="body" sz="quarter" idx="36" hasCustomPrompt="1"/>
          </p:nvPr>
        </p:nvSpPr>
        <p:spPr>
          <a:xfrm>
            <a:off x="4243600"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8" name="Text Placeholder 2">
            <a:extLst>
              <a:ext uri="{FF2B5EF4-FFF2-40B4-BE49-F238E27FC236}">
                <a16:creationId xmlns:a16="http://schemas.microsoft.com/office/drawing/2014/main" id="{B61235D8-D827-302E-5869-87C7A914EB71}"/>
              </a:ext>
            </a:extLst>
          </p:cNvPr>
          <p:cNvSpPr>
            <a:spLocks noGrp="1"/>
          </p:cNvSpPr>
          <p:nvPr>
            <p:ph type="body" sz="quarter" idx="37" hasCustomPrompt="1"/>
          </p:nvPr>
        </p:nvSpPr>
        <p:spPr>
          <a:xfrm>
            <a:off x="6176572"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9" name="Text Placeholder 2">
            <a:extLst>
              <a:ext uri="{FF2B5EF4-FFF2-40B4-BE49-F238E27FC236}">
                <a16:creationId xmlns:a16="http://schemas.microsoft.com/office/drawing/2014/main" id="{68559380-B4E8-CCF6-7D3B-9623ADDDA345}"/>
              </a:ext>
            </a:extLst>
          </p:cNvPr>
          <p:cNvSpPr>
            <a:spLocks noGrp="1"/>
          </p:cNvSpPr>
          <p:nvPr>
            <p:ph type="body" sz="quarter" idx="38" hasCustomPrompt="1"/>
          </p:nvPr>
        </p:nvSpPr>
        <p:spPr>
          <a:xfrm>
            <a:off x="8109764"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0" name="Text Placeholder 2">
            <a:extLst>
              <a:ext uri="{FF2B5EF4-FFF2-40B4-BE49-F238E27FC236}">
                <a16:creationId xmlns:a16="http://schemas.microsoft.com/office/drawing/2014/main" id="{56AA2E7D-0DDD-9DDB-1DE4-71BDBA649976}"/>
              </a:ext>
            </a:extLst>
          </p:cNvPr>
          <p:cNvSpPr>
            <a:spLocks noGrp="1"/>
          </p:cNvSpPr>
          <p:nvPr>
            <p:ph type="body" sz="quarter" idx="39" hasCustomPrompt="1"/>
          </p:nvPr>
        </p:nvSpPr>
        <p:spPr>
          <a:xfrm>
            <a:off x="10042737"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1" name="Text Placeholder 2">
            <a:extLst>
              <a:ext uri="{FF2B5EF4-FFF2-40B4-BE49-F238E27FC236}">
                <a16:creationId xmlns:a16="http://schemas.microsoft.com/office/drawing/2014/main" id="{C9828CAA-1FD3-0BA6-3C67-8AC14779CFB1}"/>
              </a:ext>
            </a:extLst>
          </p:cNvPr>
          <p:cNvSpPr>
            <a:spLocks noGrp="1"/>
          </p:cNvSpPr>
          <p:nvPr>
            <p:ph type="body" sz="quarter" idx="40" hasCustomPrompt="1"/>
          </p:nvPr>
        </p:nvSpPr>
        <p:spPr>
          <a:xfrm>
            <a:off x="342931" y="5831714"/>
            <a:ext cx="1817657"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2" name="Picture Placeholder 6">
            <a:extLst>
              <a:ext uri="{FF2B5EF4-FFF2-40B4-BE49-F238E27FC236}">
                <a16:creationId xmlns:a16="http://schemas.microsoft.com/office/drawing/2014/main" id="{3470B6B6-976C-7108-770A-898FC17BF909}"/>
              </a:ext>
            </a:extLst>
          </p:cNvPr>
          <p:cNvSpPr>
            <a:spLocks noGrp="1"/>
          </p:cNvSpPr>
          <p:nvPr>
            <p:ph type="pic" sz="quarter" idx="41"/>
          </p:nvPr>
        </p:nvSpPr>
        <p:spPr>
          <a:xfrm>
            <a:off x="347663" y="4518566"/>
            <a:ext cx="1812925" cy="1221328"/>
          </a:xfrm>
          <a:solidFill>
            <a:srgbClr val="ECE5DC"/>
          </a:solidFill>
        </p:spPr>
        <p:txBody>
          <a:bodyPr/>
          <a:lstStyle>
            <a:lvl1pPr>
              <a:lnSpc>
                <a:spcPct val="110000"/>
              </a:lnSpc>
              <a:defRPr/>
            </a:lvl1pPr>
          </a:lstStyle>
          <a:p>
            <a:endParaRPr lang="en-US"/>
          </a:p>
        </p:txBody>
      </p:sp>
      <p:sp>
        <p:nvSpPr>
          <p:cNvPr id="33" name="Picture Placeholder 6">
            <a:extLst>
              <a:ext uri="{FF2B5EF4-FFF2-40B4-BE49-F238E27FC236}">
                <a16:creationId xmlns:a16="http://schemas.microsoft.com/office/drawing/2014/main" id="{08ABA18B-0D77-B595-8F45-E9E74E66584F}"/>
              </a:ext>
            </a:extLst>
          </p:cNvPr>
          <p:cNvSpPr>
            <a:spLocks noGrp="1"/>
          </p:cNvSpPr>
          <p:nvPr>
            <p:ph type="pic" sz="quarter" idx="42"/>
          </p:nvPr>
        </p:nvSpPr>
        <p:spPr>
          <a:xfrm>
            <a:off x="2306740" y="4518566"/>
            <a:ext cx="1800512" cy="1221328"/>
          </a:xfrm>
          <a:solidFill>
            <a:srgbClr val="ECE5DC"/>
          </a:solidFill>
        </p:spPr>
        <p:txBody>
          <a:bodyPr/>
          <a:lstStyle>
            <a:lvl1pPr>
              <a:lnSpc>
                <a:spcPct val="110000"/>
              </a:lnSpc>
              <a:defRPr/>
            </a:lvl1pPr>
          </a:lstStyle>
          <a:p>
            <a:endParaRPr lang="en-US"/>
          </a:p>
        </p:txBody>
      </p:sp>
      <p:sp>
        <p:nvSpPr>
          <p:cNvPr id="34" name="Picture Placeholder 6">
            <a:extLst>
              <a:ext uri="{FF2B5EF4-FFF2-40B4-BE49-F238E27FC236}">
                <a16:creationId xmlns:a16="http://schemas.microsoft.com/office/drawing/2014/main" id="{09B11C5E-5E54-A468-7C71-273DCDE45073}"/>
              </a:ext>
            </a:extLst>
          </p:cNvPr>
          <p:cNvSpPr>
            <a:spLocks noGrp="1"/>
          </p:cNvSpPr>
          <p:nvPr>
            <p:ph type="pic" sz="quarter" idx="43"/>
          </p:nvPr>
        </p:nvSpPr>
        <p:spPr>
          <a:xfrm>
            <a:off x="4239712" y="4518566"/>
            <a:ext cx="1800512" cy="1221328"/>
          </a:xfrm>
          <a:solidFill>
            <a:srgbClr val="ECE5DC"/>
          </a:solidFill>
        </p:spPr>
        <p:txBody>
          <a:bodyPr/>
          <a:lstStyle>
            <a:lvl1pPr>
              <a:lnSpc>
                <a:spcPct val="110000"/>
              </a:lnSpc>
              <a:defRPr/>
            </a:lvl1pPr>
          </a:lstStyle>
          <a:p>
            <a:endParaRPr lang="en-US"/>
          </a:p>
        </p:txBody>
      </p:sp>
      <p:sp>
        <p:nvSpPr>
          <p:cNvPr id="35" name="Picture Placeholder 6">
            <a:extLst>
              <a:ext uri="{FF2B5EF4-FFF2-40B4-BE49-F238E27FC236}">
                <a16:creationId xmlns:a16="http://schemas.microsoft.com/office/drawing/2014/main" id="{74118832-6D7D-0806-D3C7-C1758E72E6B4}"/>
              </a:ext>
            </a:extLst>
          </p:cNvPr>
          <p:cNvSpPr>
            <a:spLocks noGrp="1"/>
          </p:cNvSpPr>
          <p:nvPr>
            <p:ph type="pic" sz="quarter" idx="44"/>
          </p:nvPr>
        </p:nvSpPr>
        <p:spPr>
          <a:xfrm>
            <a:off x="6172684" y="4518566"/>
            <a:ext cx="1800512" cy="1221328"/>
          </a:xfrm>
          <a:solidFill>
            <a:srgbClr val="ECE5DC"/>
          </a:solidFill>
        </p:spPr>
        <p:txBody>
          <a:bodyPr/>
          <a:lstStyle>
            <a:lvl1pPr>
              <a:lnSpc>
                <a:spcPct val="110000"/>
              </a:lnSpc>
              <a:defRPr/>
            </a:lvl1pPr>
          </a:lstStyle>
          <a:p>
            <a:endParaRPr lang="en-US"/>
          </a:p>
        </p:txBody>
      </p:sp>
      <p:sp>
        <p:nvSpPr>
          <p:cNvPr id="36" name="Picture Placeholder 6">
            <a:extLst>
              <a:ext uri="{FF2B5EF4-FFF2-40B4-BE49-F238E27FC236}">
                <a16:creationId xmlns:a16="http://schemas.microsoft.com/office/drawing/2014/main" id="{8AAC5335-205B-DF5E-C922-6439EEA2F40D}"/>
              </a:ext>
            </a:extLst>
          </p:cNvPr>
          <p:cNvSpPr>
            <a:spLocks noGrp="1"/>
          </p:cNvSpPr>
          <p:nvPr>
            <p:ph type="pic" sz="quarter" idx="45"/>
          </p:nvPr>
        </p:nvSpPr>
        <p:spPr>
          <a:xfrm>
            <a:off x="8105656" y="4518566"/>
            <a:ext cx="1800512" cy="1221328"/>
          </a:xfrm>
          <a:solidFill>
            <a:srgbClr val="ECE5DC"/>
          </a:solidFill>
        </p:spPr>
        <p:txBody>
          <a:bodyPr/>
          <a:lstStyle>
            <a:lvl1pPr>
              <a:lnSpc>
                <a:spcPct val="110000"/>
              </a:lnSpc>
              <a:defRPr/>
            </a:lvl1pPr>
          </a:lstStyle>
          <a:p>
            <a:endParaRPr lang="en-US"/>
          </a:p>
        </p:txBody>
      </p:sp>
      <p:sp>
        <p:nvSpPr>
          <p:cNvPr id="37" name="Picture Placeholder 6">
            <a:extLst>
              <a:ext uri="{FF2B5EF4-FFF2-40B4-BE49-F238E27FC236}">
                <a16:creationId xmlns:a16="http://schemas.microsoft.com/office/drawing/2014/main" id="{9163BD93-AECA-B666-356F-1AE4769A9B77}"/>
              </a:ext>
            </a:extLst>
          </p:cNvPr>
          <p:cNvSpPr>
            <a:spLocks noGrp="1"/>
          </p:cNvSpPr>
          <p:nvPr>
            <p:ph type="pic" sz="quarter" idx="46"/>
          </p:nvPr>
        </p:nvSpPr>
        <p:spPr>
          <a:xfrm>
            <a:off x="10038628" y="4518566"/>
            <a:ext cx="1800512" cy="1221328"/>
          </a:xfrm>
          <a:solidFill>
            <a:srgbClr val="ECE5DC"/>
          </a:solidFill>
        </p:spPr>
        <p:txBody>
          <a:bodyPr/>
          <a:lstStyle>
            <a:lvl1pPr>
              <a:lnSpc>
                <a:spcPct val="110000"/>
              </a:lnSpc>
              <a:defRPr/>
            </a:lvl1pPr>
          </a:lstStyle>
          <a:p>
            <a:endParaRPr lang="en-US"/>
          </a:p>
        </p:txBody>
      </p:sp>
      <p:sp>
        <p:nvSpPr>
          <p:cNvPr id="38" name="Text Placeholder 2">
            <a:extLst>
              <a:ext uri="{FF2B5EF4-FFF2-40B4-BE49-F238E27FC236}">
                <a16:creationId xmlns:a16="http://schemas.microsoft.com/office/drawing/2014/main" id="{38030C46-CBA7-964B-2872-EA3529B86252}"/>
              </a:ext>
            </a:extLst>
          </p:cNvPr>
          <p:cNvSpPr>
            <a:spLocks noGrp="1"/>
          </p:cNvSpPr>
          <p:nvPr>
            <p:ph type="body" sz="quarter" idx="47" hasCustomPrompt="1"/>
          </p:nvPr>
        </p:nvSpPr>
        <p:spPr>
          <a:xfrm>
            <a:off x="2310628"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9" name="Text Placeholder 2">
            <a:extLst>
              <a:ext uri="{FF2B5EF4-FFF2-40B4-BE49-F238E27FC236}">
                <a16:creationId xmlns:a16="http://schemas.microsoft.com/office/drawing/2014/main" id="{1844794F-FDA7-824E-7836-2BA6A6F15759}"/>
              </a:ext>
            </a:extLst>
          </p:cNvPr>
          <p:cNvSpPr>
            <a:spLocks noGrp="1"/>
          </p:cNvSpPr>
          <p:nvPr>
            <p:ph type="body" sz="quarter" idx="48" hasCustomPrompt="1"/>
          </p:nvPr>
        </p:nvSpPr>
        <p:spPr>
          <a:xfrm>
            <a:off x="4243600"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0" name="Text Placeholder 2">
            <a:extLst>
              <a:ext uri="{FF2B5EF4-FFF2-40B4-BE49-F238E27FC236}">
                <a16:creationId xmlns:a16="http://schemas.microsoft.com/office/drawing/2014/main" id="{2D24174A-554C-2895-0DC5-6CB9BF52C80D}"/>
              </a:ext>
            </a:extLst>
          </p:cNvPr>
          <p:cNvSpPr>
            <a:spLocks noGrp="1"/>
          </p:cNvSpPr>
          <p:nvPr>
            <p:ph type="body" sz="quarter" idx="49" hasCustomPrompt="1"/>
          </p:nvPr>
        </p:nvSpPr>
        <p:spPr>
          <a:xfrm>
            <a:off x="6176572"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1" name="Text Placeholder 2">
            <a:extLst>
              <a:ext uri="{FF2B5EF4-FFF2-40B4-BE49-F238E27FC236}">
                <a16:creationId xmlns:a16="http://schemas.microsoft.com/office/drawing/2014/main" id="{4F18FE29-3510-36DC-53B3-335460918DE0}"/>
              </a:ext>
            </a:extLst>
          </p:cNvPr>
          <p:cNvSpPr>
            <a:spLocks noGrp="1"/>
          </p:cNvSpPr>
          <p:nvPr>
            <p:ph type="body" sz="quarter" idx="50" hasCustomPrompt="1"/>
          </p:nvPr>
        </p:nvSpPr>
        <p:spPr>
          <a:xfrm>
            <a:off x="8109764"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2" name="Text Placeholder 2">
            <a:extLst>
              <a:ext uri="{FF2B5EF4-FFF2-40B4-BE49-F238E27FC236}">
                <a16:creationId xmlns:a16="http://schemas.microsoft.com/office/drawing/2014/main" id="{7A82FF5E-B223-9D9F-65C9-B93170176442}"/>
              </a:ext>
            </a:extLst>
          </p:cNvPr>
          <p:cNvSpPr>
            <a:spLocks noGrp="1"/>
          </p:cNvSpPr>
          <p:nvPr>
            <p:ph type="body" sz="quarter" idx="51" hasCustomPrompt="1"/>
          </p:nvPr>
        </p:nvSpPr>
        <p:spPr>
          <a:xfrm>
            <a:off x="10042737"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6" name="Text Placeholder 8">
            <a:extLst>
              <a:ext uri="{FF2B5EF4-FFF2-40B4-BE49-F238E27FC236}">
                <a16:creationId xmlns:a16="http://schemas.microsoft.com/office/drawing/2014/main" id="{DA4E4B36-C49D-4796-87DE-70A2CE35B2A0}"/>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1" name="Title 1">
            <a:extLst>
              <a:ext uri="{FF2B5EF4-FFF2-40B4-BE49-F238E27FC236}">
                <a16:creationId xmlns:a16="http://schemas.microsoft.com/office/drawing/2014/main" id="{BDF606C6-CCF5-8B47-DEED-84E65B5ECCD3}"/>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
        <p:nvSpPr>
          <p:cNvPr id="16" name="Text Placeholder 14">
            <a:extLst>
              <a:ext uri="{FF2B5EF4-FFF2-40B4-BE49-F238E27FC236}">
                <a16:creationId xmlns:a16="http://schemas.microsoft.com/office/drawing/2014/main" id="{2BD79743-855F-26C1-6043-A660C15D9884}"/>
              </a:ext>
            </a:extLst>
          </p:cNvPr>
          <p:cNvSpPr>
            <a:spLocks noGrp="1"/>
          </p:cNvSpPr>
          <p:nvPr>
            <p:ph type="body" sz="quarter" idx="52"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3157078958"/>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 - Quote">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300" y="548680"/>
            <a:ext cx="8578213" cy="3456384"/>
          </a:xfrm>
        </p:spPr>
        <p:txBody>
          <a:bodyPr>
            <a:noAutofit/>
          </a:bodyPr>
          <a:lstStyle>
            <a:lvl1pPr>
              <a:lnSpc>
                <a:spcPct val="90000"/>
              </a:lnSpc>
              <a:defRPr>
                <a:solidFill>
                  <a:srgbClr val="3D441E"/>
                </a:solidFill>
              </a:defRPr>
            </a:lvl1pPr>
          </a:lstStyle>
          <a:p>
            <a:r>
              <a:rPr lang="en-US"/>
              <a:t>Quote text here.</a:t>
            </a:r>
          </a:p>
        </p:txBody>
      </p:sp>
      <p:sp>
        <p:nvSpPr>
          <p:cNvPr id="3" name="Text Placeholder 6">
            <a:extLst>
              <a:ext uri="{FF2B5EF4-FFF2-40B4-BE49-F238E27FC236}">
                <a16:creationId xmlns:a16="http://schemas.microsoft.com/office/drawing/2014/main" id="{9A4E6CCA-CC73-6DBC-54B2-96F15115DBC2}"/>
              </a:ext>
            </a:extLst>
          </p:cNvPr>
          <p:cNvSpPr>
            <a:spLocks noGrp="1"/>
          </p:cNvSpPr>
          <p:nvPr>
            <p:ph type="body" sz="quarter" idx="22" hasCustomPrompt="1"/>
          </p:nvPr>
        </p:nvSpPr>
        <p:spPr>
          <a:xfrm>
            <a:off x="348822" y="5799444"/>
            <a:ext cx="2362802" cy="653892"/>
          </a:xfrm>
        </p:spPr>
        <p:txBody>
          <a:bodyPr anchor="b" anchorCtr="0"/>
          <a:lstStyle>
            <a:lvl3pPr>
              <a:lnSpc>
                <a:spcPts val="1600"/>
              </a:lnSpc>
              <a:spcAft>
                <a:spcPts val="500"/>
              </a:spcAft>
              <a:defRPr sz="1400" cap="none" spc="0" baseline="0">
                <a:solidFill>
                  <a:schemeClr val="bg1"/>
                </a:solidFill>
              </a:defRPr>
            </a:lvl3pPr>
            <a:lvl4pPr marL="0">
              <a:lnSpc>
                <a:spcPct val="110000"/>
              </a:lnSpc>
              <a:spcBef>
                <a:spcPts val="0"/>
              </a:spcBef>
              <a:defRPr sz="1200" b="1">
                <a:solidFill>
                  <a:srgbClr val="3D441E"/>
                </a:solidFill>
                <a:latin typeface="+mn-lt"/>
              </a:defRPr>
            </a:lvl4pPr>
          </a:lstStyle>
          <a:p>
            <a:pPr lvl="3"/>
            <a:r>
              <a:rPr lang="en-US"/>
              <a:t>Quote or subtext here</a:t>
            </a:r>
          </a:p>
        </p:txBody>
      </p:sp>
      <p:sp>
        <p:nvSpPr>
          <p:cNvPr id="6" name="Text Placeholder 8">
            <a:extLst>
              <a:ext uri="{FF2B5EF4-FFF2-40B4-BE49-F238E27FC236}">
                <a16:creationId xmlns:a16="http://schemas.microsoft.com/office/drawing/2014/main" id="{348DAF18-D215-C0F4-8F47-9BD2864B02AA}"/>
              </a:ext>
            </a:extLst>
          </p:cNvPr>
          <p:cNvSpPr>
            <a:spLocks noGrp="1"/>
          </p:cNvSpPr>
          <p:nvPr>
            <p:ph type="body" sz="quarter" idx="23"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72663246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B - Quote">
    <p:bg>
      <p:bgPr>
        <a:solidFill>
          <a:srgbClr val="3D441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2298700" y="2276872"/>
            <a:ext cx="7602441" cy="1040003"/>
          </a:xfrm>
        </p:spPr>
        <p:txBody>
          <a:bodyPr anchor="b" anchorCtr="0">
            <a:noAutofit/>
          </a:bodyPr>
          <a:lstStyle>
            <a:lvl1pPr algn="ctr">
              <a:lnSpc>
                <a:spcPct val="80000"/>
              </a:lnSpc>
              <a:defRPr i="0">
                <a:solidFill>
                  <a:schemeClr val="bg1"/>
                </a:solidFill>
              </a:defRPr>
            </a:lvl1pPr>
          </a:lstStyle>
          <a:p>
            <a:r>
              <a:rPr lang="en-US"/>
              <a:t>Insert Title Here</a:t>
            </a:r>
          </a:p>
        </p:txBody>
      </p:sp>
      <p:sp>
        <p:nvSpPr>
          <p:cNvPr id="5" name="Text Placeholder 4">
            <a:extLst>
              <a:ext uri="{FF2B5EF4-FFF2-40B4-BE49-F238E27FC236}">
                <a16:creationId xmlns:a16="http://schemas.microsoft.com/office/drawing/2014/main" id="{0A433740-384F-3A97-5ED4-683DB06E5672}"/>
              </a:ext>
            </a:extLst>
          </p:cNvPr>
          <p:cNvSpPr>
            <a:spLocks noGrp="1"/>
          </p:cNvSpPr>
          <p:nvPr>
            <p:ph type="body" sz="quarter" idx="10" hasCustomPrompt="1"/>
          </p:nvPr>
        </p:nvSpPr>
        <p:spPr>
          <a:xfrm>
            <a:off x="3740897" y="3644900"/>
            <a:ext cx="4710206" cy="2305050"/>
          </a:xfrm>
        </p:spPr>
        <p:txBody>
          <a:bodyPr/>
          <a:lstStyle>
            <a:lvl1pPr algn="ctr">
              <a:defRPr>
                <a:solidFill>
                  <a:schemeClr val="bg1"/>
                </a:solidFill>
              </a:defRPr>
            </a:lvl1pPr>
            <a:lvl2pPr algn="ctr">
              <a:lnSpc>
                <a:spcPct val="110000"/>
              </a:lnSpc>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1"/>
            <a:r>
              <a:rPr lang="en-US"/>
              <a:t>Insert text here</a:t>
            </a:r>
          </a:p>
        </p:txBody>
      </p:sp>
    </p:spTree>
    <p:extLst>
      <p:ext uri="{BB962C8B-B14F-4D97-AF65-F5344CB8AC3E}">
        <p14:creationId xmlns:p14="http://schemas.microsoft.com/office/powerpoint/2010/main" val="4129459933"/>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 Media">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2C026EEB-CFF0-6232-C0F0-351298571FE6}"/>
              </a:ext>
            </a:extLst>
          </p:cNvPr>
          <p:cNvSpPr>
            <a:spLocks noGrp="1"/>
          </p:cNvSpPr>
          <p:nvPr>
            <p:ph type="media" sz="quarter" idx="10"/>
          </p:nvPr>
        </p:nvSpPr>
        <p:spPr>
          <a:xfrm>
            <a:off x="0" y="1"/>
            <a:ext cx="12191999" cy="6858000"/>
          </a:xfrm>
          <a:solidFill>
            <a:schemeClr val="tx1"/>
          </a:solidFill>
        </p:spPr>
        <p:txBody>
          <a:bodyPr/>
          <a:lstStyle/>
          <a:p>
            <a:endParaRPr lang="en-US"/>
          </a:p>
        </p:txBody>
      </p:sp>
    </p:spTree>
    <p:extLst>
      <p:ext uri="{BB962C8B-B14F-4D97-AF65-F5344CB8AC3E}">
        <p14:creationId xmlns:p14="http://schemas.microsoft.com/office/powerpoint/2010/main" val="103218916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4B - Media">
    <p:bg>
      <p:bgPr>
        <a:solidFill>
          <a:schemeClr val="tx1"/>
        </a:solidFill>
        <a:effectLst/>
      </p:bgPr>
    </p:bg>
    <p:spTree>
      <p:nvGrpSpPr>
        <p:cNvPr id="1" name=""/>
        <p:cNvGrpSpPr/>
        <p:nvPr/>
      </p:nvGrpSpPr>
      <p:grpSpPr>
        <a:xfrm>
          <a:off x="0" y="0"/>
          <a:ext cx="0" cy="0"/>
          <a:chOff x="0" y="0"/>
          <a:chExt cx="0" cy="0"/>
        </a:xfrm>
      </p:grpSpPr>
      <p:sp>
        <p:nvSpPr>
          <p:cNvPr id="6" name="Media Placeholder 6">
            <a:extLst>
              <a:ext uri="{FF2B5EF4-FFF2-40B4-BE49-F238E27FC236}">
                <a16:creationId xmlns:a16="http://schemas.microsoft.com/office/drawing/2014/main" id="{41D4EE7A-84E2-8716-9686-1F584CD6A0C6}"/>
              </a:ext>
            </a:extLst>
          </p:cNvPr>
          <p:cNvSpPr>
            <a:spLocks noGrp="1"/>
          </p:cNvSpPr>
          <p:nvPr>
            <p:ph type="media" sz="quarter" idx="10"/>
          </p:nvPr>
        </p:nvSpPr>
        <p:spPr>
          <a:xfrm>
            <a:off x="1917230" y="2156884"/>
            <a:ext cx="8357540" cy="4701116"/>
          </a:xfrm>
          <a:solidFill>
            <a:schemeClr val="tx1"/>
          </a:solidFill>
        </p:spPr>
        <p:txBody>
          <a:bodyPr/>
          <a:lstStyle/>
          <a:p>
            <a:endParaRPr lang="en-US"/>
          </a:p>
        </p:txBody>
      </p:sp>
      <p:pic>
        <p:nvPicPr>
          <p:cNvPr id="7" name="Picture 6" descr="A white tree with leaves on it&#10;&#10;AI-generated content may be incorrect.">
            <a:extLst>
              <a:ext uri="{FF2B5EF4-FFF2-40B4-BE49-F238E27FC236}">
                <a16:creationId xmlns:a16="http://schemas.microsoft.com/office/drawing/2014/main" id="{55E3D8B4-B3CC-DDD4-0293-3744F16D3321}"/>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8" name="Straight Connector 7">
            <a:extLst>
              <a:ext uri="{FF2B5EF4-FFF2-40B4-BE49-F238E27FC236}">
                <a16:creationId xmlns:a16="http://schemas.microsoft.com/office/drawing/2014/main" id="{E1D02EE3-7519-74D8-B7E3-34317C99B3B8}"/>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0" name="Text Placeholder 8">
            <a:extLst>
              <a:ext uri="{FF2B5EF4-FFF2-40B4-BE49-F238E27FC236}">
                <a16:creationId xmlns:a16="http://schemas.microsoft.com/office/drawing/2014/main" id="{79FCD109-5072-2E7B-23FB-0B6DD40869D1}"/>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
        <p:nvSpPr>
          <p:cNvPr id="12" name="Title 1">
            <a:extLst>
              <a:ext uri="{FF2B5EF4-FFF2-40B4-BE49-F238E27FC236}">
                <a16:creationId xmlns:a16="http://schemas.microsoft.com/office/drawing/2014/main" id="{7DFADD0E-E10E-BC36-4F61-82E9F16C5834}"/>
              </a:ext>
            </a:extLst>
          </p:cNvPr>
          <p:cNvSpPr>
            <a:spLocks noGrp="1"/>
          </p:cNvSpPr>
          <p:nvPr>
            <p:ph type="title" hasCustomPrompt="1"/>
          </p:nvPr>
        </p:nvSpPr>
        <p:spPr>
          <a:xfrm>
            <a:off x="348299" y="548680"/>
            <a:ext cx="11164824" cy="1042415"/>
          </a:xfrm>
        </p:spPr>
        <p:txBody>
          <a:bodyPr>
            <a:noAutofit/>
          </a:bodyPr>
          <a:lstStyle>
            <a:lvl1pPr>
              <a:lnSpc>
                <a:spcPct val="80000"/>
              </a:lnSpc>
              <a:defRPr>
                <a:solidFill>
                  <a:schemeClr val="bg1"/>
                </a:solidFill>
              </a:defRPr>
            </a:lvl1pPr>
          </a:lstStyle>
          <a:p>
            <a:r>
              <a:rPr lang="en-US"/>
              <a:t>Insert Title Here</a:t>
            </a:r>
          </a:p>
        </p:txBody>
      </p:sp>
    </p:spTree>
    <p:extLst>
      <p:ext uri="{BB962C8B-B14F-4D97-AF65-F5344CB8AC3E}">
        <p14:creationId xmlns:p14="http://schemas.microsoft.com/office/powerpoint/2010/main" val="375753710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GB" smtClean="0"/>
              <a:pPr algn="r"/>
              <a:t>‹#›</a:t>
            </a:fld>
            <a:endParaRPr lang="en-GB"/>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300" y="548680"/>
            <a:ext cx="11164824" cy="795528"/>
          </a:xfrm>
        </p:spPr>
        <p:txBody>
          <a:bodyPr>
            <a:noAutofit/>
          </a:bodyPr>
          <a:lstStyle>
            <a:lvl1pPr>
              <a:lnSpc>
                <a:spcPct val="80000"/>
              </a:lnSpc>
              <a:defRPr>
                <a:solidFill>
                  <a:srgbClr val="3D441E"/>
                </a:solidFill>
              </a:defRPr>
            </a:lvl1pPr>
          </a:lstStyle>
          <a:p>
            <a:r>
              <a:rPr lang="en-GB"/>
              <a:t>Insert </a:t>
            </a:r>
            <a:r>
              <a:rPr lang="en-GB" err="1"/>
              <a:t>Moodboard</a:t>
            </a:r>
            <a:r>
              <a:rPr lang="en-GB"/>
              <a:t> Title Here</a:t>
            </a:r>
          </a:p>
        </p:txBody>
      </p:sp>
      <p:sp>
        <p:nvSpPr>
          <p:cNvPr id="14" name="Picture Placeholder 13">
            <a:extLst>
              <a:ext uri="{FF2B5EF4-FFF2-40B4-BE49-F238E27FC236}">
                <a16:creationId xmlns:a16="http://schemas.microsoft.com/office/drawing/2014/main" id="{D8BC0A6F-B5B6-648D-D79F-68C8DEF664E3}"/>
              </a:ext>
            </a:extLst>
          </p:cNvPr>
          <p:cNvSpPr>
            <a:spLocks noGrp="1"/>
          </p:cNvSpPr>
          <p:nvPr>
            <p:ph type="pic" sz="quarter" idx="22"/>
          </p:nvPr>
        </p:nvSpPr>
        <p:spPr>
          <a:xfrm>
            <a:off x="347663" y="1773238"/>
            <a:ext cx="1812925" cy="2232025"/>
          </a:xfrm>
        </p:spPr>
        <p:txBody>
          <a:bodyPr/>
          <a:lstStyle/>
          <a:p>
            <a:endParaRPr lang="en-GB"/>
          </a:p>
        </p:txBody>
      </p:sp>
      <p:sp>
        <p:nvSpPr>
          <p:cNvPr id="16" name="Picture Placeholder 15">
            <a:extLst>
              <a:ext uri="{FF2B5EF4-FFF2-40B4-BE49-F238E27FC236}">
                <a16:creationId xmlns:a16="http://schemas.microsoft.com/office/drawing/2014/main" id="{FEF4877F-BDDA-84DE-2479-E6CD55CA8048}"/>
              </a:ext>
            </a:extLst>
          </p:cNvPr>
          <p:cNvSpPr>
            <a:spLocks noGrp="1"/>
          </p:cNvSpPr>
          <p:nvPr>
            <p:ph type="pic" sz="quarter" idx="23"/>
          </p:nvPr>
        </p:nvSpPr>
        <p:spPr>
          <a:xfrm>
            <a:off x="2298700" y="1773238"/>
            <a:ext cx="2762250" cy="2232025"/>
          </a:xfrm>
        </p:spPr>
        <p:txBody>
          <a:bodyPr/>
          <a:lstStyle/>
          <a:p>
            <a:endParaRPr lang="en-GB"/>
          </a:p>
        </p:txBody>
      </p:sp>
      <p:sp>
        <p:nvSpPr>
          <p:cNvPr id="18" name="Picture Placeholder 17">
            <a:extLst>
              <a:ext uri="{FF2B5EF4-FFF2-40B4-BE49-F238E27FC236}">
                <a16:creationId xmlns:a16="http://schemas.microsoft.com/office/drawing/2014/main" id="{B13F81BF-995D-8A8D-06C2-48494DC3DF68}"/>
              </a:ext>
            </a:extLst>
          </p:cNvPr>
          <p:cNvSpPr>
            <a:spLocks noGrp="1"/>
          </p:cNvSpPr>
          <p:nvPr>
            <p:ph type="pic" sz="quarter" idx="24"/>
          </p:nvPr>
        </p:nvSpPr>
        <p:spPr>
          <a:xfrm>
            <a:off x="5199061" y="1773238"/>
            <a:ext cx="1793875" cy="2232025"/>
          </a:xfrm>
        </p:spPr>
        <p:txBody>
          <a:bodyPr/>
          <a:lstStyle/>
          <a:p>
            <a:endParaRPr lang="en-GB"/>
          </a:p>
        </p:txBody>
      </p:sp>
      <p:sp>
        <p:nvSpPr>
          <p:cNvPr id="19" name="Picture Placeholder 15">
            <a:extLst>
              <a:ext uri="{FF2B5EF4-FFF2-40B4-BE49-F238E27FC236}">
                <a16:creationId xmlns:a16="http://schemas.microsoft.com/office/drawing/2014/main" id="{0E28E878-A41C-C6FB-A245-159AA30597EB}"/>
              </a:ext>
            </a:extLst>
          </p:cNvPr>
          <p:cNvSpPr>
            <a:spLocks noGrp="1"/>
          </p:cNvSpPr>
          <p:nvPr>
            <p:ph type="pic" sz="quarter" idx="25"/>
          </p:nvPr>
        </p:nvSpPr>
        <p:spPr>
          <a:xfrm>
            <a:off x="9070844" y="1773238"/>
            <a:ext cx="2753369" cy="2232025"/>
          </a:xfrm>
        </p:spPr>
        <p:txBody>
          <a:bodyPr/>
          <a:lstStyle/>
          <a:p>
            <a:endParaRPr lang="en-GB"/>
          </a:p>
        </p:txBody>
      </p:sp>
      <p:sp>
        <p:nvSpPr>
          <p:cNvPr id="20" name="Picture Placeholder 17">
            <a:extLst>
              <a:ext uri="{FF2B5EF4-FFF2-40B4-BE49-F238E27FC236}">
                <a16:creationId xmlns:a16="http://schemas.microsoft.com/office/drawing/2014/main" id="{94095649-D230-5433-F62B-E3247DA55D61}"/>
              </a:ext>
            </a:extLst>
          </p:cNvPr>
          <p:cNvSpPr>
            <a:spLocks noGrp="1"/>
          </p:cNvSpPr>
          <p:nvPr>
            <p:ph type="pic" sz="quarter" idx="26"/>
          </p:nvPr>
        </p:nvSpPr>
        <p:spPr>
          <a:xfrm>
            <a:off x="7134953" y="1773238"/>
            <a:ext cx="1793875" cy="2232025"/>
          </a:xfrm>
        </p:spPr>
        <p:txBody>
          <a:bodyPr/>
          <a:lstStyle/>
          <a:p>
            <a:endParaRPr lang="en-GB"/>
          </a:p>
        </p:txBody>
      </p:sp>
      <p:sp>
        <p:nvSpPr>
          <p:cNvPr id="21" name="Picture Placeholder 15">
            <a:extLst>
              <a:ext uri="{FF2B5EF4-FFF2-40B4-BE49-F238E27FC236}">
                <a16:creationId xmlns:a16="http://schemas.microsoft.com/office/drawing/2014/main" id="{3ACB25C3-1D0C-D6B7-DB9F-B3B41CCC9A3D}"/>
              </a:ext>
            </a:extLst>
          </p:cNvPr>
          <p:cNvSpPr>
            <a:spLocks noGrp="1"/>
          </p:cNvSpPr>
          <p:nvPr>
            <p:ph type="pic" sz="quarter" idx="27"/>
          </p:nvPr>
        </p:nvSpPr>
        <p:spPr>
          <a:xfrm>
            <a:off x="347663" y="4150678"/>
            <a:ext cx="2779712" cy="2232025"/>
          </a:xfrm>
        </p:spPr>
        <p:txBody>
          <a:bodyPr/>
          <a:lstStyle/>
          <a:p>
            <a:endParaRPr lang="en-GB"/>
          </a:p>
        </p:txBody>
      </p:sp>
      <p:sp>
        <p:nvSpPr>
          <p:cNvPr id="22" name="Picture Placeholder 17">
            <a:extLst>
              <a:ext uri="{FF2B5EF4-FFF2-40B4-BE49-F238E27FC236}">
                <a16:creationId xmlns:a16="http://schemas.microsoft.com/office/drawing/2014/main" id="{A19F3328-82A2-81EF-C2D3-5B4657CFE44E}"/>
              </a:ext>
            </a:extLst>
          </p:cNvPr>
          <p:cNvSpPr>
            <a:spLocks noGrp="1"/>
          </p:cNvSpPr>
          <p:nvPr>
            <p:ph type="pic" sz="quarter" idx="28"/>
          </p:nvPr>
        </p:nvSpPr>
        <p:spPr>
          <a:xfrm>
            <a:off x="3267075" y="4150678"/>
            <a:ext cx="1793875" cy="2232025"/>
          </a:xfrm>
        </p:spPr>
        <p:txBody>
          <a:bodyPr/>
          <a:lstStyle/>
          <a:p>
            <a:endParaRPr lang="en-GB"/>
          </a:p>
        </p:txBody>
      </p:sp>
      <p:sp>
        <p:nvSpPr>
          <p:cNvPr id="23" name="Picture Placeholder 15">
            <a:extLst>
              <a:ext uri="{FF2B5EF4-FFF2-40B4-BE49-F238E27FC236}">
                <a16:creationId xmlns:a16="http://schemas.microsoft.com/office/drawing/2014/main" id="{302AB9A9-A9A4-35FE-1656-74DAC067A3D8}"/>
              </a:ext>
            </a:extLst>
          </p:cNvPr>
          <p:cNvSpPr>
            <a:spLocks noGrp="1"/>
          </p:cNvSpPr>
          <p:nvPr>
            <p:ph type="pic" sz="quarter" idx="29"/>
          </p:nvPr>
        </p:nvSpPr>
        <p:spPr>
          <a:xfrm>
            <a:off x="5204143" y="4150678"/>
            <a:ext cx="2746598" cy="2232025"/>
          </a:xfrm>
        </p:spPr>
        <p:txBody>
          <a:bodyPr/>
          <a:lstStyle/>
          <a:p>
            <a:endParaRPr lang="en-GB"/>
          </a:p>
        </p:txBody>
      </p:sp>
      <p:sp>
        <p:nvSpPr>
          <p:cNvPr id="24" name="Picture Placeholder 15">
            <a:extLst>
              <a:ext uri="{FF2B5EF4-FFF2-40B4-BE49-F238E27FC236}">
                <a16:creationId xmlns:a16="http://schemas.microsoft.com/office/drawing/2014/main" id="{DD47A336-9A50-DA30-20F6-B7F23DF492D8}"/>
              </a:ext>
            </a:extLst>
          </p:cNvPr>
          <p:cNvSpPr>
            <a:spLocks noGrp="1"/>
          </p:cNvSpPr>
          <p:nvPr>
            <p:ph type="pic" sz="quarter" idx="30"/>
          </p:nvPr>
        </p:nvSpPr>
        <p:spPr>
          <a:xfrm>
            <a:off x="8096250" y="4150678"/>
            <a:ext cx="3735611" cy="2232025"/>
          </a:xfrm>
        </p:spPr>
        <p:txBody>
          <a:bodyPr/>
          <a:lstStyle/>
          <a:p>
            <a:endParaRPr lang="en-GB"/>
          </a:p>
        </p:txBody>
      </p:sp>
      <p:sp>
        <p:nvSpPr>
          <p:cNvPr id="6" name="Text Placeholder 8">
            <a:extLst>
              <a:ext uri="{FF2B5EF4-FFF2-40B4-BE49-F238E27FC236}">
                <a16:creationId xmlns:a16="http://schemas.microsoft.com/office/drawing/2014/main" id="{288F10C3-A9B6-CD03-A5D6-D320D0DE40E2}"/>
              </a:ext>
            </a:extLst>
          </p:cNvPr>
          <p:cNvSpPr>
            <a:spLocks noGrp="1"/>
          </p:cNvSpPr>
          <p:nvPr>
            <p:ph type="body" sz="quarter" idx="31"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61005352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B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299" y="548680"/>
            <a:ext cx="11164824" cy="795528"/>
          </a:xfrm>
        </p:spPr>
        <p:txBody>
          <a:bodyPr>
            <a:noAutofit/>
          </a:bodyPr>
          <a:lstStyle>
            <a:lvl1pPr>
              <a:lnSpc>
                <a:spcPct val="80000"/>
              </a:lnSpc>
              <a:defRPr>
                <a:solidFill>
                  <a:srgbClr val="3D441E"/>
                </a:solidFill>
              </a:defRPr>
            </a:lvl1pPr>
          </a:lstStyle>
          <a:p>
            <a:r>
              <a:rPr lang="en-US"/>
              <a:t>Insert </a:t>
            </a:r>
            <a:r>
              <a:rPr lang="en-US" err="1"/>
              <a:t>Moodboard</a:t>
            </a:r>
            <a:r>
              <a:rPr lang="en-US"/>
              <a:t> Title Here</a:t>
            </a:r>
          </a:p>
        </p:txBody>
      </p:sp>
      <p:sp>
        <p:nvSpPr>
          <p:cNvPr id="14" name="Picture Placeholder 13">
            <a:extLst>
              <a:ext uri="{FF2B5EF4-FFF2-40B4-BE49-F238E27FC236}">
                <a16:creationId xmlns:a16="http://schemas.microsoft.com/office/drawing/2014/main" id="{D8BC0A6F-B5B6-648D-D79F-68C8DEF664E3}"/>
              </a:ext>
            </a:extLst>
          </p:cNvPr>
          <p:cNvSpPr>
            <a:spLocks noGrp="1"/>
          </p:cNvSpPr>
          <p:nvPr>
            <p:ph type="pic" sz="quarter" idx="22"/>
          </p:nvPr>
        </p:nvSpPr>
        <p:spPr>
          <a:xfrm>
            <a:off x="3268345" y="1773238"/>
            <a:ext cx="1788699" cy="2232025"/>
          </a:xfrm>
        </p:spPr>
        <p:txBody>
          <a:bodyPr/>
          <a:lstStyle/>
          <a:p>
            <a:endParaRPr lang="en-US"/>
          </a:p>
        </p:txBody>
      </p:sp>
      <p:sp>
        <p:nvSpPr>
          <p:cNvPr id="16" name="Picture Placeholder 15">
            <a:extLst>
              <a:ext uri="{FF2B5EF4-FFF2-40B4-BE49-F238E27FC236}">
                <a16:creationId xmlns:a16="http://schemas.microsoft.com/office/drawing/2014/main" id="{FEF4877F-BDDA-84DE-2479-E6CD55CA8048}"/>
              </a:ext>
            </a:extLst>
          </p:cNvPr>
          <p:cNvSpPr>
            <a:spLocks noGrp="1"/>
          </p:cNvSpPr>
          <p:nvPr>
            <p:ph type="pic" sz="quarter" idx="23"/>
          </p:nvPr>
        </p:nvSpPr>
        <p:spPr>
          <a:xfrm>
            <a:off x="335359" y="1773238"/>
            <a:ext cx="2792015" cy="2232025"/>
          </a:xfrm>
        </p:spPr>
        <p:txBody>
          <a:bodyPr/>
          <a:lstStyle/>
          <a:p>
            <a:endParaRPr lang="en-US"/>
          </a:p>
        </p:txBody>
      </p:sp>
      <p:sp>
        <p:nvSpPr>
          <p:cNvPr id="19" name="Picture Placeholder 15">
            <a:extLst>
              <a:ext uri="{FF2B5EF4-FFF2-40B4-BE49-F238E27FC236}">
                <a16:creationId xmlns:a16="http://schemas.microsoft.com/office/drawing/2014/main" id="{0E28E878-A41C-C6FB-A245-159AA30597EB}"/>
              </a:ext>
            </a:extLst>
          </p:cNvPr>
          <p:cNvSpPr>
            <a:spLocks noGrp="1"/>
          </p:cNvSpPr>
          <p:nvPr>
            <p:ph type="pic" sz="quarter" idx="25"/>
          </p:nvPr>
        </p:nvSpPr>
        <p:spPr>
          <a:xfrm>
            <a:off x="6533314" y="1773238"/>
            <a:ext cx="3721138" cy="2232025"/>
          </a:xfrm>
        </p:spPr>
        <p:txBody>
          <a:bodyPr/>
          <a:lstStyle/>
          <a:p>
            <a:endParaRPr lang="en-US"/>
          </a:p>
        </p:txBody>
      </p:sp>
      <p:sp>
        <p:nvSpPr>
          <p:cNvPr id="20" name="Picture Placeholder 17">
            <a:extLst>
              <a:ext uri="{FF2B5EF4-FFF2-40B4-BE49-F238E27FC236}">
                <a16:creationId xmlns:a16="http://schemas.microsoft.com/office/drawing/2014/main" id="{94095649-D230-5433-F62B-E3247DA55D61}"/>
              </a:ext>
            </a:extLst>
          </p:cNvPr>
          <p:cNvSpPr>
            <a:spLocks noGrp="1"/>
          </p:cNvSpPr>
          <p:nvPr>
            <p:ph type="pic" sz="quarter" idx="26"/>
          </p:nvPr>
        </p:nvSpPr>
        <p:spPr>
          <a:xfrm>
            <a:off x="10389997" y="1773238"/>
            <a:ext cx="1425449" cy="2232025"/>
          </a:xfrm>
        </p:spPr>
        <p:txBody>
          <a:bodyPr/>
          <a:lstStyle/>
          <a:p>
            <a:endParaRPr lang="en-US"/>
          </a:p>
        </p:txBody>
      </p:sp>
      <p:sp>
        <p:nvSpPr>
          <p:cNvPr id="21" name="Picture Placeholder 15">
            <a:extLst>
              <a:ext uri="{FF2B5EF4-FFF2-40B4-BE49-F238E27FC236}">
                <a16:creationId xmlns:a16="http://schemas.microsoft.com/office/drawing/2014/main" id="{3ACB25C3-1D0C-D6B7-DB9F-B3B41CCC9A3D}"/>
              </a:ext>
            </a:extLst>
          </p:cNvPr>
          <p:cNvSpPr>
            <a:spLocks noGrp="1"/>
          </p:cNvSpPr>
          <p:nvPr>
            <p:ph type="pic" sz="quarter" idx="27"/>
          </p:nvPr>
        </p:nvSpPr>
        <p:spPr>
          <a:xfrm>
            <a:off x="347663" y="4150678"/>
            <a:ext cx="1812925" cy="2232025"/>
          </a:xfrm>
        </p:spPr>
        <p:txBody>
          <a:bodyPr/>
          <a:lstStyle/>
          <a:p>
            <a:endParaRPr lang="en-US"/>
          </a:p>
        </p:txBody>
      </p:sp>
      <p:sp>
        <p:nvSpPr>
          <p:cNvPr id="22" name="Picture Placeholder 17">
            <a:extLst>
              <a:ext uri="{FF2B5EF4-FFF2-40B4-BE49-F238E27FC236}">
                <a16:creationId xmlns:a16="http://schemas.microsoft.com/office/drawing/2014/main" id="{A19F3328-82A2-81EF-C2D3-5B4657CFE44E}"/>
              </a:ext>
            </a:extLst>
          </p:cNvPr>
          <p:cNvSpPr>
            <a:spLocks noGrp="1"/>
          </p:cNvSpPr>
          <p:nvPr>
            <p:ph type="pic" sz="quarter" idx="28"/>
          </p:nvPr>
        </p:nvSpPr>
        <p:spPr>
          <a:xfrm>
            <a:off x="7608168" y="4150678"/>
            <a:ext cx="1319326" cy="2232025"/>
          </a:xfrm>
        </p:spPr>
        <p:txBody>
          <a:bodyPr/>
          <a:lstStyle/>
          <a:p>
            <a:endParaRPr lang="en-US"/>
          </a:p>
        </p:txBody>
      </p:sp>
      <p:sp>
        <p:nvSpPr>
          <p:cNvPr id="23" name="Picture Placeholder 15">
            <a:extLst>
              <a:ext uri="{FF2B5EF4-FFF2-40B4-BE49-F238E27FC236}">
                <a16:creationId xmlns:a16="http://schemas.microsoft.com/office/drawing/2014/main" id="{302AB9A9-A9A4-35FE-1656-74DAC067A3D8}"/>
              </a:ext>
            </a:extLst>
          </p:cNvPr>
          <p:cNvSpPr>
            <a:spLocks noGrp="1"/>
          </p:cNvSpPr>
          <p:nvPr>
            <p:ph type="pic" sz="quarter" idx="29"/>
          </p:nvPr>
        </p:nvSpPr>
        <p:spPr>
          <a:xfrm>
            <a:off x="3745175" y="4150678"/>
            <a:ext cx="3727449" cy="2232025"/>
          </a:xfrm>
        </p:spPr>
        <p:txBody>
          <a:bodyPr/>
          <a:lstStyle/>
          <a:p>
            <a:endParaRPr lang="en-US"/>
          </a:p>
        </p:txBody>
      </p:sp>
      <p:sp>
        <p:nvSpPr>
          <p:cNvPr id="24" name="Picture Placeholder 15">
            <a:extLst>
              <a:ext uri="{FF2B5EF4-FFF2-40B4-BE49-F238E27FC236}">
                <a16:creationId xmlns:a16="http://schemas.microsoft.com/office/drawing/2014/main" id="{DD47A336-9A50-DA30-20F6-B7F23DF492D8}"/>
              </a:ext>
            </a:extLst>
          </p:cNvPr>
          <p:cNvSpPr>
            <a:spLocks noGrp="1"/>
          </p:cNvSpPr>
          <p:nvPr>
            <p:ph type="pic" sz="quarter" idx="30"/>
          </p:nvPr>
        </p:nvSpPr>
        <p:spPr>
          <a:xfrm>
            <a:off x="9063038" y="4150678"/>
            <a:ext cx="2768823" cy="2232025"/>
          </a:xfrm>
        </p:spPr>
        <p:txBody>
          <a:bodyPr/>
          <a:lstStyle/>
          <a:p>
            <a:endParaRPr lang="en-US"/>
          </a:p>
        </p:txBody>
      </p:sp>
      <p:sp>
        <p:nvSpPr>
          <p:cNvPr id="3" name="Picture Placeholder 17">
            <a:extLst>
              <a:ext uri="{FF2B5EF4-FFF2-40B4-BE49-F238E27FC236}">
                <a16:creationId xmlns:a16="http://schemas.microsoft.com/office/drawing/2014/main" id="{C98DB744-FBCC-5F8B-04F0-8FA2347FC24A}"/>
              </a:ext>
            </a:extLst>
          </p:cNvPr>
          <p:cNvSpPr>
            <a:spLocks noGrp="1"/>
          </p:cNvSpPr>
          <p:nvPr>
            <p:ph type="pic" sz="quarter" idx="31"/>
          </p:nvPr>
        </p:nvSpPr>
        <p:spPr>
          <a:xfrm>
            <a:off x="5208398" y="1773238"/>
            <a:ext cx="1189372" cy="2232025"/>
          </a:xfrm>
        </p:spPr>
        <p:txBody>
          <a:bodyPr/>
          <a:lstStyle/>
          <a:p>
            <a:endParaRPr lang="en-US"/>
          </a:p>
        </p:txBody>
      </p:sp>
      <p:sp>
        <p:nvSpPr>
          <p:cNvPr id="6" name="Picture Placeholder 17">
            <a:extLst>
              <a:ext uri="{FF2B5EF4-FFF2-40B4-BE49-F238E27FC236}">
                <a16:creationId xmlns:a16="http://schemas.microsoft.com/office/drawing/2014/main" id="{E9ED7FB8-CCBE-584B-1950-4992DB3B2CC6}"/>
              </a:ext>
            </a:extLst>
          </p:cNvPr>
          <p:cNvSpPr>
            <a:spLocks noGrp="1"/>
          </p:cNvSpPr>
          <p:nvPr>
            <p:ph type="pic" sz="quarter" idx="32"/>
          </p:nvPr>
        </p:nvSpPr>
        <p:spPr>
          <a:xfrm>
            <a:off x="2298700" y="4150678"/>
            <a:ext cx="1315114" cy="2232025"/>
          </a:xfrm>
        </p:spPr>
        <p:txBody>
          <a:bodyPr/>
          <a:lstStyle/>
          <a:p>
            <a:endParaRPr lang="en-US"/>
          </a:p>
        </p:txBody>
      </p:sp>
      <p:sp>
        <p:nvSpPr>
          <p:cNvPr id="8" name="Text Placeholder 8">
            <a:extLst>
              <a:ext uri="{FF2B5EF4-FFF2-40B4-BE49-F238E27FC236}">
                <a16:creationId xmlns:a16="http://schemas.microsoft.com/office/drawing/2014/main" id="{77165BA8-D05D-C9FA-7FC2-3EF78AB0FC48}"/>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62526737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5C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299" y="548680"/>
            <a:ext cx="11164824" cy="795528"/>
          </a:xfrm>
        </p:spPr>
        <p:txBody>
          <a:bodyPr>
            <a:noAutofit/>
          </a:bodyPr>
          <a:lstStyle>
            <a:lvl1pPr>
              <a:lnSpc>
                <a:spcPct val="80000"/>
              </a:lnSpc>
              <a:defRPr>
                <a:solidFill>
                  <a:srgbClr val="3D441E"/>
                </a:solidFill>
              </a:defRPr>
            </a:lvl1pPr>
          </a:lstStyle>
          <a:p>
            <a:r>
              <a:rPr lang="en-US"/>
              <a:t>Insert </a:t>
            </a:r>
            <a:r>
              <a:rPr lang="en-US" err="1"/>
              <a:t>Moodboard</a:t>
            </a:r>
            <a:r>
              <a:rPr lang="en-US"/>
              <a:t> Title Here</a:t>
            </a:r>
          </a:p>
        </p:txBody>
      </p:sp>
      <p:sp>
        <p:nvSpPr>
          <p:cNvPr id="5" name="Picture Placeholder 6">
            <a:extLst>
              <a:ext uri="{FF2B5EF4-FFF2-40B4-BE49-F238E27FC236}">
                <a16:creationId xmlns:a16="http://schemas.microsoft.com/office/drawing/2014/main" id="{4E03FB40-2826-758D-43BD-C0BB965C9C36}"/>
              </a:ext>
            </a:extLst>
          </p:cNvPr>
          <p:cNvSpPr>
            <a:spLocks noGrp="1"/>
          </p:cNvSpPr>
          <p:nvPr>
            <p:ph type="pic" sz="quarter" idx="31"/>
          </p:nvPr>
        </p:nvSpPr>
        <p:spPr>
          <a:xfrm>
            <a:off x="1" y="1773238"/>
            <a:ext cx="7959724" cy="5084762"/>
          </a:xfrm>
          <a:noFill/>
        </p:spPr>
        <p:txBody>
          <a:bodyPr/>
          <a:lstStyle/>
          <a:p>
            <a:endParaRPr lang="en-US"/>
          </a:p>
        </p:txBody>
      </p:sp>
      <p:sp>
        <p:nvSpPr>
          <p:cNvPr id="8" name="Picture Placeholder 6">
            <a:extLst>
              <a:ext uri="{FF2B5EF4-FFF2-40B4-BE49-F238E27FC236}">
                <a16:creationId xmlns:a16="http://schemas.microsoft.com/office/drawing/2014/main" id="{4C7031A3-76F5-C122-FA78-FAFEB7A3CF71}"/>
              </a:ext>
            </a:extLst>
          </p:cNvPr>
          <p:cNvSpPr>
            <a:spLocks noGrp="1"/>
          </p:cNvSpPr>
          <p:nvPr>
            <p:ph type="pic" sz="quarter" idx="32"/>
          </p:nvPr>
        </p:nvSpPr>
        <p:spPr>
          <a:xfrm>
            <a:off x="8096250" y="1773237"/>
            <a:ext cx="4095749" cy="2376487"/>
          </a:xfrm>
          <a:noFill/>
        </p:spPr>
        <p:txBody>
          <a:bodyPr/>
          <a:lstStyle/>
          <a:p>
            <a:endParaRPr lang="en-US"/>
          </a:p>
        </p:txBody>
      </p:sp>
      <p:sp>
        <p:nvSpPr>
          <p:cNvPr id="12" name="Picture Placeholder 6">
            <a:extLst>
              <a:ext uri="{FF2B5EF4-FFF2-40B4-BE49-F238E27FC236}">
                <a16:creationId xmlns:a16="http://schemas.microsoft.com/office/drawing/2014/main" id="{4E087AB4-BBAC-A8F7-B28C-E70FA63C7957}"/>
              </a:ext>
            </a:extLst>
          </p:cNvPr>
          <p:cNvSpPr>
            <a:spLocks noGrp="1"/>
          </p:cNvSpPr>
          <p:nvPr>
            <p:ph type="pic" sz="quarter" idx="35"/>
          </p:nvPr>
        </p:nvSpPr>
        <p:spPr>
          <a:xfrm>
            <a:off x="8095247" y="4293096"/>
            <a:ext cx="4095749" cy="2564904"/>
          </a:xfrm>
          <a:noFill/>
        </p:spPr>
        <p:txBody>
          <a:bodyPr/>
          <a:lstStyle/>
          <a:p>
            <a:endParaRPr lang="en-US"/>
          </a:p>
        </p:txBody>
      </p:sp>
      <p:sp>
        <p:nvSpPr>
          <p:cNvPr id="6" name="Text Placeholder 8">
            <a:extLst>
              <a:ext uri="{FF2B5EF4-FFF2-40B4-BE49-F238E27FC236}">
                <a16:creationId xmlns:a16="http://schemas.microsoft.com/office/drawing/2014/main" id="{04B7D12D-0850-51C0-18FC-7C8CB97C9CDF}"/>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75383835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5 - Image Full Bleed w/ Text Top">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9"/>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5360" y="562243"/>
            <a:ext cx="3729038" cy="2310775"/>
          </a:xfrm>
        </p:spPr>
        <p:txBody>
          <a:bodyPr anchor="t"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5817E118-9F27-919E-A6E3-B98A1A5E0705}"/>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553227921"/>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 Image Full Bleed w/ Text Bottom">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4142561"/>
            <a:ext cx="3729038" cy="2310775"/>
          </a:xfrm>
        </p:spPr>
        <p:txBody>
          <a:bodyPr anchor="b"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FE8DFA53-3150-E4FF-4D4B-06CD5D703430}"/>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285011688"/>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5 - Image Full Bleed w/ Text Midd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2432362"/>
            <a:ext cx="3729038" cy="2310775"/>
          </a:xfrm>
        </p:spPr>
        <p:txBody>
          <a:bodyPr anchor="ctr"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9C45F4EA-8766-4C53-0F23-051B473F4C4B}"/>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31123257"/>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Top">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563235"/>
            <a:ext cx="3729038" cy="2310775"/>
          </a:xfrm>
        </p:spPr>
        <p:txBody>
          <a:bodyPr anchor="t"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6" name="Text Placeholder 8">
            <a:extLst>
              <a:ext uri="{FF2B5EF4-FFF2-40B4-BE49-F238E27FC236}">
                <a16:creationId xmlns:a16="http://schemas.microsoft.com/office/drawing/2014/main" id="{DE5C82E6-3F85-4D0A-D564-642F68F08978}"/>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25802691"/>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Bottom">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4142561"/>
            <a:ext cx="3729038" cy="2310775"/>
          </a:xfrm>
        </p:spPr>
        <p:txBody>
          <a:bodyPr anchor="b"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6" name="Text Placeholder 8">
            <a:extLst>
              <a:ext uri="{FF2B5EF4-FFF2-40B4-BE49-F238E27FC236}">
                <a16:creationId xmlns:a16="http://schemas.microsoft.com/office/drawing/2014/main" id="{45696FE6-7F9E-08FC-2C75-D80F69BFDDB1}"/>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02136246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Midd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4" name="Text Placeholder 2">
            <a:extLst>
              <a:ext uri="{FF2B5EF4-FFF2-40B4-BE49-F238E27FC236}">
                <a16:creationId xmlns:a16="http://schemas.microsoft.com/office/drawing/2014/main" id="{60A475A6-306B-FEFF-EF76-71C02ACF766C}"/>
              </a:ext>
            </a:extLst>
          </p:cNvPr>
          <p:cNvSpPr>
            <a:spLocks noGrp="1"/>
          </p:cNvSpPr>
          <p:nvPr>
            <p:ph type="body" sz="quarter" idx="18" hasCustomPrompt="1"/>
          </p:nvPr>
        </p:nvSpPr>
        <p:spPr>
          <a:xfrm>
            <a:off x="334963" y="2432362"/>
            <a:ext cx="3729038" cy="2310775"/>
          </a:xfrm>
        </p:spPr>
        <p:txBody>
          <a:bodyPr anchor="ctr"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6" name="Text Placeholder 8">
            <a:extLst>
              <a:ext uri="{FF2B5EF4-FFF2-40B4-BE49-F238E27FC236}">
                <a16:creationId xmlns:a16="http://schemas.microsoft.com/office/drawing/2014/main" id="{A1CE10FC-6A70-FF22-3E46-EF34235B901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566145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 - Blank Slide">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8" name="Text Placeholder 8">
            <a:extLst>
              <a:ext uri="{FF2B5EF4-FFF2-40B4-BE49-F238E27FC236}">
                <a16:creationId xmlns:a16="http://schemas.microsoft.com/office/drawing/2014/main" id="{9AD6926C-20C5-99A4-279C-64F024674A2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0A8CBEE8-E3FD-4DD0-C2A2-397E1F601B6F}"/>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5" name="Text Placeholder 14">
            <a:extLst>
              <a:ext uri="{FF2B5EF4-FFF2-40B4-BE49-F238E27FC236}">
                <a16:creationId xmlns:a16="http://schemas.microsoft.com/office/drawing/2014/main" id="{211ED3A1-D8B7-1AC0-4681-D383EA1A1C44}"/>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31450757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 - Char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0" name="Slide Number Placeholder 5">
            <a:extLst>
              <a:ext uri="{FF2B5EF4-FFF2-40B4-BE49-F238E27FC236}">
                <a16:creationId xmlns:a16="http://schemas.microsoft.com/office/drawing/2014/main" id="{60168804-0547-CF34-B414-95D0E583B2F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BFCAA3A0-9A2A-0C7D-0ED8-DB9C31154ABA}"/>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8" name="Text Placeholder 8">
            <a:extLst>
              <a:ext uri="{FF2B5EF4-FFF2-40B4-BE49-F238E27FC236}">
                <a16:creationId xmlns:a16="http://schemas.microsoft.com/office/drawing/2014/main" id="{DC2903B7-1EED-16D6-4EB0-9BAED875D0BB}"/>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able Placeholder 2">
            <a:extLst>
              <a:ext uri="{FF2B5EF4-FFF2-40B4-BE49-F238E27FC236}">
                <a16:creationId xmlns:a16="http://schemas.microsoft.com/office/drawing/2014/main" id="{D15B2818-B3ED-62B7-27CF-C5DD03A7807D}"/>
              </a:ext>
            </a:extLst>
          </p:cNvPr>
          <p:cNvSpPr>
            <a:spLocks noGrp="1"/>
          </p:cNvSpPr>
          <p:nvPr>
            <p:ph type="tbl" sz="quarter" idx="22"/>
          </p:nvPr>
        </p:nvSpPr>
        <p:spPr>
          <a:xfrm>
            <a:off x="335360" y="2205316"/>
            <a:ext cx="11494008" cy="4178808"/>
          </a:xfrm>
        </p:spPr>
        <p:txBody>
          <a:bodyPr/>
          <a:lstStyle/>
          <a:p>
            <a:endParaRPr lang="en-US"/>
          </a:p>
        </p:txBody>
      </p:sp>
      <p:sp>
        <p:nvSpPr>
          <p:cNvPr id="15" name="Title 1">
            <a:extLst>
              <a:ext uri="{FF2B5EF4-FFF2-40B4-BE49-F238E27FC236}">
                <a16:creationId xmlns:a16="http://schemas.microsoft.com/office/drawing/2014/main" id="{0CC5CF3D-3F98-E252-96A3-610E3C6D37B5}"/>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6" name="Text Placeholder 14">
            <a:extLst>
              <a:ext uri="{FF2B5EF4-FFF2-40B4-BE49-F238E27FC236}">
                <a16:creationId xmlns:a16="http://schemas.microsoft.com/office/drawing/2014/main" id="{C4038286-CBBF-83BC-330D-61FDE2756F21}"/>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36456031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6 - Chart Comparison">
    <p:spTree>
      <p:nvGrpSpPr>
        <p:cNvPr id="1" name=""/>
        <p:cNvGrpSpPr/>
        <p:nvPr/>
      </p:nvGrpSpPr>
      <p:grpSpPr>
        <a:xfrm>
          <a:off x="0" y="0"/>
          <a:ext cx="0" cy="0"/>
          <a:chOff x="0" y="0"/>
          <a:chExt cx="0" cy="0"/>
        </a:xfrm>
      </p:grpSpPr>
      <p:pic>
        <p:nvPicPr>
          <p:cNvPr id="6" name="Picture 5" descr="A black tree with leaves&#10;&#10;Description automatically generated">
            <a:extLst>
              <a:ext uri="{FF2B5EF4-FFF2-40B4-BE49-F238E27FC236}">
                <a16:creationId xmlns:a16="http://schemas.microsoft.com/office/drawing/2014/main" id="{FA38F9CD-D51A-E5CB-9076-D01C6C818BA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7" name="Straight Connector 6">
            <a:extLst>
              <a:ext uri="{FF2B5EF4-FFF2-40B4-BE49-F238E27FC236}">
                <a16:creationId xmlns:a16="http://schemas.microsoft.com/office/drawing/2014/main" id="{67747821-F3B4-740C-3D21-9559C1DA0FE5}"/>
              </a:ext>
            </a:extLst>
          </p:cNvPr>
          <p:cNvCxnSpPr>
            <a:cxnSpLocks/>
          </p:cNvCxnSpPr>
          <p:nvPr userDrawn="1"/>
        </p:nvCxnSpPr>
        <p:spPr>
          <a:xfrm flipV="1">
            <a:off x="5058056" y="2276872"/>
            <a:ext cx="0" cy="4104878"/>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1FAB22C-E011-A8C5-82C2-C853C6103E8A}"/>
              </a:ext>
            </a:extLst>
          </p:cNvPr>
          <p:cNvCxnSpPr>
            <a:cxnSpLocks/>
          </p:cNvCxnSpPr>
          <p:nvPr userDrawn="1"/>
        </p:nvCxnSpPr>
        <p:spPr>
          <a:xfrm flipV="1">
            <a:off x="9892230" y="2276872"/>
            <a:ext cx="0" cy="4104878"/>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16694EE1-FF0C-EBC6-B048-B764F4CF1F9D}"/>
              </a:ext>
            </a:extLst>
          </p:cNvPr>
          <p:cNvCxnSpPr>
            <a:cxnSpLocks/>
          </p:cNvCxnSpPr>
          <p:nvPr userDrawn="1"/>
        </p:nvCxnSpPr>
        <p:spPr>
          <a:xfrm flipV="1">
            <a:off x="335360" y="2096032"/>
            <a:ext cx="11489926" cy="36823"/>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sp>
        <p:nvSpPr>
          <p:cNvPr id="10" name="Chart Placeholder 10">
            <a:extLst>
              <a:ext uri="{FF2B5EF4-FFF2-40B4-BE49-F238E27FC236}">
                <a16:creationId xmlns:a16="http://schemas.microsoft.com/office/drawing/2014/main" id="{525E6799-B057-517E-C7FD-20A728688915}"/>
              </a:ext>
            </a:extLst>
          </p:cNvPr>
          <p:cNvSpPr>
            <a:spLocks noGrp="1"/>
          </p:cNvSpPr>
          <p:nvPr>
            <p:ph type="chart" sz="quarter" idx="22"/>
          </p:nvPr>
        </p:nvSpPr>
        <p:spPr>
          <a:xfrm>
            <a:off x="357284" y="3177818"/>
            <a:ext cx="4556053" cy="3170322"/>
          </a:xfrm>
        </p:spPr>
        <p:txBody>
          <a:bodyPr/>
          <a:lstStyle/>
          <a:p>
            <a:endParaRPr lang="en-US"/>
          </a:p>
        </p:txBody>
      </p:sp>
      <p:sp>
        <p:nvSpPr>
          <p:cNvPr id="11" name="Chart Placeholder 10">
            <a:extLst>
              <a:ext uri="{FF2B5EF4-FFF2-40B4-BE49-F238E27FC236}">
                <a16:creationId xmlns:a16="http://schemas.microsoft.com/office/drawing/2014/main" id="{505F58B1-B049-5B9C-AED7-A46B9D539BD0}"/>
              </a:ext>
            </a:extLst>
          </p:cNvPr>
          <p:cNvSpPr>
            <a:spLocks noGrp="1"/>
          </p:cNvSpPr>
          <p:nvPr>
            <p:ph type="chart" sz="quarter" idx="23"/>
          </p:nvPr>
        </p:nvSpPr>
        <p:spPr>
          <a:xfrm>
            <a:off x="5203604" y="3177818"/>
            <a:ext cx="4556053" cy="3170322"/>
          </a:xfrm>
        </p:spPr>
        <p:txBody>
          <a:bodyPr/>
          <a:lstStyle/>
          <a:p>
            <a:endParaRPr lang="en-US"/>
          </a:p>
        </p:txBody>
      </p:sp>
      <p:sp>
        <p:nvSpPr>
          <p:cNvPr id="12" name="Text Placeholder 13">
            <a:extLst>
              <a:ext uri="{FF2B5EF4-FFF2-40B4-BE49-F238E27FC236}">
                <a16:creationId xmlns:a16="http://schemas.microsoft.com/office/drawing/2014/main" id="{69CCF75D-A0ED-056D-1FB8-4399C8354DD7}"/>
              </a:ext>
            </a:extLst>
          </p:cNvPr>
          <p:cNvSpPr>
            <a:spLocks noGrp="1"/>
          </p:cNvSpPr>
          <p:nvPr>
            <p:ph type="body" sz="quarter" idx="24" hasCustomPrompt="1"/>
          </p:nvPr>
        </p:nvSpPr>
        <p:spPr>
          <a:xfrm>
            <a:off x="357284" y="2220380"/>
            <a:ext cx="3759200" cy="360363"/>
          </a:xfrm>
        </p:spPr>
        <p:txBody>
          <a:bodyPr/>
          <a:lstStyle>
            <a:lvl1pPr>
              <a:lnSpc>
                <a:spcPts val="1700"/>
              </a:lnSpc>
              <a:spcBef>
                <a:spcPts val="0"/>
              </a:spcBef>
              <a:defRPr sz="1300"/>
            </a:lvl1pPr>
          </a:lstStyle>
          <a:p>
            <a:pPr lvl="0"/>
            <a:r>
              <a:rPr lang="en-US"/>
              <a:t>Description of data below</a:t>
            </a:r>
          </a:p>
        </p:txBody>
      </p:sp>
      <p:sp>
        <p:nvSpPr>
          <p:cNvPr id="13" name="Text Placeholder 13">
            <a:extLst>
              <a:ext uri="{FF2B5EF4-FFF2-40B4-BE49-F238E27FC236}">
                <a16:creationId xmlns:a16="http://schemas.microsoft.com/office/drawing/2014/main" id="{3F668E53-3B93-4ECE-058F-2F5F82576C30}"/>
              </a:ext>
            </a:extLst>
          </p:cNvPr>
          <p:cNvSpPr>
            <a:spLocks noGrp="1"/>
          </p:cNvSpPr>
          <p:nvPr>
            <p:ph type="body" sz="quarter" idx="25" hasCustomPrompt="1"/>
          </p:nvPr>
        </p:nvSpPr>
        <p:spPr>
          <a:xfrm>
            <a:off x="357284" y="1732700"/>
            <a:ext cx="3759200" cy="360363"/>
          </a:xfrm>
        </p:spPr>
        <p:txBody>
          <a:bodyPr/>
          <a:lstStyle>
            <a:lvl1pPr>
              <a:lnSpc>
                <a:spcPts val="1700"/>
              </a:lnSpc>
              <a:spcBef>
                <a:spcPts val="0"/>
              </a:spcBef>
              <a:defRPr sz="1300"/>
            </a:lvl1pPr>
          </a:lstStyle>
          <a:p>
            <a:pPr lvl="0"/>
            <a:r>
              <a:rPr lang="en-US"/>
              <a:t>Text here</a:t>
            </a:r>
          </a:p>
        </p:txBody>
      </p:sp>
      <p:sp>
        <p:nvSpPr>
          <p:cNvPr id="14" name="Text Placeholder 13">
            <a:extLst>
              <a:ext uri="{FF2B5EF4-FFF2-40B4-BE49-F238E27FC236}">
                <a16:creationId xmlns:a16="http://schemas.microsoft.com/office/drawing/2014/main" id="{942766DE-A7C0-C17A-BD3C-EA6F2F9B1E63}"/>
              </a:ext>
            </a:extLst>
          </p:cNvPr>
          <p:cNvSpPr>
            <a:spLocks noGrp="1"/>
          </p:cNvSpPr>
          <p:nvPr>
            <p:ph type="body" sz="quarter" idx="26" hasCustomPrompt="1"/>
          </p:nvPr>
        </p:nvSpPr>
        <p:spPr>
          <a:xfrm>
            <a:off x="5203604" y="2220380"/>
            <a:ext cx="3759200" cy="360363"/>
          </a:xfrm>
        </p:spPr>
        <p:txBody>
          <a:bodyPr/>
          <a:lstStyle>
            <a:lvl1pPr>
              <a:lnSpc>
                <a:spcPts val="1700"/>
              </a:lnSpc>
              <a:spcBef>
                <a:spcPts val="0"/>
              </a:spcBef>
              <a:defRPr sz="1300"/>
            </a:lvl1pPr>
          </a:lstStyle>
          <a:p>
            <a:pPr lvl="0"/>
            <a:r>
              <a:rPr lang="en-US"/>
              <a:t>Description of data below</a:t>
            </a:r>
          </a:p>
        </p:txBody>
      </p:sp>
      <p:sp>
        <p:nvSpPr>
          <p:cNvPr id="15" name="Text Placeholder 13">
            <a:extLst>
              <a:ext uri="{FF2B5EF4-FFF2-40B4-BE49-F238E27FC236}">
                <a16:creationId xmlns:a16="http://schemas.microsoft.com/office/drawing/2014/main" id="{543F2222-755E-AB06-5F7A-43ECD48787BD}"/>
              </a:ext>
            </a:extLst>
          </p:cNvPr>
          <p:cNvSpPr>
            <a:spLocks noGrp="1"/>
          </p:cNvSpPr>
          <p:nvPr>
            <p:ph type="body" sz="quarter" idx="27" hasCustomPrompt="1"/>
          </p:nvPr>
        </p:nvSpPr>
        <p:spPr>
          <a:xfrm>
            <a:off x="10056440" y="2173682"/>
            <a:ext cx="1263598" cy="360363"/>
          </a:xfrm>
        </p:spPr>
        <p:txBody>
          <a:bodyPr/>
          <a:lstStyle>
            <a:lvl1pPr>
              <a:lnSpc>
                <a:spcPts val="1400"/>
              </a:lnSpc>
              <a:spcBef>
                <a:spcPts val="0"/>
              </a:spcBef>
              <a:defRPr sz="800" b="1" cap="all" spc="50" baseline="0"/>
            </a:lvl1pPr>
          </a:lstStyle>
          <a:p>
            <a:pPr lvl="0"/>
            <a:r>
              <a:rPr lang="en-US"/>
              <a:t>Commentary</a:t>
            </a:r>
          </a:p>
        </p:txBody>
      </p:sp>
      <p:sp>
        <p:nvSpPr>
          <p:cNvPr id="16" name="Text Placeholder 13">
            <a:extLst>
              <a:ext uri="{FF2B5EF4-FFF2-40B4-BE49-F238E27FC236}">
                <a16:creationId xmlns:a16="http://schemas.microsoft.com/office/drawing/2014/main" id="{CD027F4D-8400-E4A8-CA0A-879126E55D16}"/>
              </a:ext>
            </a:extLst>
          </p:cNvPr>
          <p:cNvSpPr>
            <a:spLocks noGrp="1"/>
          </p:cNvSpPr>
          <p:nvPr>
            <p:ph type="body" sz="quarter" idx="28" hasCustomPrompt="1"/>
          </p:nvPr>
        </p:nvSpPr>
        <p:spPr>
          <a:xfrm>
            <a:off x="10029604" y="2677580"/>
            <a:ext cx="1795684" cy="3670560"/>
          </a:xfrm>
        </p:spPr>
        <p:txBody>
          <a:bodyPr/>
          <a:lstStyle>
            <a:lvl1pPr marL="126000" indent="-126000">
              <a:lnSpc>
                <a:spcPts val="1500"/>
              </a:lnSpc>
              <a:spcBef>
                <a:spcPts val="0"/>
              </a:spcBef>
              <a:spcAft>
                <a:spcPts val="600"/>
              </a:spcAft>
              <a:buFont typeface="Arial" panose="020B0604020202020204" pitchFamily="34" charset="0"/>
              <a:buChar char="•"/>
              <a:defRPr sz="1300"/>
            </a:lvl1pPr>
          </a:lstStyle>
          <a:p>
            <a:pPr lvl="0"/>
            <a:r>
              <a:rPr lang="en-US"/>
              <a:t>…</a:t>
            </a:r>
          </a:p>
          <a:p>
            <a:pPr lvl="0"/>
            <a:r>
              <a:rPr lang="en-US"/>
              <a:t>…</a:t>
            </a:r>
          </a:p>
          <a:p>
            <a:pPr lvl="0"/>
            <a:r>
              <a:rPr lang="en-US"/>
              <a:t>…</a:t>
            </a:r>
          </a:p>
        </p:txBody>
      </p:sp>
      <p:sp>
        <p:nvSpPr>
          <p:cNvPr id="17" name="Slide Number Placeholder 5">
            <a:extLst>
              <a:ext uri="{FF2B5EF4-FFF2-40B4-BE49-F238E27FC236}">
                <a16:creationId xmlns:a16="http://schemas.microsoft.com/office/drawing/2014/main" id="{BE92E73E-C595-2466-046A-76FA015D31A3}"/>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8" name="Straight Connector 17">
            <a:extLst>
              <a:ext uri="{FF2B5EF4-FFF2-40B4-BE49-F238E27FC236}">
                <a16:creationId xmlns:a16="http://schemas.microsoft.com/office/drawing/2014/main" id="{8B778525-82F7-4B98-7CC3-5D206676FF22}"/>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DA2E3D33-41BC-5CC6-8FB5-8494C8A4E6F2}"/>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0" name="Text Placeholder 8">
            <a:extLst>
              <a:ext uri="{FF2B5EF4-FFF2-40B4-BE49-F238E27FC236}">
                <a16:creationId xmlns:a16="http://schemas.microsoft.com/office/drawing/2014/main" id="{DBD42743-C2BF-9CBF-5DF0-A3C7ED1ABA20}"/>
              </a:ext>
            </a:extLst>
          </p:cNvPr>
          <p:cNvSpPr>
            <a:spLocks noGrp="1"/>
          </p:cNvSpPr>
          <p:nvPr>
            <p:ph type="body" sz="quarter" idx="29"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1" name="Title 1">
            <a:extLst>
              <a:ext uri="{FF2B5EF4-FFF2-40B4-BE49-F238E27FC236}">
                <a16:creationId xmlns:a16="http://schemas.microsoft.com/office/drawing/2014/main" id="{22567B45-DAA4-796F-9A4C-A9736EB9A4C4}"/>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Tree>
    <p:extLst>
      <p:ext uri="{BB962C8B-B14F-4D97-AF65-F5344CB8AC3E}">
        <p14:creationId xmlns:p14="http://schemas.microsoft.com/office/powerpoint/2010/main" val="166768658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6 - Map Landscape">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9063038" y="1773238"/>
            <a:ext cx="2649581" cy="4616992"/>
          </a:xfrm>
        </p:spPr>
        <p:txBody>
          <a:bodyPr anchor="b" anchorCtr="0"/>
          <a:lstStyle>
            <a:lvl1pPr marL="180000" marR="0" indent="-180000" algn="l" defTabSz="914400" rtl="0" eaLnBrk="1" fontAlgn="auto" latinLnBrk="0" hangingPunct="1">
              <a:lnSpc>
                <a:spcPct val="110000"/>
              </a:lnSpc>
              <a:spcBef>
                <a:spcPts val="0"/>
              </a:spcBef>
              <a:spcAft>
                <a:spcPts val="0"/>
              </a:spcAft>
              <a:buClrTx/>
              <a:buSzTx/>
              <a:buFont typeface="Arial" panose="020B0604020202020204" pitchFamily="34" charset="0"/>
              <a:buNone/>
              <a:tabLst/>
              <a:defRPr/>
            </a:lvl1pPr>
          </a:lstStyle>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p:txBody>
      </p:sp>
      <p:cxnSp>
        <p:nvCxnSpPr>
          <p:cNvPr id="8" name="Straight Connector 7">
            <a:extLst>
              <a:ext uri="{FF2B5EF4-FFF2-40B4-BE49-F238E27FC236}">
                <a16:creationId xmlns:a16="http://schemas.microsoft.com/office/drawing/2014/main" id="{89DE8CC1-6E90-19BA-FC6E-7669134126DA}"/>
              </a:ext>
            </a:extLst>
          </p:cNvPr>
          <p:cNvCxnSpPr/>
          <p:nvPr userDrawn="1"/>
        </p:nvCxnSpPr>
        <p:spPr>
          <a:xfrm>
            <a:off x="8926513" y="620713"/>
            <a:ext cx="0" cy="5769546"/>
          </a:xfrm>
          <a:prstGeom prst="line">
            <a:avLst/>
          </a:prstGeom>
          <a:ln>
            <a:solidFill>
              <a:srgbClr val="CBC4BC"/>
            </a:solidFill>
          </a:ln>
        </p:spPr>
        <p:style>
          <a:lnRef idx="1">
            <a:schemeClr val="accent1"/>
          </a:lnRef>
          <a:fillRef idx="0">
            <a:schemeClr val="accent1"/>
          </a:fillRef>
          <a:effectRef idx="0">
            <a:schemeClr val="accent1"/>
          </a:effectRef>
          <a:fontRef idx="minor">
            <a:schemeClr val="tx1"/>
          </a:fontRef>
        </p:style>
      </p:cxnSp>
      <p:pic>
        <p:nvPicPr>
          <p:cNvPr id="4" name="Picture 3" descr="A black tree with leaves&#10;&#10;Description automatically generated">
            <a:extLst>
              <a:ext uri="{FF2B5EF4-FFF2-40B4-BE49-F238E27FC236}">
                <a16:creationId xmlns:a16="http://schemas.microsoft.com/office/drawing/2014/main" id="{3E3C06BD-BB7E-F9C2-BB58-31F93AE9506A}"/>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 name="Picture Placeholder 15">
            <a:extLst>
              <a:ext uri="{FF2B5EF4-FFF2-40B4-BE49-F238E27FC236}">
                <a16:creationId xmlns:a16="http://schemas.microsoft.com/office/drawing/2014/main" id="{5A32053B-E2CD-7F84-ABED-D676A4DDDC33}"/>
              </a:ext>
            </a:extLst>
          </p:cNvPr>
          <p:cNvSpPr>
            <a:spLocks noGrp="1"/>
          </p:cNvSpPr>
          <p:nvPr>
            <p:ph type="pic" sz="quarter" idx="23"/>
          </p:nvPr>
        </p:nvSpPr>
        <p:spPr>
          <a:xfrm>
            <a:off x="335359" y="1773238"/>
            <a:ext cx="8454625" cy="4616988"/>
          </a:xfrm>
          <a:solidFill>
            <a:schemeClr val="accent2">
              <a:alpha val="20000"/>
            </a:schemeClr>
          </a:solidFill>
        </p:spPr>
        <p:txBody>
          <a:bodyPr/>
          <a:lstStyle/>
          <a:p>
            <a:endParaRPr lang="en-US"/>
          </a:p>
        </p:txBody>
      </p:sp>
      <p:sp>
        <p:nvSpPr>
          <p:cNvPr id="11" name="Text Placeholder 8">
            <a:extLst>
              <a:ext uri="{FF2B5EF4-FFF2-40B4-BE49-F238E27FC236}">
                <a16:creationId xmlns:a16="http://schemas.microsoft.com/office/drawing/2014/main" id="{FE45C724-C9D2-ACE3-7F60-22D8922FDC4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37604735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6 - Map Portrai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57988" y="1773238"/>
            <a:ext cx="3605199" cy="4616992"/>
          </a:xfrm>
        </p:spPr>
        <p:txBody>
          <a:bodyPr anchor="b" anchorCtr="0"/>
          <a:lstStyle>
            <a:lvl1pPr marL="180000" marR="0" indent="-180000" algn="l" defTabSz="914400" rtl="0" eaLnBrk="1" fontAlgn="auto" latinLnBrk="0" hangingPunct="1">
              <a:lnSpc>
                <a:spcPct val="110000"/>
              </a:lnSpc>
              <a:spcBef>
                <a:spcPts val="0"/>
              </a:spcBef>
              <a:spcAft>
                <a:spcPts val="500"/>
              </a:spcAft>
              <a:buClrTx/>
              <a:buSzTx/>
              <a:buFont typeface="Arial" panose="020B0604020202020204" pitchFamily="34" charset="0"/>
              <a:buNone/>
              <a:tabLst/>
              <a:defRPr/>
            </a:lvl1pPr>
          </a:lstStyle>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p:txBody>
      </p:sp>
      <p:cxnSp>
        <p:nvCxnSpPr>
          <p:cNvPr id="8" name="Straight Connector 7">
            <a:extLst>
              <a:ext uri="{FF2B5EF4-FFF2-40B4-BE49-F238E27FC236}">
                <a16:creationId xmlns:a16="http://schemas.microsoft.com/office/drawing/2014/main" id="{89DE8CC1-6E90-19BA-FC6E-7669134126DA}"/>
              </a:ext>
            </a:extLst>
          </p:cNvPr>
          <p:cNvCxnSpPr/>
          <p:nvPr userDrawn="1"/>
        </p:nvCxnSpPr>
        <p:spPr>
          <a:xfrm>
            <a:off x="4231958" y="620713"/>
            <a:ext cx="0" cy="5769546"/>
          </a:xfrm>
          <a:prstGeom prst="line">
            <a:avLst/>
          </a:prstGeom>
          <a:ln>
            <a:solidFill>
              <a:srgbClr val="CBC4BC"/>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498652"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 name="Picture Placeholder 15">
            <a:extLst>
              <a:ext uri="{FF2B5EF4-FFF2-40B4-BE49-F238E27FC236}">
                <a16:creationId xmlns:a16="http://schemas.microsoft.com/office/drawing/2014/main" id="{5A32053B-E2CD-7F84-ABED-D676A4DDDC33}"/>
              </a:ext>
            </a:extLst>
          </p:cNvPr>
          <p:cNvSpPr>
            <a:spLocks noGrp="1"/>
          </p:cNvSpPr>
          <p:nvPr>
            <p:ph type="pic" sz="quarter" idx="23"/>
          </p:nvPr>
        </p:nvSpPr>
        <p:spPr>
          <a:xfrm>
            <a:off x="5197481" y="620713"/>
            <a:ext cx="6636532" cy="5769513"/>
          </a:xfrm>
          <a:solidFill>
            <a:schemeClr val="accent2">
              <a:alpha val="20000"/>
            </a:schemeClr>
          </a:solidFill>
        </p:spPr>
        <p:txBody>
          <a:bodyPr/>
          <a:lstStyle/>
          <a:p>
            <a:endParaRPr lang="en-US"/>
          </a:p>
        </p:txBody>
      </p:sp>
      <p:sp>
        <p:nvSpPr>
          <p:cNvPr id="6" name="Text Placeholder 8">
            <a:extLst>
              <a:ext uri="{FF2B5EF4-FFF2-40B4-BE49-F238E27FC236}">
                <a16:creationId xmlns:a16="http://schemas.microsoft.com/office/drawing/2014/main" id="{38A5C314-FE57-A23C-7550-3B45567FB51B}"/>
              </a:ext>
            </a:extLst>
          </p:cNvPr>
          <p:cNvSpPr>
            <a:spLocks noGrp="1"/>
          </p:cNvSpPr>
          <p:nvPr>
            <p:ph type="body" sz="quarter" idx="25"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9054900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6 - 2 Col / 5 Row (Prese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graphicFrame>
        <p:nvGraphicFramePr>
          <p:cNvPr id="6" name="Table Placeholder 5">
            <a:extLst>
              <a:ext uri="{FF2B5EF4-FFF2-40B4-BE49-F238E27FC236}">
                <a16:creationId xmlns:a16="http://schemas.microsoft.com/office/drawing/2014/main" id="{4A55B353-A058-DEC6-7A7F-94DD7A1BF23B}"/>
              </a:ext>
            </a:extLst>
          </p:cNvPr>
          <p:cNvGraphicFramePr>
            <a:graphicFrameLocks/>
          </p:cNvGraphicFramePr>
          <p:nvPr userDrawn="1">
            <p:extLst>
              <p:ext uri="{D42A27DB-BD31-4B8C-83A1-F6EECF244321}">
                <p14:modId xmlns:p14="http://schemas.microsoft.com/office/powerpoint/2010/main" val="2939920245"/>
              </p:ext>
            </p:extLst>
          </p:nvPr>
        </p:nvGraphicFramePr>
        <p:xfrm>
          <a:off x="358616" y="2708919"/>
          <a:ext cx="11466672" cy="3599805"/>
        </p:xfrm>
        <a:graphic>
          <a:graphicData uri="http://schemas.openxmlformats.org/drawingml/2006/table">
            <a:tbl>
              <a:tblPr firstRow="1" bandRow="1">
                <a:tableStyleId>{5C22544A-7EE6-4342-B048-85BDC9FD1C3A}</a:tableStyleId>
              </a:tblPr>
              <a:tblGrid>
                <a:gridCol w="2866668">
                  <a:extLst>
                    <a:ext uri="{9D8B030D-6E8A-4147-A177-3AD203B41FA5}">
                      <a16:colId xmlns:a16="http://schemas.microsoft.com/office/drawing/2014/main" val="3146474579"/>
                    </a:ext>
                  </a:extLst>
                </a:gridCol>
                <a:gridCol w="8600004">
                  <a:extLst>
                    <a:ext uri="{9D8B030D-6E8A-4147-A177-3AD203B41FA5}">
                      <a16:colId xmlns:a16="http://schemas.microsoft.com/office/drawing/2014/main" val="944385173"/>
                    </a:ext>
                  </a:extLst>
                </a:gridCol>
              </a:tblGrid>
              <a:tr h="719961">
                <a:tc>
                  <a:txBody>
                    <a:bodyPr/>
                    <a:lstStyle/>
                    <a:p>
                      <a:pPr>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1</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1.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2048424776"/>
                  </a:ext>
                </a:extLst>
              </a:tr>
              <a:tr h="719961">
                <a:tc>
                  <a:txBody>
                    <a:bodyPr/>
                    <a:lstStyle/>
                    <a:p>
                      <a:pPr>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2</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2.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512228800"/>
                  </a:ext>
                </a:extLst>
              </a:tr>
              <a:tr h="719961">
                <a:tc>
                  <a:txBody>
                    <a:bodyPr/>
                    <a:lstStyle/>
                    <a:p>
                      <a:pPr marL="0" indent="0">
                        <a:lnSpc>
                          <a:spcPts val="1200"/>
                        </a:lnSpc>
                        <a:buFont typeface="Arial" panose="020B0604020202020204" pitchFamily="34" charset="0"/>
                        <a:buNone/>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3</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3.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3758370934"/>
                  </a:ext>
                </a:extLst>
              </a:tr>
              <a:tr h="719961">
                <a:tc>
                  <a:txBody>
                    <a:bodyPr/>
                    <a:lstStyle/>
                    <a:p>
                      <a:pPr marL="0" indent="0">
                        <a:lnSpc>
                          <a:spcPts val="1200"/>
                        </a:lnSpc>
                        <a:buFont typeface="Arial" panose="020B0604020202020204" pitchFamily="34" charset="0"/>
                        <a:buNone/>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4</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4.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1415820637"/>
                  </a:ext>
                </a:extLst>
              </a:tr>
              <a:tr h="719961">
                <a:tc>
                  <a:txBody>
                    <a:bodyPr/>
                    <a:lstStyle/>
                    <a:p>
                      <a:pPr marL="90000" indent="-90000">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5</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no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5.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no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2118836978"/>
                  </a:ext>
                </a:extLst>
              </a:tr>
            </a:tbl>
          </a:graphicData>
        </a:graphic>
      </p:graphicFrame>
      <p:sp>
        <p:nvSpPr>
          <p:cNvPr id="8" name="Text Placeholder 8">
            <a:extLst>
              <a:ext uri="{FF2B5EF4-FFF2-40B4-BE49-F238E27FC236}">
                <a16:creationId xmlns:a16="http://schemas.microsoft.com/office/drawing/2014/main" id="{EF48AC24-492B-6AE8-188C-08CEB162CFAD}"/>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CD6D4199-C041-603D-DF09-1F91B4F19861}"/>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4" name="Text Placeholder 14">
            <a:extLst>
              <a:ext uri="{FF2B5EF4-FFF2-40B4-BE49-F238E27FC236}">
                <a16:creationId xmlns:a16="http://schemas.microsoft.com/office/drawing/2014/main" id="{C0E2CA82-EB58-3118-D144-961A334FABA8}"/>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715213495"/>
      </p:ext>
    </p:extLst>
  </p:cSld>
  <p:clrMapOvr>
    <a:masterClrMapping/>
  </p:clrMapOvr>
  <p:extLst>
    <p:ext uri="{DCECCB84-F9BA-43D5-87BE-67443E8EF086}">
      <p15:sldGuideLst xmlns:p15="http://schemas.microsoft.com/office/powerpoint/2012/main">
        <p15:guide id="1" orient="horz" pos="391">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6 - Organizational Char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420598"/>
            <a:ext cx="1795463" cy="649287"/>
          </a:xfrm>
          <a:solidFill>
            <a:srgbClr val="3D441E"/>
          </a:solidFill>
        </p:spPr>
        <p:txBody>
          <a:bodyPr lIns="108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8" name="Text Placeholder 6">
            <a:extLst>
              <a:ext uri="{FF2B5EF4-FFF2-40B4-BE49-F238E27FC236}">
                <a16:creationId xmlns:a16="http://schemas.microsoft.com/office/drawing/2014/main" id="{76D214F9-232E-837C-C5FC-204D55725640}"/>
              </a:ext>
            </a:extLst>
          </p:cNvPr>
          <p:cNvSpPr>
            <a:spLocks noGrp="1"/>
          </p:cNvSpPr>
          <p:nvPr>
            <p:ph type="body" sz="quarter" idx="24" hasCustomPrompt="1"/>
          </p:nvPr>
        </p:nvSpPr>
        <p:spPr>
          <a:xfrm>
            <a:off x="5197475"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3264980"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1332485"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7129969"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9062464"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3264980" y="4148646"/>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1" name="Text Placeholder 6">
            <a:extLst>
              <a:ext uri="{FF2B5EF4-FFF2-40B4-BE49-F238E27FC236}">
                <a16:creationId xmlns:a16="http://schemas.microsoft.com/office/drawing/2014/main" id="{7806DD3A-1589-D590-A975-6D683F83ED8E}"/>
              </a:ext>
            </a:extLst>
          </p:cNvPr>
          <p:cNvSpPr>
            <a:spLocks noGrp="1"/>
          </p:cNvSpPr>
          <p:nvPr>
            <p:ph type="body" sz="quarter" idx="30" hasCustomPrompt="1"/>
          </p:nvPr>
        </p:nvSpPr>
        <p:spPr>
          <a:xfrm>
            <a:off x="5197475"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7129969"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9062464"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3264980"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5" name="Text Placeholder 6">
            <a:extLst>
              <a:ext uri="{FF2B5EF4-FFF2-40B4-BE49-F238E27FC236}">
                <a16:creationId xmlns:a16="http://schemas.microsoft.com/office/drawing/2014/main" id="{1C0391C6-20CD-11B8-6BE0-D177C7954112}"/>
              </a:ext>
            </a:extLst>
          </p:cNvPr>
          <p:cNvSpPr>
            <a:spLocks noGrp="1"/>
          </p:cNvSpPr>
          <p:nvPr>
            <p:ph type="body" sz="quarter" idx="34" hasCustomPrompt="1"/>
          </p:nvPr>
        </p:nvSpPr>
        <p:spPr>
          <a:xfrm>
            <a:off x="5197475"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7139396"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9063038"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1332485" y="4148646"/>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1332485"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0" name="Text Placeholder 6">
            <a:extLst>
              <a:ext uri="{FF2B5EF4-FFF2-40B4-BE49-F238E27FC236}">
                <a16:creationId xmlns:a16="http://schemas.microsoft.com/office/drawing/2014/main" id="{4D0D43D9-ABDE-800B-1677-F0BD921C55D8}"/>
              </a:ext>
            </a:extLst>
          </p:cNvPr>
          <p:cNvSpPr>
            <a:spLocks noGrp="1"/>
          </p:cNvSpPr>
          <p:nvPr>
            <p:ph type="body" sz="quarter" idx="39" hasCustomPrompt="1"/>
          </p:nvPr>
        </p:nvSpPr>
        <p:spPr>
          <a:xfrm>
            <a:off x="3264980"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1" name="Text Placeholder 6">
            <a:extLst>
              <a:ext uri="{FF2B5EF4-FFF2-40B4-BE49-F238E27FC236}">
                <a16:creationId xmlns:a16="http://schemas.microsoft.com/office/drawing/2014/main" id="{CF14E26D-C06C-D68A-B829-A9D45477B355}"/>
              </a:ext>
            </a:extLst>
          </p:cNvPr>
          <p:cNvSpPr>
            <a:spLocks noGrp="1"/>
          </p:cNvSpPr>
          <p:nvPr>
            <p:ph type="body" sz="quarter" idx="40" hasCustomPrompt="1"/>
          </p:nvPr>
        </p:nvSpPr>
        <p:spPr>
          <a:xfrm>
            <a:off x="5197475"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2" name="Text Placeholder 6">
            <a:extLst>
              <a:ext uri="{FF2B5EF4-FFF2-40B4-BE49-F238E27FC236}">
                <a16:creationId xmlns:a16="http://schemas.microsoft.com/office/drawing/2014/main" id="{2F839F47-D28F-B06D-9121-7660BF3F2840}"/>
              </a:ext>
            </a:extLst>
          </p:cNvPr>
          <p:cNvSpPr>
            <a:spLocks noGrp="1"/>
          </p:cNvSpPr>
          <p:nvPr>
            <p:ph type="body" sz="quarter" idx="41" hasCustomPrompt="1"/>
          </p:nvPr>
        </p:nvSpPr>
        <p:spPr>
          <a:xfrm>
            <a:off x="7139396"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3" name="Text Placeholder 6">
            <a:extLst>
              <a:ext uri="{FF2B5EF4-FFF2-40B4-BE49-F238E27FC236}">
                <a16:creationId xmlns:a16="http://schemas.microsoft.com/office/drawing/2014/main" id="{773FDE73-2DF9-64E0-B871-5A213B1134AA}"/>
              </a:ext>
            </a:extLst>
          </p:cNvPr>
          <p:cNvSpPr>
            <a:spLocks noGrp="1"/>
          </p:cNvSpPr>
          <p:nvPr>
            <p:ph type="body" sz="quarter" idx="42" hasCustomPrompt="1"/>
          </p:nvPr>
        </p:nvSpPr>
        <p:spPr>
          <a:xfrm>
            <a:off x="9063038"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4" name="Text Placeholder 6">
            <a:extLst>
              <a:ext uri="{FF2B5EF4-FFF2-40B4-BE49-F238E27FC236}">
                <a16:creationId xmlns:a16="http://schemas.microsoft.com/office/drawing/2014/main" id="{34B8D2C8-7F4A-8FBB-B9CF-61821A4CD258}"/>
              </a:ext>
            </a:extLst>
          </p:cNvPr>
          <p:cNvSpPr>
            <a:spLocks noGrp="1"/>
          </p:cNvSpPr>
          <p:nvPr>
            <p:ph type="body" sz="quarter" idx="43" hasCustomPrompt="1"/>
          </p:nvPr>
        </p:nvSpPr>
        <p:spPr>
          <a:xfrm>
            <a:off x="1332485"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2" name="Text Placeholder 14">
            <a:extLst>
              <a:ext uri="{FF2B5EF4-FFF2-40B4-BE49-F238E27FC236}">
                <a16:creationId xmlns:a16="http://schemas.microsoft.com/office/drawing/2014/main" id="{85C8FE18-517E-7F7C-7A50-8B67845E59AC}"/>
              </a:ext>
            </a:extLst>
          </p:cNvPr>
          <p:cNvSpPr>
            <a:spLocks noGrp="1"/>
          </p:cNvSpPr>
          <p:nvPr>
            <p:ph type="body" sz="quarter" idx="44"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A3A32064-4F93-3417-F856-9BAEABA36C13}"/>
              </a:ext>
            </a:extLst>
          </p:cNvPr>
          <p:cNvSpPr>
            <a:spLocks noGrp="1"/>
          </p:cNvSpPr>
          <p:nvPr>
            <p:ph type="body" sz="quarter" idx="45"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7047255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6B - Organizational Char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060848"/>
            <a:ext cx="1795463" cy="649287"/>
          </a:xfrm>
          <a:solidFill>
            <a:srgbClr val="3D441E"/>
          </a:solidFill>
        </p:spPr>
        <p:txBody>
          <a:bodyPr lIns="108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4243027"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2310532"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6163560"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8096055"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4243027" y="4799579"/>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6163560" y="4799580"/>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8096055" y="4799580"/>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4243027"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6172987"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8096629"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2310532" y="4799579"/>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2310532"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Text Placeholder 6">
            <a:extLst>
              <a:ext uri="{FF2B5EF4-FFF2-40B4-BE49-F238E27FC236}">
                <a16:creationId xmlns:a16="http://schemas.microsoft.com/office/drawing/2014/main" id="{F7A18193-5083-8F0E-A88D-72A2F44E8235}"/>
              </a:ext>
            </a:extLst>
          </p:cNvPr>
          <p:cNvSpPr>
            <a:spLocks noGrp="1"/>
          </p:cNvSpPr>
          <p:nvPr>
            <p:ph type="body" sz="quarter" idx="39" hasCustomPrompt="1"/>
          </p:nvPr>
        </p:nvSpPr>
        <p:spPr>
          <a:xfrm>
            <a:off x="3264980" y="3067745"/>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6" name="Text Placeholder 6">
            <a:extLst>
              <a:ext uri="{FF2B5EF4-FFF2-40B4-BE49-F238E27FC236}">
                <a16:creationId xmlns:a16="http://schemas.microsoft.com/office/drawing/2014/main" id="{0F36B70A-9F67-A462-3097-7CCC254E5E74}"/>
              </a:ext>
            </a:extLst>
          </p:cNvPr>
          <p:cNvSpPr>
            <a:spLocks noGrp="1"/>
          </p:cNvSpPr>
          <p:nvPr>
            <p:ph type="body" sz="quarter" idx="40" hasCustomPrompt="1"/>
          </p:nvPr>
        </p:nvSpPr>
        <p:spPr>
          <a:xfrm>
            <a:off x="7129969" y="3067745"/>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8" name="Text Placeholder 14">
            <a:extLst>
              <a:ext uri="{FF2B5EF4-FFF2-40B4-BE49-F238E27FC236}">
                <a16:creationId xmlns:a16="http://schemas.microsoft.com/office/drawing/2014/main" id="{C3CA29DA-E432-0123-1896-F9C64E787928}"/>
              </a:ext>
            </a:extLst>
          </p:cNvPr>
          <p:cNvSpPr>
            <a:spLocks noGrp="1"/>
          </p:cNvSpPr>
          <p:nvPr>
            <p:ph type="body" sz="quarter" idx="41"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1B986E72-6A88-E7DF-8F24-D459F053FBAE}"/>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34732507"/>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6 - Organizational Chart w/ Headsho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420598"/>
            <a:ext cx="1795463" cy="649287"/>
          </a:xfrm>
          <a:solidFill>
            <a:srgbClr val="3D441E"/>
          </a:solidFill>
        </p:spPr>
        <p:txBody>
          <a:bodyPr lIns="360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8" name="Text Placeholder 6">
            <a:extLst>
              <a:ext uri="{FF2B5EF4-FFF2-40B4-BE49-F238E27FC236}">
                <a16:creationId xmlns:a16="http://schemas.microsoft.com/office/drawing/2014/main" id="{76D214F9-232E-837C-C5FC-204D55725640}"/>
              </a:ext>
            </a:extLst>
          </p:cNvPr>
          <p:cNvSpPr>
            <a:spLocks noGrp="1"/>
          </p:cNvSpPr>
          <p:nvPr>
            <p:ph type="body" sz="quarter" idx="24" hasCustomPrompt="1"/>
          </p:nvPr>
        </p:nvSpPr>
        <p:spPr>
          <a:xfrm>
            <a:off x="5197475"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3012745"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844153"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7345993"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9484539"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3012745" y="4148646"/>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1" name="Text Placeholder 6">
            <a:extLst>
              <a:ext uri="{FF2B5EF4-FFF2-40B4-BE49-F238E27FC236}">
                <a16:creationId xmlns:a16="http://schemas.microsoft.com/office/drawing/2014/main" id="{7806DD3A-1589-D590-A975-6D683F83ED8E}"/>
              </a:ext>
            </a:extLst>
          </p:cNvPr>
          <p:cNvSpPr>
            <a:spLocks noGrp="1"/>
          </p:cNvSpPr>
          <p:nvPr>
            <p:ph type="body" sz="quarter" idx="30" hasCustomPrompt="1"/>
          </p:nvPr>
        </p:nvSpPr>
        <p:spPr>
          <a:xfrm>
            <a:off x="5197475"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7345993"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9484539"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3012745"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5" name="Text Placeholder 6">
            <a:extLst>
              <a:ext uri="{FF2B5EF4-FFF2-40B4-BE49-F238E27FC236}">
                <a16:creationId xmlns:a16="http://schemas.microsoft.com/office/drawing/2014/main" id="{1C0391C6-20CD-11B8-6BE0-D177C7954112}"/>
              </a:ext>
            </a:extLst>
          </p:cNvPr>
          <p:cNvSpPr>
            <a:spLocks noGrp="1"/>
          </p:cNvSpPr>
          <p:nvPr>
            <p:ph type="body" sz="quarter" idx="34" hasCustomPrompt="1"/>
          </p:nvPr>
        </p:nvSpPr>
        <p:spPr>
          <a:xfrm>
            <a:off x="5197475"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7355420"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9485113"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844153" y="4148646"/>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844153"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0" name="Text Placeholder 6">
            <a:extLst>
              <a:ext uri="{FF2B5EF4-FFF2-40B4-BE49-F238E27FC236}">
                <a16:creationId xmlns:a16="http://schemas.microsoft.com/office/drawing/2014/main" id="{4D0D43D9-ABDE-800B-1677-F0BD921C55D8}"/>
              </a:ext>
            </a:extLst>
          </p:cNvPr>
          <p:cNvSpPr>
            <a:spLocks noGrp="1"/>
          </p:cNvSpPr>
          <p:nvPr>
            <p:ph type="body" sz="quarter" idx="39" hasCustomPrompt="1"/>
          </p:nvPr>
        </p:nvSpPr>
        <p:spPr>
          <a:xfrm>
            <a:off x="3012745"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1" name="Text Placeholder 6">
            <a:extLst>
              <a:ext uri="{FF2B5EF4-FFF2-40B4-BE49-F238E27FC236}">
                <a16:creationId xmlns:a16="http://schemas.microsoft.com/office/drawing/2014/main" id="{CF14E26D-C06C-D68A-B829-A9D45477B355}"/>
              </a:ext>
            </a:extLst>
          </p:cNvPr>
          <p:cNvSpPr>
            <a:spLocks noGrp="1"/>
          </p:cNvSpPr>
          <p:nvPr>
            <p:ph type="body" sz="quarter" idx="40" hasCustomPrompt="1"/>
          </p:nvPr>
        </p:nvSpPr>
        <p:spPr>
          <a:xfrm>
            <a:off x="5197475"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2" name="Text Placeholder 6">
            <a:extLst>
              <a:ext uri="{FF2B5EF4-FFF2-40B4-BE49-F238E27FC236}">
                <a16:creationId xmlns:a16="http://schemas.microsoft.com/office/drawing/2014/main" id="{2F839F47-D28F-B06D-9121-7660BF3F2840}"/>
              </a:ext>
            </a:extLst>
          </p:cNvPr>
          <p:cNvSpPr>
            <a:spLocks noGrp="1"/>
          </p:cNvSpPr>
          <p:nvPr>
            <p:ph type="body" sz="quarter" idx="41" hasCustomPrompt="1"/>
          </p:nvPr>
        </p:nvSpPr>
        <p:spPr>
          <a:xfrm>
            <a:off x="7355420"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3" name="Text Placeholder 6">
            <a:extLst>
              <a:ext uri="{FF2B5EF4-FFF2-40B4-BE49-F238E27FC236}">
                <a16:creationId xmlns:a16="http://schemas.microsoft.com/office/drawing/2014/main" id="{773FDE73-2DF9-64E0-B871-5A213B1134AA}"/>
              </a:ext>
            </a:extLst>
          </p:cNvPr>
          <p:cNvSpPr>
            <a:spLocks noGrp="1"/>
          </p:cNvSpPr>
          <p:nvPr>
            <p:ph type="body" sz="quarter" idx="42" hasCustomPrompt="1"/>
          </p:nvPr>
        </p:nvSpPr>
        <p:spPr>
          <a:xfrm>
            <a:off x="9485113"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4" name="Text Placeholder 6">
            <a:extLst>
              <a:ext uri="{FF2B5EF4-FFF2-40B4-BE49-F238E27FC236}">
                <a16:creationId xmlns:a16="http://schemas.microsoft.com/office/drawing/2014/main" id="{34B8D2C8-7F4A-8FBB-B9CF-61821A4CD258}"/>
              </a:ext>
            </a:extLst>
          </p:cNvPr>
          <p:cNvSpPr>
            <a:spLocks noGrp="1"/>
          </p:cNvSpPr>
          <p:nvPr>
            <p:ph type="body" sz="quarter" idx="43" hasCustomPrompt="1"/>
          </p:nvPr>
        </p:nvSpPr>
        <p:spPr>
          <a:xfrm>
            <a:off x="844153"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Picture Placeholder 25">
            <a:extLst>
              <a:ext uri="{FF2B5EF4-FFF2-40B4-BE49-F238E27FC236}">
                <a16:creationId xmlns:a16="http://schemas.microsoft.com/office/drawing/2014/main" id="{9A930E8A-8E6A-FFAA-5B04-4FD190CF6D4F}"/>
              </a:ext>
            </a:extLst>
          </p:cNvPr>
          <p:cNvSpPr>
            <a:spLocks noGrp="1"/>
          </p:cNvSpPr>
          <p:nvPr>
            <p:ph type="pic" sz="quarter" idx="44"/>
          </p:nvPr>
        </p:nvSpPr>
        <p:spPr>
          <a:xfrm>
            <a:off x="4968707" y="2501664"/>
            <a:ext cx="457535" cy="457535"/>
          </a:xfrm>
          <a:prstGeom prst="ellipse">
            <a:avLst/>
          </a:prstGeom>
          <a:solidFill>
            <a:srgbClr val="CBC4BC"/>
          </a:solidFill>
        </p:spPr>
        <p:txBody>
          <a:bodyPr/>
          <a:lstStyle/>
          <a:p>
            <a:endParaRPr lang="en-GB"/>
          </a:p>
        </p:txBody>
      </p:sp>
      <p:sp>
        <p:nvSpPr>
          <p:cNvPr id="6" name="Picture Placeholder 25">
            <a:extLst>
              <a:ext uri="{FF2B5EF4-FFF2-40B4-BE49-F238E27FC236}">
                <a16:creationId xmlns:a16="http://schemas.microsoft.com/office/drawing/2014/main" id="{907EDA0E-6C5B-EA88-5C31-CF7A300445B8}"/>
              </a:ext>
            </a:extLst>
          </p:cNvPr>
          <p:cNvSpPr>
            <a:spLocks noGrp="1"/>
          </p:cNvSpPr>
          <p:nvPr>
            <p:ph type="pic" sz="quarter" idx="45"/>
          </p:nvPr>
        </p:nvSpPr>
        <p:spPr>
          <a:xfrm>
            <a:off x="4968707" y="3525792"/>
            <a:ext cx="457535" cy="457535"/>
          </a:xfrm>
          <a:prstGeom prst="ellipse">
            <a:avLst/>
          </a:prstGeom>
          <a:solidFill>
            <a:srgbClr val="CBC4BC"/>
          </a:solidFill>
        </p:spPr>
        <p:txBody>
          <a:bodyPr/>
          <a:lstStyle/>
          <a:p>
            <a:endParaRPr lang="en-GB"/>
          </a:p>
        </p:txBody>
      </p:sp>
      <p:sp>
        <p:nvSpPr>
          <p:cNvPr id="12" name="Picture Placeholder 25">
            <a:extLst>
              <a:ext uri="{FF2B5EF4-FFF2-40B4-BE49-F238E27FC236}">
                <a16:creationId xmlns:a16="http://schemas.microsoft.com/office/drawing/2014/main" id="{81896AC5-38DF-2CFC-224E-E46A5C9D194F}"/>
              </a:ext>
            </a:extLst>
          </p:cNvPr>
          <p:cNvSpPr>
            <a:spLocks noGrp="1"/>
          </p:cNvSpPr>
          <p:nvPr>
            <p:ph type="pic" sz="quarter" idx="46"/>
          </p:nvPr>
        </p:nvSpPr>
        <p:spPr>
          <a:xfrm>
            <a:off x="4968707" y="4239024"/>
            <a:ext cx="457535" cy="457535"/>
          </a:xfrm>
          <a:prstGeom prst="ellipse">
            <a:avLst/>
          </a:prstGeom>
          <a:solidFill>
            <a:srgbClr val="CBC4BC"/>
          </a:solidFill>
        </p:spPr>
        <p:txBody>
          <a:bodyPr/>
          <a:lstStyle/>
          <a:p>
            <a:endParaRPr lang="en-GB"/>
          </a:p>
        </p:txBody>
      </p:sp>
      <p:sp>
        <p:nvSpPr>
          <p:cNvPr id="13" name="Picture Placeholder 25">
            <a:extLst>
              <a:ext uri="{FF2B5EF4-FFF2-40B4-BE49-F238E27FC236}">
                <a16:creationId xmlns:a16="http://schemas.microsoft.com/office/drawing/2014/main" id="{EBC6E1AB-835C-DD88-03F1-30B113F891CC}"/>
              </a:ext>
            </a:extLst>
          </p:cNvPr>
          <p:cNvSpPr>
            <a:spLocks noGrp="1"/>
          </p:cNvSpPr>
          <p:nvPr>
            <p:ph type="pic" sz="quarter" idx="47"/>
          </p:nvPr>
        </p:nvSpPr>
        <p:spPr>
          <a:xfrm>
            <a:off x="4968707" y="4961400"/>
            <a:ext cx="457535" cy="457535"/>
          </a:xfrm>
          <a:prstGeom prst="ellipse">
            <a:avLst/>
          </a:prstGeom>
          <a:solidFill>
            <a:srgbClr val="CBC4BC"/>
          </a:solidFill>
        </p:spPr>
        <p:txBody>
          <a:bodyPr/>
          <a:lstStyle/>
          <a:p>
            <a:endParaRPr lang="en-GB"/>
          </a:p>
        </p:txBody>
      </p:sp>
      <p:sp>
        <p:nvSpPr>
          <p:cNvPr id="14" name="Picture Placeholder 25">
            <a:extLst>
              <a:ext uri="{FF2B5EF4-FFF2-40B4-BE49-F238E27FC236}">
                <a16:creationId xmlns:a16="http://schemas.microsoft.com/office/drawing/2014/main" id="{1B82EF60-3731-9627-CF2F-4E1E9A3E5F43}"/>
              </a:ext>
            </a:extLst>
          </p:cNvPr>
          <p:cNvSpPr>
            <a:spLocks noGrp="1"/>
          </p:cNvSpPr>
          <p:nvPr>
            <p:ph type="pic" sz="quarter" idx="48"/>
          </p:nvPr>
        </p:nvSpPr>
        <p:spPr>
          <a:xfrm>
            <a:off x="4968707" y="5674632"/>
            <a:ext cx="457535" cy="457535"/>
          </a:xfrm>
          <a:prstGeom prst="ellipse">
            <a:avLst/>
          </a:prstGeom>
          <a:solidFill>
            <a:srgbClr val="CBC4BC"/>
          </a:solidFill>
        </p:spPr>
        <p:txBody>
          <a:bodyPr/>
          <a:lstStyle/>
          <a:p>
            <a:endParaRPr lang="en-GB"/>
          </a:p>
        </p:txBody>
      </p:sp>
      <p:sp>
        <p:nvSpPr>
          <p:cNvPr id="15" name="Picture Placeholder 25">
            <a:extLst>
              <a:ext uri="{FF2B5EF4-FFF2-40B4-BE49-F238E27FC236}">
                <a16:creationId xmlns:a16="http://schemas.microsoft.com/office/drawing/2014/main" id="{B941B665-E095-18FB-EF4B-8DCDBF28A754}"/>
              </a:ext>
            </a:extLst>
          </p:cNvPr>
          <p:cNvSpPr>
            <a:spLocks noGrp="1"/>
          </p:cNvSpPr>
          <p:nvPr>
            <p:ph type="pic" sz="quarter" idx="49"/>
          </p:nvPr>
        </p:nvSpPr>
        <p:spPr>
          <a:xfrm>
            <a:off x="2787088" y="3525792"/>
            <a:ext cx="457535" cy="457535"/>
          </a:xfrm>
          <a:prstGeom prst="ellipse">
            <a:avLst/>
          </a:prstGeom>
          <a:solidFill>
            <a:srgbClr val="CBC4BC"/>
          </a:solidFill>
        </p:spPr>
        <p:txBody>
          <a:bodyPr/>
          <a:lstStyle/>
          <a:p>
            <a:endParaRPr lang="en-GB"/>
          </a:p>
        </p:txBody>
      </p:sp>
      <p:sp>
        <p:nvSpPr>
          <p:cNvPr id="35" name="Picture Placeholder 25">
            <a:extLst>
              <a:ext uri="{FF2B5EF4-FFF2-40B4-BE49-F238E27FC236}">
                <a16:creationId xmlns:a16="http://schemas.microsoft.com/office/drawing/2014/main" id="{614D1C10-7F81-C56F-2639-71D8E616AB1B}"/>
              </a:ext>
            </a:extLst>
          </p:cNvPr>
          <p:cNvSpPr>
            <a:spLocks noGrp="1"/>
          </p:cNvSpPr>
          <p:nvPr>
            <p:ph type="pic" sz="quarter" idx="50"/>
          </p:nvPr>
        </p:nvSpPr>
        <p:spPr>
          <a:xfrm>
            <a:off x="2787088" y="4239024"/>
            <a:ext cx="457535" cy="457535"/>
          </a:xfrm>
          <a:prstGeom prst="ellipse">
            <a:avLst/>
          </a:prstGeom>
          <a:solidFill>
            <a:srgbClr val="CBC4BC"/>
          </a:solidFill>
        </p:spPr>
        <p:txBody>
          <a:bodyPr/>
          <a:lstStyle/>
          <a:p>
            <a:endParaRPr lang="en-GB"/>
          </a:p>
        </p:txBody>
      </p:sp>
      <p:sp>
        <p:nvSpPr>
          <p:cNvPr id="36" name="Picture Placeholder 25">
            <a:extLst>
              <a:ext uri="{FF2B5EF4-FFF2-40B4-BE49-F238E27FC236}">
                <a16:creationId xmlns:a16="http://schemas.microsoft.com/office/drawing/2014/main" id="{CC154A49-7488-17C5-2D99-6CFE82114689}"/>
              </a:ext>
            </a:extLst>
          </p:cNvPr>
          <p:cNvSpPr>
            <a:spLocks noGrp="1"/>
          </p:cNvSpPr>
          <p:nvPr>
            <p:ph type="pic" sz="quarter" idx="51"/>
          </p:nvPr>
        </p:nvSpPr>
        <p:spPr>
          <a:xfrm>
            <a:off x="2787088" y="4961400"/>
            <a:ext cx="457535" cy="457535"/>
          </a:xfrm>
          <a:prstGeom prst="ellipse">
            <a:avLst/>
          </a:prstGeom>
          <a:solidFill>
            <a:srgbClr val="CBC4BC"/>
          </a:solidFill>
        </p:spPr>
        <p:txBody>
          <a:bodyPr/>
          <a:lstStyle/>
          <a:p>
            <a:endParaRPr lang="en-GB"/>
          </a:p>
        </p:txBody>
      </p:sp>
      <p:sp>
        <p:nvSpPr>
          <p:cNvPr id="37" name="Picture Placeholder 25">
            <a:extLst>
              <a:ext uri="{FF2B5EF4-FFF2-40B4-BE49-F238E27FC236}">
                <a16:creationId xmlns:a16="http://schemas.microsoft.com/office/drawing/2014/main" id="{B4D0B90A-63E8-BAA7-8563-65A42FAFF81E}"/>
              </a:ext>
            </a:extLst>
          </p:cNvPr>
          <p:cNvSpPr>
            <a:spLocks noGrp="1"/>
          </p:cNvSpPr>
          <p:nvPr>
            <p:ph type="pic" sz="quarter" idx="52"/>
          </p:nvPr>
        </p:nvSpPr>
        <p:spPr>
          <a:xfrm>
            <a:off x="2787088" y="5674632"/>
            <a:ext cx="457535" cy="457535"/>
          </a:xfrm>
          <a:prstGeom prst="ellipse">
            <a:avLst/>
          </a:prstGeom>
          <a:solidFill>
            <a:srgbClr val="CBC4BC"/>
          </a:solidFill>
        </p:spPr>
        <p:txBody>
          <a:bodyPr/>
          <a:lstStyle/>
          <a:p>
            <a:endParaRPr lang="en-GB"/>
          </a:p>
        </p:txBody>
      </p:sp>
      <p:sp>
        <p:nvSpPr>
          <p:cNvPr id="38" name="Picture Placeholder 25">
            <a:extLst>
              <a:ext uri="{FF2B5EF4-FFF2-40B4-BE49-F238E27FC236}">
                <a16:creationId xmlns:a16="http://schemas.microsoft.com/office/drawing/2014/main" id="{253B6380-60B1-023E-F9E9-960FFFBF1209}"/>
              </a:ext>
            </a:extLst>
          </p:cNvPr>
          <p:cNvSpPr>
            <a:spLocks noGrp="1"/>
          </p:cNvSpPr>
          <p:nvPr>
            <p:ph type="pic" sz="quarter" idx="53"/>
          </p:nvPr>
        </p:nvSpPr>
        <p:spPr>
          <a:xfrm>
            <a:off x="603319" y="3525792"/>
            <a:ext cx="457535" cy="457535"/>
          </a:xfrm>
          <a:prstGeom prst="ellipse">
            <a:avLst/>
          </a:prstGeom>
          <a:solidFill>
            <a:srgbClr val="CBC4BC"/>
          </a:solidFill>
        </p:spPr>
        <p:txBody>
          <a:bodyPr/>
          <a:lstStyle/>
          <a:p>
            <a:endParaRPr lang="en-GB"/>
          </a:p>
        </p:txBody>
      </p:sp>
      <p:sp>
        <p:nvSpPr>
          <p:cNvPr id="39" name="Picture Placeholder 25">
            <a:extLst>
              <a:ext uri="{FF2B5EF4-FFF2-40B4-BE49-F238E27FC236}">
                <a16:creationId xmlns:a16="http://schemas.microsoft.com/office/drawing/2014/main" id="{B81AFAE0-3E58-EA07-C259-7581286ACE56}"/>
              </a:ext>
            </a:extLst>
          </p:cNvPr>
          <p:cNvSpPr>
            <a:spLocks noGrp="1"/>
          </p:cNvSpPr>
          <p:nvPr>
            <p:ph type="pic" sz="quarter" idx="54"/>
          </p:nvPr>
        </p:nvSpPr>
        <p:spPr>
          <a:xfrm>
            <a:off x="603319" y="4239024"/>
            <a:ext cx="457535" cy="457535"/>
          </a:xfrm>
          <a:prstGeom prst="ellipse">
            <a:avLst/>
          </a:prstGeom>
          <a:solidFill>
            <a:srgbClr val="CBC4BC"/>
          </a:solidFill>
        </p:spPr>
        <p:txBody>
          <a:bodyPr/>
          <a:lstStyle/>
          <a:p>
            <a:endParaRPr lang="en-GB"/>
          </a:p>
        </p:txBody>
      </p:sp>
      <p:sp>
        <p:nvSpPr>
          <p:cNvPr id="40" name="Picture Placeholder 25">
            <a:extLst>
              <a:ext uri="{FF2B5EF4-FFF2-40B4-BE49-F238E27FC236}">
                <a16:creationId xmlns:a16="http://schemas.microsoft.com/office/drawing/2014/main" id="{EA887CD9-F9D0-F23C-B1DF-4A2C5B2465CD}"/>
              </a:ext>
            </a:extLst>
          </p:cNvPr>
          <p:cNvSpPr>
            <a:spLocks noGrp="1"/>
          </p:cNvSpPr>
          <p:nvPr>
            <p:ph type="pic" sz="quarter" idx="55"/>
          </p:nvPr>
        </p:nvSpPr>
        <p:spPr>
          <a:xfrm>
            <a:off x="603319" y="4961400"/>
            <a:ext cx="457535" cy="457535"/>
          </a:xfrm>
          <a:prstGeom prst="ellipse">
            <a:avLst/>
          </a:prstGeom>
          <a:solidFill>
            <a:srgbClr val="CBC4BC"/>
          </a:solidFill>
        </p:spPr>
        <p:txBody>
          <a:bodyPr/>
          <a:lstStyle/>
          <a:p>
            <a:endParaRPr lang="en-GB"/>
          </a:p>
        </p:txBody>
      </p:sp>
      <p:sp>
        <p:nvSpPr>
          <p:cNvPr id="41" name="Picture Placeholder 25">
            <a:extLst>
              <a:ext uri="{FF2B5EF4-FFF2-40B4-BE49-F238E27FC236}">
                <a16:creationId xmlns:a16="http://schemas.microsoft.com/office/drawing/2014/main" id="{0094987E-1ED2-6C24-4A36-A26DC7D1159F}"/>
              </a:ext>
            </a:extLst>
          </p:cNvPr>
          <p:cNvSpPr>
            <a:spLocks noGrp="1"/>
          </p:cNvSpPr>
          <p:nvPr>
            <p:ph type="pic" sz="quarter" idx="56"/>
          </p:nvPr>
        </p:nvSpPr>
        <p:spPr>
          <a:xfrm>
            <a:off x="603319" y="5674632"/>
            <a:ext cx="457535" cy="457535"/>
          </a:xfrm>
          <a:prstGeom prst="ellipse">
            <a:avLst/>
          </a:prstGeom>
          <a:solidFill>
            <a:srgbClr val="CBC4BC"/>
          </a:solidFill>
        </p:spPr>
        <p:txBody>
          <a:bodyPr/>
          <a:lstStyle/>
          <a:p>
            <a:endParaRPr lang="en-GB"/>
          </a:p>
        </p:txBody>
      </p:sp>
      <p:sp>
        <p:nvSpPr>
          <p:cNvPr id="42" name="Picture Placeholder 25">
            <a:extLst>
              <a:ext uri="{FF2B5EF4-FFF2-40B4-BE49-F238E27FC236}">
                <a16:creationId xmlns:a16="http://schemas.microsoft.com/office/drawing/2014/main" id="{89E7B8F9-B721-DEA8-2BD1-7532DA48C8BC}"/>
              </a:ext>
            </a:extLst>
          </p:cNvPr>
          <p:cNvSpPr>
            <a:spLocks noGrp="1"/>
          </p:cNvSpPr>
          <p:nvPr>
            <p:ph type="pic" sz="quarter" idx="57"/>
          </p:nvPr>
        </p:nvSpPr>
        <p:spPr>
          <a:xfrm>
            <a:off x="7104112" y="3525792"/>
            <a:ext cx="457535" cy="457535"/>
          </a:xfrm>
          <a:prstGeom prst="ellipse">
            <a:avLst/>
          </a:prstGeom>
          <a:solidFill>
            <a:srgbClr val="CBC4BC"/>
          </a:solidFill>
        </p:spPr>
        <p:txBody>
          <a:bodyPr/>
          <a:lstStyle/>
          <a:p>
            <a:endParaRPr lang="en-GB"/>
          </a:p>
        </p:txBody>
      </p:sp>
      <p:sp>
        <p:nvSpPr>
          <p:cNvPr id="43" name="Picture Placeholder 25">
            <a:extLst>
              <a:ext uri="{FF2B5EF4-FFF2-40B4-BE49-F238E27FC236}">
                <a16:creationId xmlns:a16="http://schemas.microsoft.com/office/drawing/2014/main" id="{211663B2-6793-C063-2B34-75AAD12BBA74}"/>
              </a:ext>
            </a:extLst>
          </p:cNvPr>
          <p:cNvSpPr>
            <a:spLocks noGrp="1"/>
          </p:cNvSpPr>
          <p:nvPr>
            <p:ph type="pic" sz="quarter" idx="58"/>
          </p:nvPr>
        </p:nvSpPr>
        <p:spPr>
          <a:xfrm>
            <a:off x="7104112" y="4239024"/>
            <a:ext cx="457535" cy="457535"/>
          </a:xfrm>
          <a:prstGeom prst="ellipse">
            <a:avLst/>
          </a:prstGeom>
          <a:solidFill>
            <a:srgbClr val="CBC4BC"/>
          </a:solidFill>
        </p:spPr>
        <p:txBody>
          <a:bodyPr/>
          <a:lstStyle/>
          <a:p>
            <a:endParaRPr lang="en-GB"/>
          </a:p>
        </p:txBody>
      </p:sp>
      <p:sp>
        <p:nvSpPr>
          <p:cNvPr id="44" name="Picture Placeholder 25">
            <a:extLst>
              <a:ext uri="{FF2B5EF4-FFF2-40B4-BE49-F238E27FC236}">
                <a16:creationId xmlns:a16="http://schemas.microsoft.com/office/drawing/2014/main" id="{80F35E48-D523-A02C-943B-1008646EEF4F}"/>
              </a:ext>
            </a:extLst>
          </p:cNvPr>
          <p:cNvSpPr>
            <a:spLocks noGrp="1"/>
          </p:cNvSpPr>
          <p:nvPr>
            <p:ph type="pic" sz="quarter" idx="59"/>
          </p:nvPr>
        </p:nvSpPr>
        <p:spPr>
          <a:xfrm>
            <a:off x="7104112" y="4961400"/>
            <a:ext cx="457535" cy="457535"/>
          </a:xfrm>
          <a:prstGeom prst="ellipse">
            <a:avLst/>
          </a:prstGeom>
          <a:solidFill>
            <a:srgbClr val="CBC4BC"/>
          </a:solidFill>
        </p:spPr>
        <p:txBody>
          <a:bodyPr/>
          <a:lstStyle/>
          <a:p>
            <a:endParaRPr lang="en-GB"/>
          </a:p>
        </p:txBody>
      </p:sp>
      <p:sp>
        <p:nvSpPr>
          <p:cNvPr id="45" name="Picture Placeholder 25">
            <a:extLst>
              <a:ext uri="{FF2B5EF4-FFF2-40B4-BE49-F238E27FC236}">
                <a16:creationId xmlns:a16="http://schemas.microsoft.com/office/drawing/2014/main" id="{AB552DF9-CCFB-750D-65C0-B6376402CC7A}"/>
              </a:ext>
            </a:extLst>
          </p:cNvPr>
          <p:cNvSpPr>
            <a:spLocks noGrp="1"/>
          </p:cNvSpPr>
          <p:nvPr>
            <p:ph type="pic" sz="quarter" idx="60"/>
          </p:nvPr>
        </p:nvSpPr>
        <p:spPr>
          <a:xfrm>
            <a:off x="7104112" y="5674632"/>
            <a:ext cx="457535" cy="457535"/>
          </a:xfrm>
          <a:prstGeom prst="ellipse">
            <a:avLst/>
          </a:prstGeom>
          <a:solidFill>
            <a:srgbClr val="CBC4BC"/>
          </a:solidFill>
        </p:spPr>
        <p:txBody>
          <a:bodyPr/>
          <a:lstStyle/>
          <a:p>
            <a:endParaRPr lang="en-GB"/>
          </a:p>
        </p:txBody>
      </p:sp>
      <p:sp>
        <p:nvSpPr>
          <p:cNvPr id="46" name="Picture Placeholder 25">
            <a:extLst>
              <a:ext uri="{FF2B5EF4-FFF2-40B4-BE49-F238E27FC236}">
                <a16:creationId xmlns:a16="http://schemas.microsoft.com/office/drawing/2014/main" id="{8BECCF16-B66E-E483-9C62-B5A16BB6B36E}"/>
              </a:ext>
            </a:extLst>
          </p:cNvPr>
          <p:cNvSpPr>
            <a:spLocks noGrp="1"/>
          </p:cNvSpPr>
          <p:nvPr>
            <p:ph type="pic" sz="quarter" idx="61"/>
          </p:nvPr>
        </p:nvSpPr>
        <p:spPr>
          <a:xfrm>
            <a:off x="9257835" y="3525792"/>
            <a:ext cx="457535" cy="457535"/>
          </a:xfrm>
          <a:prstGeom prst="ellipse">
            <a:avLst/>
          </a:prstGeom>
          <a:solidFill>
            <a:srgbClr val="CBC4BC"/>
          </a:solidFill>
        </p:spPr>
        <p:txBody>
          <a:bodyPr/>
          <a:lstStyle/>
          <a:p>
            <a:endParaRPr lang="en-GB"/>
          </a:p>
        </p:txBody>
      </p:sp>
      <p:sp>
        <p:nvSpPr>
          <p:cNvPr id="47" name="Picture Placeholder 25">
            <a:extLst>
              <a:ext uri="{FF2B5EF4-FFF2-40B4-BE49-F238E27FC236}">
                <a16:creationId xmlns:a16="http://schemas.microsoft.com/office/drawing/2014/main" id="{3EE46BB0-0138-AEDA-B9A9-DE99EF4EBAD3}"/>
              </a:ext>
            </a:extLst>
          </p:cNvPr>
          <p:cNvSpPr>
            <a:spLocks noGrp="1"/>
          </p:cNvSpPr>
          <p:nvPr>
            <p:ph type="pic" sz="quarter" idx="62"/>
          </p:nvPr>
        </p:nvSpPr>
        <p:spPr>
          <a:xfrm>
            <a:off x="9257835" y="4239024"/>
            <a:ext cx="457535" cy="457535"/>
          </a:xfrm>
          <a:prstGeom prst="ellipse">
            <a:avLst/>
          </a:prstGeom>
          <a:solidFill>
            <a:srgbClr val="CBC4BC"/>
          </a:solidFill>
        </p:spPr>
        <p:txBody>
          <a:bodyPr/>
          <a:lstStyle/>
          <a:p>
            <a:endParaRPr lang="en-GB"/>
          </a:p>
        </p:txBody>
      </p:sp>
      <p:sp>
        <p:nvSpPr>
          <p:cNvPr id="48" name="Picture Placeholder 25">
            <a:extLst>
              <a:ext uri="{FF2B5EF4-FFF2-40B4-BE49-F238E27FC236}">
                <a16:creationId xmlns:a16="http://schemas.microsoft.com/office/drawing/2014/main" id="{20CE3188-2264-8474-C5AB-F4B6AE2FC84A}"/>
              </a:ext>
            </a:extLst>
          </p:cNvPr>
          <p:cNvSpPr>
            <a:spLocks noGrp="1"/>
          </p:cNvSpPr>
          <p:nvPr>
            <p:ph type="pic" sz="quarter" idx="63"/>
          </p:nvPr>
        </p:nvSpPr>
        <p:spPr>
          <a:xfrm>
            <a:off x="9257835" y="4961400"/>
            <a:ext cx="457535" cy="457535"/>
          </a:xfrm>
          <a:prstGeom prst="ellipse">
            <a:avLst/>
          </a:prstGeom>
          <a:solidFill>
            <a:srgbClr val="CBC4BC"/>
          </a:solidFill>
        </p:spPr>
        <p:txBody>
          <a:bodyPr/>
          <a:lstStyle/>
          <a:p>
            <a:endParaRPr lang="en-GB"/>
          </a:p>
        </p:txBody>
      </p:sp>
      <p:sp>
        <p:nvSpPr>
          <p:cNvPr id="49" name="Picture Placeholder 25">
            <a:extLst>
              <a:ext uri="{FF2B5EF4-FFF2-40B4-BE49-F238E27FC236}">
                <a16:creationId xmlns:a16="http://schemas.microsoft.com/office/drawing/2014/main" id="{0A34CC6C-9DD7-F6C9-92C0-668C39AED3D3}"/>
              </a:ext>
            </a:extLst>
          </p:cNvPr>
          <p:cNvSpPr>
            <a:spLocks noGrp="1"/>
          </p:cNvSpPr>
          <p:nvPr>
            <p:ph type="pic" sz="quarter" idx="64"/>
          </p:nvPr>
        </p:nvSpPr>
        <p:spPr>
          <a:xfrm>
            <a:off x="9257835" y="5674632"/>
            <a:ext cx="457535" cy="457535"/>
          </a:xfrm>
          <a:prstGeom prst="ellipse">
            <a:avLst/>
          </a:prstGeom>
          <a:solidFill>
            <a:srgbClr val="CBC4BC"/>
          </a:solidFill>
        </p:spPr>
        <p:txBody>
          <a:bodyPr/>
          <a:lstStyle/>
          <a:p>
            <a:endParaRPr lang="en-GB"/>
          </a:p>
        </p:txBody>
      </p:sp>
      <p:sp>
        <p:nvSpPr>
          <p:cNvPr id="50" name="Text Placeholder 14">
            <a:extLst>
              <a:ext uri="{FF2B5EF4-FFF2-40B4-BE49-F238E27FC236}">
                <a16:creationId xmlns:a16="http://schemas.microsoft.com/office/drawing/2014/main" id="{4FAC2DAC-5ABC-0BA3-B1A1-F5376AC92016}"/>
              </a:ext>
            </a:extLst>
          </p:cNvPr>
          <p:cNvSpPr>
            <a:spLocks noGrp="1"/>
          </p:cNvSpPr>
          <p:nvPr>
            <p:ph type="body" sz="quarter" idx="65"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0574415E-C93F-AF56-41D0-84BE470B053D}"/>
              </a:ext>
            </a:extLst>
          </p:cNvPr>
          <p:cNvSpPr>
            <a:spLocks noGrp="1"/>
          </p:cNvSpPr>
          <p:nvPr>
            <p:ph type="body" sz="quarter" idx="6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475236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6B - Organizational Chart w/Headsho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060848"/>
            <a:ext cx="1795463" cy="649287"/>
          </a:xfrm>
          <a:solidFill>
            <a:srgbClr val="3D441E"/>
          </a:solidFill>
        </p:spPr>
        <p:txBody>
          <a:bodyPr lIns="360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4243027"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2088001"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6399916"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8556948"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4243027" y="4799579"/>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6399916" y="4799580"/>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8556948" y="4799580"/>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4243027"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6409343"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8557522"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2088001" y="4799579"/>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2088001"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Text Placeholder 6">
            <a:extLst>
              <a:ext uri="{FF2B5EF4-FFF2-40B4-BE49-F238E27FC236}">
                <a16:creationId xmlns:a16="http://schemas.microsoft.com/office/drawing/2014/main" id="{F7A18193-5083-8F0E-A88D-72A2F44E8235}"/>
              </a:ext>
            </a:extLst>
          </p:cNvPr>
          <p:cNvSpPr>
            <a:spLocks noGrp="1"/>
          </p:cNvSpPr>
          <p:nvPr>
            <p:ph type="body" sz="quarter" idx="39" hasCustomPrompt="1"/>
          </p:nvPr>
        </p:nvSpPr>
        <p:spPr>
          <a:xfrm>
            <a:off x="3162449" y="3067745"/>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6" name="Text Placeholder 6">
            <a:extLst>
              <a:ext uri="{FF2B5EF4-FFF2-40B4-BE49-F238E27FC236}">
                <a16:creationId xmlns:a16="http://schemas.microsoft.com/office/drawing/2014/main" id="{0F36B70A-9F67-A462-3097-7CCC254E5E74}"/>
              </a:ext>
            </a:extLst>
          </p:cNvPr>
          <p:cNvSpPr>
            <a:spLocks noGrp="1"/>
          </p:cNvSpPr>
          <p:nvPr>
            <p:ph type="body" sz="quarter" idx="40" hasCustomPrompt="1"/>
          </p:nvPr>
        </p:nvSpPr>
        <p:spPr>
          <a:xfrm>
            <a:off x="7468889" y="3067745"/>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8" name="Picture Placeholder 25">
            <a:extLst>
              <a:ext uri="{FF2B5EF4-FFF2-40B4-BE49-F238E27FC236}">
                <a16:creationId xmlns:a16="http://schemas.microsoft.com/office/drawing/2014/main" id="{D7752CD5-E588-3F50-6F9B-9F52A9DE5B3C}"/>
              </a:ext>
            </a:extLst>
          </p:cNvPr>
          <p:cNvSpPr>
            <a:spLocks noGrp="1"/>
          </p:cNvSpPr>
          <p:nvPr>
            <p:ph type="pic" sz="quarter" idx="44"/>
          </p:nvPr>
        </p:nvSpPr>
        <p:spPr>
          <a:xfrm>
            <a:off x="4968707" y="2153644"/>
            <a:ext cx="457535" cy="457535"/>
          </a:xfrm>
          <a:prstGeom prst="ellipse">
            <a:avLst/>
          </a:prstGeom>
          <a:solidFill>
            <a:srgbClr val="CBC4BC"/>
          </a:solidFill>
        </p:spPr>
        <p:txBody>
          <a:bodyPr/>
          <a:lstStyle/>
          <a:p>
            <a:endParaRPr lang="en-GB"/>
          </a:p>
        </p:txBody>
      </p:sp>
      <p:sp>
        <p:nvSpPr>
          <p:cNvPr id="12" name="Picture Placeholder 25">
            <a:extLst>
              <a:ext uri="{FF2B5EF4-FFF2-40B4-BE49-F238E27FC236}">
                <a16:creationId xmlns:a16="http://schemas.microsoft.com/office/drawing/2014/main" id="{ABB1A5B7-CB5B-EFCE-2F92-B34F563BE122}"/>
              </a:ext>
            </a:extLst>
          </p:cNvPr>
          <p:cNvSpPr>
            <a:spLocks noGrp="1"/>
          </p:cNvSpPr>
          <p:nvPr>
            <p:ph type="pic" sz="quarter" idx="45"/>
          </p:nvPr>
        </p:nvSpPr>
        <p:spPr>
          <a:xfrm>
            <a:off x="2927648" y="3159484"/>
            <a:ext cx="457535" cy="457535"/>
          </a:xfrm>
          <a:prstGeom prst="ellipse">
            <a:avLst/>
          </a:prstGeom>
          <a:solidFill>
            <a:srgbClr val="CBC4BC"/>
          </a:solidFill>
        </p:spPr>
        <p:txBody>
          <a:bodyPr/>
          <a:lstStyle/>
          <a:p>
            <a:endParaRPr lang="en-GB"/>
          </a:p>
        </p:txBody>
      </p:sp>
      <p:sp>
        <p:nvSpPr>
          <p:cNvPr id="13" name="Picture Placeholder 25">
            <a:extLst>
              <a:ext uri="{FF2B5EF4-FFF2-40B4-BE49-F238E27FC236}">
                <a16:creationId xmlns:a16="http://schemas.microsoft.com/office/drawing/2014/main" id="{E682EE53-4FFA-D814-F703-078FEAAAA2F9}"/>
              </a:ext>
            </a:extLst>
          </p:cNvPr>
          <p:cNvSpPr>
            <a:spLocks noGrp="1"/>
          </p:cNvSpPr>
          <p:nvPr>
            <p:ph type="pic" sz="quarter" idx="46"/>
          </p:nvPr>
        </p:nvSpPr>
        <p:spPr>
          <a:xfrm>
            <a:off x="7237011" y="3159484"/>
            <a:ext cx="457535" cy="457535"/>
          </a:xfrm>
          <a:prstGeom prst="ellipse">
            <a:avLst/>
          </a:prstGeom>
          <a:solidFill>
            <a:srgbClr val="CBC4BC"/>
          </a:solidFill>
        </p:spPr>
        <p:txBody>
          <a:bodyPr/>
          <a:lstStyle/>
          <a:p>
            <a:endParaRPr lang="en-GB"/>
          </a:p>
        </p:txBody>
      </p:sp>
      <p:sp>
        <p:nvSpPr>
          <p:cNvPr id="14" name="Picture Placeholder 25">
            <a:extLst>
              <a:ext uri="{FF2B5EF4-FFF2-40B4-BE49-F238E27FC236}">
                <a16:creationId xmlns:a16="http://schemas.microsoft.com/office/drawing/2014/main" id="{FCE8D573-4A83-68D8-E676-596D95072B61}"/>
              </a:ext>
            </a:extLst>
          </p:cNvPr>
          <p:cNvSpPr>
            <a:spLocks noGrp="1"/>
          </p:cNvSpPr>
          <p:nvPr>
            <p:ph type="pic" sz="quarter" idx="47"/>
          </p:nvPr>
        </p:nvSpPr>
        <p:spPr>
          <a:xfrm>
            <a:off x="1847528" y="4174468"/>
            <a:ext cx="457535" cy="457535"/>
          </a:xfrm>
          <a:prstGeom prst="ellipse">
            <a:avLst/>
          </a:prstGeom>
          <a:solidFill>
            <a:srgbClr val="CBC4BC"/>
          </a:solidFill>
        </p:spPr>
        <p:txBody>
          <a:bodyPr/>
          <a:lstStyle/>
          <a:p>
            <a:endParaRPr lang="en-GB"/>
          </a:p>
        </p:txBody>
      </p:sp>
      <p:sp>
        <p:nvSpPr>
          <p:cNvPr id="15" name="Picture Placeholder 25">
            <a:extLst>
              <a:ext uri="{FF2B5EF4-FFF2-40B4-BE49-F238E27FC236}">
                <a16:creationId xmlns:a16="http://schemas.microsoft.com/office/drawing/2014/main" id="{80D524D7-789C-9DED-8C96-9A7B8E91A1C7}"/>
              </a:ext>
            </a:extLst>
          </p:cNvPr>
          <p:cNvSpPr>
            <a:spLocks noGrp="1"/>
          </p:cNvSpPr>
          <p:nvPr>
            <p:ph type="pic" sz="quarter" idx="48"/>
          </p:nvPr>
        </p:nvSpPr>
        <p:spPr>
          <a:xfrm>
            <a:off x="1847528" y="4860268"/>
            <a:ext cx="457535" cy="457535"/>
          </a:xfrm>
          <a:prstGeom prst="ellipse">
            <a:avLst/>
          </a:prstGeom>
          <a:solidFill>
            <a:srgbClr val="CBC4BC"/>
          </a:solidFill>
        </p:spPr>
        <p:txBody>
          <a:bodyPr/>
          <a:lstStyle/>
          <a:p>
            <a:endParaRPr lang="en-GB"/>
          </a:p>
        </p:txBody>
      </p:sp>
      <p:sp>
        <p:nvSpPr>
          <p:cNvPr id="21" name="Picture Placeholder 25">
            <a:extLst>
              <a:ext uri="{FF2B5EF4-FFF2-40B4-BE49-F238E27FC236}">
                <a16:creationId xmlns:a16="http://schemas.microsoft.com/office/drawing/2014/main" id="{1CF5C502-B188-AD9C-B18D-F5521A9A1477}"/>
              </a:ext>
            </a:extLst>
          </p:cNvPr>
          <p:cNvSpPr>
            <a:spLocks noGrp="1"/>
          </p:cNvSpPr>
          <p:nvPr>
            <p:ph type="pic" sz="quarter" idx="49"/>
          </p:nvPr>
        </p:nvSpPr>
        <p:spPr>
          <a:xfrm>
            <a:off x="1847528" y="5582644"/>
            <a:ext cx="457535" cy="457535"/>
          </a:xfrm>
          <a:prstGeom prst="ellipse">
            <a:avLst/>
          </a:prstGeom>
          <a:solidFill>
            <a:srgbClr val="CBC4BC"/>
          </a:solidFill>
        </p:spPr>
        <p:txBody>
          <a:bodyPr/>
          <a:lstStyle/>
          <a:p>
            <a:endParaRPr lang="en-GB"/>
          </a:p>
        </p:txBody>
      </p:sp>
      <p:sp>
        <p:nvSpPr>
          <p:cNvPr id="25" name="Picture Placeholder 25">
            <a:extLst>
              <a:ext uri="{FF2B5EF4-FFF2-40B4-BE49-F238E27FC236}">
                <a16:creationId xmlns:a16="http://schemas.microsoft.com/office/drawing/2014/main" id="{B9D9D87C-78DB-75B5-6B23-3B282D1F739E}"/>
              </a:ext>
            </a:extLst>
          </p:cNvPr>
          <p:cNvSpPr>
            <a:spLocks noGrp="1"/>
          </p:cNvSpPr>
          <p:nvPr>
            <p:ph type="pic" sz="quarter" idx="50"/>
          </p:nvPr>
        </p:nvSpPr>
        <p:spPr>
          <a:xfrm>
            <a:off x="4008587" y="4174468"/>
            <a:ext cx="457535" cy="457535"/>
          </a:xfrm>
          <a:prstGeom prst="ellipse">
            <a:avLst/>
          </a:prstGeom>
          <a:solidFill>
            <a:srgbClr val="CBC4BC"/>
          </a:solidFill>
        </p:spPr>
        <p:txBody>
          <a:bodyPr/>
          <a:lstStyle/>
          <a:p>
            <a:endParaRPr lang="en-GB"/>
          </a:p>
        </p:txBody>
      </p:sp>
      <p:sp>
        <p:nvSpPr>
          <p:cNvPr id="30" name="Picture Placeholder 25">
            <a:extLst>
              <a:ext uri="{FF2B5EF4-FFF2-40B4-BE49-F238E27FC236}">
                <a16:creationId xmlns:a16="http://schemas.microsoft.com/office/drawing/2014/main" id="{6F361FA4-D13F-1AD7-F6A2-B6E4AAC1DD71}"/>
              </a:ext>
            </a:extLst>
          </p:cNvPr>
          <p:cNvSpPr>
            <a:spLocks noGrp="1"/>
          </p:cNvSpPr>
          <p:nvPr>
            <p:ph type="pic" sz="quarter" idx="51"/>
          </p:nvPr>
        </p:nvSpPr>
        <p:spPr>
          <a:xfrm>
            <a:off x="4008587" y="4860268"/>
            <a:ext cx="457535" cy="457535"/>
          </a:xfrm>
          <a:prstGeom prst="ellipse">
            <a:avLst/>
          </a:prstGeom>
          <a:solidFill>
            <a:srgbClr val="CBC4BC"/>
          </a:solidFill>
        </p:spPr>
        <p:txBody>
          <a:bodyPr/>
          <a:lstStyle/>
          <a:p>
            <a:endParaRPr lang="en-GB"/>
          </a:p>
        </p:txBody>
      </p:sp>
      <p:sp>
        <p:nvSpPr>
          <p:cNvPr id="31" name="Picture Placeholder 25">
            <a:extLst>
              <a:ext uri="{FF2B5EF4-FFF2-40B4-BE49-F238E27FC236}">
                <a16:creationId xmlns:a16="http://schemas.microsoft.com/office/drawing/2014/main" id="{2F921853-53C4-6498-F3F6-B5E7C8C91096}"/>
              </a:ext>
            </a:extLst>
          </p:cNvPr>
          <p:cNvSpPr>
            <a:spLocks noGrp="1"/>
          </p:cNvSpPr>
          <p:nvPr>
            <p:ph type="pic" sz="quarter" idx="52"/>
          </p:nvPr>
        </p:nvSpPr>
        <p:spPr>
          <a:xfrm>
            <a:off x="4008587" y="5582644"/>
            <a:ext cx="457535" cy="457535"/>
          </a:xfrm>
          <a:prstGeom prst="ellipse">
            <a:avLst/>
          </a:prstGeom>
          <a:solidFill>
            <a:srgbClr val="CBC4BC"/>
          </a:solidFill>
        </p:spPr>
        <p:txBody>
          <a:bodyPr/>
          <a:lstStyle/>
          <a:p>
            <a:endParaRPr lang="en-GB"/>
          </a:p>
        </p:txBody>
      </p:sp>
      <p:sp>
        <p:nvSpPr>
          <p:cNvPr id="32" name="Picture Placeholder 25">
            <a:extLst>
              <a:ext uri="{FF2B5EF4-FFF2-40B4-BE49-F238E27FC236}">
                <a16:creationId xmlns:a16="http://schemas.microsoft.com/office/drawing/2014/main" id="{59066425-B8CB-13E6-08F4-9B5FA50CD31C}"/>
              </a:ext>
            </a:extLst>
          </p:cNvPr>
          <p:cNvSpPr>
            <a:spLocks noGrp="1"/>
          </p:cNvSpPr>
          <p:nvPr>
            <p:ph type="pic" sz="quarter" idx="53"/>
          </p:nvPr>
        </p:nvSpPr>
        <p:spPr>
          <a:xfrm>
            <a:off x="6174327" y="4174468"/>
            <a:ext cx="457535" cy="457535"/>
          </a:xfrm>
          <a:prstGeom prst="ellipse">
            <a:avLst/>
          </a:prstGeom>
          <a:solidFill>
            <a:srgbClr val="CBC4BC"/>
          </a:solidFill>
        </p:spPr>
        <p:txBody>
          <a:bodyPr/>
          <a:lstStyle/>
          <a:p>
            <a:endParaRPr lang="en-GB"/>
          </a:p>
        </p:txBody>
      </p:sp>
      <p:sp>
        <p:nvSpPr>
          <p:cNvPr id="33" name="Picture Placeholder 25">
            <a:extLst>
              <a:ext uri="{FF2B5EF4-FFF2-40B4-BE49-F238E27FC236}">
                <a16:creationId xmlns:a16="http://schemas.microsoft.com/office/drawing/2014/main" id="{671D829A-66C0-BCC5-A6F4-ABA969DE131A}"/>
              </a:ext>
            </a:extLst>
          </p:cNvPr>
          <p:cNvSpPr>
            <a:spLocks noGrp="1"/>
          </p:cNvSpPr>
          <p:nvPr>
            <p:ph type="pic" sz="quarter" idx="54"/>
          </p:nvPr>
        </p:nvSpPr>
        <p:spPr>
          <a:xfrm>
            <a:off x="6174327" y="4860268"/>
            <a:ext cx="457535" cy="457535"/>
          </a:xfrm>
          <a:prstGeom prst="ellipse">
            <a:avLst/>
          </a:prstGeom>
          <a:solidFill>
            <a:srgbClr val="CBC4BC"/>
          </a:solidFill>
        </p:spPr>
        <p:txBody>
          <a:bodyPr/>
          <a:lstStyle/>
          <a:p>
            <a:endParaRPr lang="en-GB"/>
          </a:p>
        </p:txBody>
      </p:sp>
      <p:sp>
        <p:nvSpPr>
          <p:cNvPr id="34" name="Picture Placeholder 25">
            <a:extLst>
              <a:ext uri="{FF2B5EF4-FFF2-40B4-BE49-F238E27FC236}">
                <a16:creationId xmlns:a16="http://schemas.microsoft.com/office/drawing/2014/main" id="{6E595331-4FE2-FF36-C6AF-535136303CCD}"/>
              </a:ext>
            </a:extLst>
          </p:cNvPr>
          <p:cNvSpPr>
            <a:spLocks noGrp="1"/>
          </p:cNvSpPr>
          <p:nvPr>
            <p:ph type="pic" sz="quarter" idx="55"/>
          </p:nvPr>
        </p:nvSpPr>
        <p:spPr>
          <a:xfrm>
            <a:off x="6174327" y="5582644"/>
            <a:ext cx="457535" cy="457535"/>
          </a:xfrm>
          <a:prstGeom prst="ellipse">
            <a:avLst/>
          </a:prstGeom>
          <a:solidFill>
            <a:srgbClr val="CBC4BC"/>
          </a:solidFill>
        </p:spPr>
        <p:txBody>
          <a:bodyPr/>
          <a:lstStyle/>
          <a:p>
            <a:endParaRPr lang="en-GB"/>
          </a:p>
        </p:txBody>
      </p:sp>
      <p:sp>
        <p:nvSpPr>
          <p:cNvPr id="35" name="Picture Placeholder 25">
            <a:extLst>
              <a:ext uri="{FF2B5EF4-FFF2-40B4-BE49-F238E27FC236}">
                <a16:creationId xmlns:a16="http://schemas.microsoft.com/office/drawing/2014/main" id="{BFEE5E4D-668A-E52A-CC19-B77B6CDB6D6E}"/>
              </a:ext>
            </a:extLst>
          </p:cNvPr>
          <p:cNvSpPr>
            <a:spLocks noGrp="1"/>
          </p:cNvSpPr>
          <p:nvPr>
            <p:ph type="pic" sz="quarter" idx="56"/>
          </p:nvPr>
        </p:nvSpPr>
        <p:spPr>
          <a:xfrm>
            <a:off x="8328248" y="4174468"/>
            <a:ext cx="457535" cy="457535"/>
          </a:xfrm>
          <a:prstGeom prst="ellipse">
            <a:avLst/>
          </a:prstGeom>
          <a:solidFill>
            <a:srgbClr val="CBC4BC"/>
          </a:solidFill>
        </p:spPr>
        <p:txBody>
          <a:bodyPr/>
          <a:lstStyle/>
          <a:p>
            <a:endParaRPr lang="en-GB"/>
          </a:p>
        </p:txBody>
      </p:sp>
      <p:sp>
        <p:nvSpPr>
          <p:cNvPr id="36" name="Picture Placeholder 25">
            <a:extLst>
              <a:ext uri="{FF2B5EF4-FFF2-40B4-BE49-F238E27FC236}">
                <a16:creationId xmlns:a16="http://schemas.microsoft.com/office/drawing/2014/main" id="{C1FA2332-F1A6-4871-EA58-E61D9954B0E3}"/>
              </a:ext>
            </a:extLst>
          </p:cNvPr>
          <p:cNvSpPr>
            <a:spLocks noGrp="1"/>
          </p:cNvSpPr>
          <p:nvPr>
            <p:ph type="pic" sz="quarter" idx="57"/>
          </p:nvPr>
        </p:nvSpPr>
        <p:spPr>
          <a:xfrm>
            <a:off x="8328248" y="4860268"/>
            <a:ext cx="457535" cy="457535"/>
          </a:xfrm>
          <a:prstGeom prst="ellipse">
            <a:avLst/>
          </a:prstGeom>
          <a:solidFill>
            <a:srgbClr val="CBC4BC"/>
          </a:solidFill>
        </p:spPr>
        <p:txBody>
          <a:bodyPr/>
          <a:lstStyle/>
          <a:p>
            <a:endParaRPr lang="en-GB"/>
          </a:p>
        </p:txBody>
      </p:sp>
      <p:sp>
        <p:nvSpPr>
          <p:cNvPr id="37" name="Picture Placeholder 25">
            <a:extLst>
              <a:ext uri="{FF2B5EF4-FFF2-40B4-BE49-F238E27FC236}">
                <a16:creationId xmlns:a16="http://schemas.microsoft.com/office/drawing/2014/main" id="{D6A4F96A-2E85-078C-24AE-E8D7FF9583DF}"/>
              </a:ext>
            </a:extLst>
          </p:cNvPr>
          <p:cNvSpPr>
            <a:spLocks noGrp="1"/>
          </p:cNvSpPr>
          <p:nvPr>
            <p:ph type="pic" sz="quarter" idx="58"/>
          </p:nvPr>
        </p:nvSpPr>
        <p:spPr>
          <a:xfrm>
            <a:off x="8328248" y="5582644"/>
            <a:ext cx="457535" cy="457535"/>
          </a:xfrm>
          <a:prstGeom prst="ellipse">
            <a:avLst/>
          </a:prstGeom>
          <a:solidFill>
            <a:srgbClr val="CBC4BC"/>
          </a:solidFill>
        </p:spPr>
        <p:txBody>
          <a:bodyPr/>
          <a:lstStyle/>
          <a:p>
            <a:endParaRPr lang="en-GB"/>
          </a:p>
        </p:txBody>
      </p:sp>
      <p:sp>
        <p:nvSpPr>
          <p:cNvPr id="38" name="Text Placeholder 14">
            <a:extLst>
              <a:ext uri="{FF2B5EF4-FFF2-40B4-BE49-F238E27FC236}">
                <a16:creationId xmlns:a16="http://schemas.microsoft.com/office/drawing/2014/main" id="{43D98884-2E6F-4B23-AB23-5D3FA04C874B}"/>
              </a:ext>
            </a:extLst>
          </p:cNvPr>
          <p:cNvSpPr>
            <a:spLocks noGrp="1"/>
          </p:cNvSpPr>
          <p:nvPr>
            <p:ph type="body" sz="quarter" idx="59"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23890806-61FC-3AD2-2A97-C7A3E2500537}"/>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147777999"/>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6 - Mobile">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25DDD0EC-78EC-D41E-CE32-31086060408B}"/>
              </a:ext>
            </a:extLst>
          </p:cNvPr>
          <p:cNvSpPr/>
          <p:nvPr userDrawn="1"/>
        </p:nvSpPr>
        <p:spPr>
          <a:xfrm>
            <a:off x="6164263" y="620713"/>
            <a:ext cx="5260329"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1"/>
            <a:ext cx="4203307" cy="1296144"/>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155624"/>
            <a:ext cx="2791979"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155624"/>
            <a:ext cx="2760741"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13" name="Picture 12">
            <a:extLst>
              <a:ext uri="{FF2B5EF4-FFF2-40B4-BE49-F238E27FC236}">
                <a16:creationId xmlns:a16="http://schemas.microsoft.com/office/drawing/2014/main" id="{755B4D43-DA7A-A20E-5B37-B06252AB3FFE}"/>
              </a:ext>
            </a:extLst>
          </p:cNvPr>
          <p:cNvPicPr>
            <a:picLocks noChangeAspect="1"/>
          </p:cNvPicPr>
          <p:nvPr userDrawn="1"/>
        </p:nvPicPr>
        <p:blipFill>
          <a:blip r:embed="rId3">
            <a:extLst>
              <a:ext uri="{28A0092B-C50C-407E-A947-70E740481C1C}">
                <a14:useLocalDpi xmlns:a14="http://schemas.microsoft.com/office/drawing/2010/main"/>
              </a:ext>
            </a:extLst>
          </a:blip>
          <a:srcRect l="-2140" t="-625" r="-1853" b="-973"/>
          <a:stretch>
            <a:fillRect/>
          </a:stretch>
        </p:blipFill>
        <p:spPr>
          <a:xfrm>
            <a:off x="7608168" y="1050434"/>
            <a:ext cx="2497134" cy="4970854"/>
          </a:xfrm>
          <a:prstGeom prst="rect">
            <a:avLst/>
          </a:prstGeom>
        </p:spPr>
      </p:pic>
      <p:sp>
        <p:nvSpPr>
          <p:cNvPr id="14" name="Picture Placeholder 10">
            <a:extLst>
              <a:ext uri="{FF2B5EF4-FFF2-40B4-BE49-F238E27FC236}">
                <a16:creationId xmlns:a16="http://schemas.microsoft.com/office/drawing/2014/main" id="{086C4749-C1D2-E52C-30FE-5C8E2F79FE53}"/>
              </a:ext>
            </a:extLst>
          </p:cNvPr>
          <p:cNvSpPr>
            <a:spLocks noGrp="1" noChangeAspect="1"/>
          </p:cNvSpPr>
          <p:nvPr>
            <p:ph type="pic" sz="quarter" idx="30"/>
          </p:nvPr>
        </p:nvSpPr>
        <p:spPr>
          <a:xfrm>
            <a:off x="7776062" y="1182569"/>
            <a:ext cx="2161346" cy="4694703"/>
          </a:xfrm>
          <a:custGeom>
            <a:avLst/>
            <a:gdLst>
              <a:gd name="connsiteX0" fmla="*/ 228609 w 2082430"/>
              <a:gd name="connsiteY0" fmla="*/ 0 h 4544973"/>
              <a:gd name="connsiteX1" fmla="*/ 484315 w 2082430"/>
              <a:gd name="connsiteY1" fmla="*/ 0 h 4544973"/>
              <a:gd name="connsiteX2" fmla="*/ 484315 w 2082430"/>
              <a:gd name="connsiteY2" fmla="*/ 68639 h 4544973"/>
              <a:gd name="connsiteX3" fmla="*/ 575881 w 2082430"/>
              <a:gd name="connsiteY3" fmla="*/ 160205 h 4544973"/>
              <a:gd name="connsiteX4" fmla="*/ 1513525 w 2082430"/>
              <a:gd name="connsiteY4" fmla="*/ 160205 h 4544973"/>
              <a:gd name="connsiteX5" fmla="*/ 1605091 w 2082430"/>
              <a:gd name="connsiteY5" fmla="*/ 68639 h 4544973"/>
              <a:gd name="connsiteX6" fmla="*/ 1605090 w 2082430"/>
              <a:gd name="connsiteY6" fmla="*/ 0 h 4544973"/>
              <a:gd name="connsiteX7" fmla="*/ 1853821 w 2082430"/>
              <a:gd name="connsiteY7" fmla="*/ 0 h 4544973"/>
              <a:gd name="connsiteX8" fmla="*/ 2082430 w 2082430"/>
              <a:gd name="connsiteY8" fmla="*/ 228609 h 4544973"/>
              <a:gd name="connsiteX9" fmla="*/ 2082430 w 2082430"/>
              <a:gd name="connsiteY9" fmla="*/ 4316364 h 4544973"/>
              <a:gd name="connsiteX10" fmla="*/ 1853821 w 2082430"/>
              <a:gd name="connsiteY10" fmla="*/ 4544973 h 4544973"/>
              <a:gd name="connsiteX11" fmla="*/ 228609 w 2082430"/>
              <a:gd name="connsiteY11" fmla="*/ 4544973 h 4544973"/>
              <a:gd name="connsiteX12" fmla="*/ 0 w 2082430"/>
              <a:gd name="connsiteY12" fmla="*/ 4316364 h 4544973"/>
              <a:gd name="connsiteX13" fmla="*/ 0 w 2082430"/>
              <a:gd name="connsiteY13" fmla="*/ 228609 h 4544973"/>
              <a:gd name="connsiteX14" fmla="*/ 228609 w 2082430"/>
              <a:gd name="connsiteY14" fmla="*/ 0 h 4544973"/>
              <a:gd name="csX0" fmla="*/ 228609 w 2082430"/>
              <a:gd name="csY0" fmla="*/ 15169 h 4560142"/>
              <a:gd name="csX1" fmla="*/ 484315 w 2082430"/>
              <a:gd name="csY1" fmla="*/ 15169 h 4560142"/>
              <a:gd name="csX2" fmla="*/ 484315 w 2082430"/>
              <a:gd name="csY2" fmla="*/ 83808 h 4560142"/>
              <a:gd name="csX3" fmla="*/ 575881 w 2082430"/>
              <a:gd name="csY3" fmla="*/ 175374 h 4560142"/>
              <a:gd name="csX4" fmla="*/ 1311764 w 2082430"/>
              <a:gd name="csY4" fmla="*/ 0 h 4560142"/>
              <a:gd name="csX5" fmla="*/ 1605091 w 2082430"/>
              <a:gd name="csY5" fmla="*/ 83808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575881 w 2082430"/>
              <a:gd name="csY3" fmla="*/ 175374 h 4560142"/>
              <a:gd name="csX4" fmla="*/ 1311764 w 2082430"/>
              <a:gd name="csY4" fmla="*/ 0 h 4560142"/>
              <a:gd name="csX5" fmla="*/ 1484034 w 2082430"/>
              <a:gd name="csY5" fmla="*/ 23103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817995 w 2082430"/>
              <a:gd name="csY3" fmla="*/ 20236 h 4560142"/>
              <a:gd name="csX4" fmla="*/ 1311764 w 2082430"/>
              <a:gd name="csY4" fmla="*/ 0 h 4560142"/>
              <a:gd name="csX5" fmla="*/ 1484034 w 2082430"/>
              <a:gd name="csY5" fmla="*/ 23103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1311764 w 2082430"/>
              <a:gd name="csY3" fmla="*/ 0 h 4560142"/>
              <a:gd name="csX4" fmla="*/ 1484034 w 2082430"/>
              <a:gd name="csY4" fmla="*/ 23103 h 4560142"/>
              <a:gd name="csX5" fmla="*/ 1605090 w 2082430"/>
              <a:gd name="csY5" fmla="*/ 15169 h 4560142"/>
              <a:gd name="csX6" fmla="*/ 1853821 w 2082430"/>
              <a:gd name="csY6" fmla="*/ 15169 h 4560142"/>
              <a:gd name="csX7" fmla="*/ 2082430 w 2082430"/>
              <a:gd name="csY7" fmla="*/ 243778 h 4560142"/>
              <a:gd name="csX8" fmla="*/ 2082430 w 2082430"/>
              <a:gd name="csY8" fmla="*/ 4331533 h 4560142"/>
              <a:gd name="csX9" fmla="*/ 1853821 w 2082430"/>
              <a:gd name="csY9" fmla="*/ 4560142 h 4560142"/>
              <a:gd name="csX10" fmla="*/ 228609 w 2082430"/>
              <a:gd name="csY10" fmla="*/ 4560142 h 4560142"/>
              <a:gd name="csX11" fmla="*/ 0 w 2082430"/>
              <a:gd name="csY11" fmla="*/ 4331533 h 4560142"/>
              <a:gd name="csX12" fmla="*/ 0 w 2082430"/>
              <a:gd name="csY12" fmla="*/ 243778 h 4560142"/>
              <a:gd name="csX13" fmla="*/ 228609 w 2082430"/>
              <a:gd name="csY13" fmla="*/ 15169 h 4560142"/>
              <a:gd name="csX0" fmla="*/ 228609 w 2082430"/>
              <a:gd name="csY0" fmla="*/ 0 h 4544973"/>
              <a:gd name="csX1" fmla="*/ 484315 w 2082430"/>
              <a:gd name="csY1" fmla="*/ 0 h 4544973"/>
              <a:gd name="csX2" fmla="*/ 484315 w 2082430"/>
              <a:gd name="csY2" fmla="*/ 68639 h 4544973"/>
              <a:gd name="csX3" fmla="*/ 1484034 w 2082430"/>
              <a:gd name="csY3" fmla="*/ 7934 h 4544973"/>
              <a:gd name="csX4" fmla="*/ 1605090 w 2082430"/>
              <a:gd name="csY4" fmla="*/ 0 h 4544973"/>
              <a:gd name="csX5" fmla="*/ 1853821 w 2082430"/>
              <a:gd name="csY5" fmla="*/ 0 h 4544973"/>
              <a:gd name="csX6" fmla="*/ 2082430 w 2082430"/>
              <a:gd name="csY6" fmla="*/ 228609 h 4544973"/>
              <a:gd name="csX7" fmla="*/ 2082430 w 2082430"/>
              <a:gd name="csY7" fmla="*/ 4316364 h 4544973"/>
              <a:gd name="csX8" fmla="*/ 1853821 w 2082430"/>
              <a:gd name="csY8" fmla="*/ 4544973 h 4544973"/>
              <a:gd name="csX9" fmla="*/ 228609 w 2082430"/>
              <a:gd name="csY9" fmla="*/ 4544973 h 4544973"/>
              <a:gd name="csX10" fmla="*/ 0 w 2082430"/>
              <a:gd name="csY10" fmla="*/ 4316364 h 4544973"/>
              <a:gd name="csX11" fmla="*/ 0 w 2082430"/>
              <a:gd name="csY11" fmla="*/ 228609 h 4544973"/>
              <a:gd name="csX12" fmla="*/ 228609 w 2082430"/>
              <a:gd name="csY12" fmla="*/ 0 h 4544973"/>
              <a:gd name="csX0" fmla="*/ 228609 w 2082430"/>
              <a:gd name="csY0" fmla="*/ 0 h 4544973"/>
              <a:gd name="csX1" fmla="*/ 484315 w 2082430"/>
              <a:gd name="csY1" fmla="*/ 0 h 4544973"/>
              <a:gd name="csX2" fmla="*/ 484315 w 2082430"/>
              <a:gd name="csY2" fmla="*/ 68639 h 4544973"/>
              <a:gd name="csX3" fmla="*/ 1605090 w 2082430"/>
              <a:gd name="csY3" fmla="*/ 0 h 4544973"/>
              <a:gd name="csX4" fmla="*/ 1853821 w 2082430"/>
              <a:gd name="csY4" fmla="*/ 0 h 4544973"/>
              <a:gd name="csX5" fmla="*/ 2082430 w 2082430"/>
              <a:gd name="csY5" fmla="*/ 228609 h 4544973"/>
              <a:gd name="csX6" fmla="*/ 2082430 w 2082430"/>
              <a:gd name="csY6" fmla="*/ 4316364 h 4544973"/>
              <a:gd name="csX7" fmla="*/ 1853821 w 2082430"/>
              <a:gd name="csY7" fmla="*/ 4544973 h 4544973"/>
              <a:gd name="csX8" fmla="*/ 228609 w 2082430"/>
              <a:gd name="csY8" fmla="*/ 4544973 h 4544973"/>
              <a:gd name="csX9" fmla="*/ 0 w 2082430"/>
              <a:gd name="csY9" fmla="*/ 4316364 h 4544973"/>
              <a:gd name="csX10" fmla="*/ 0 w 2082430"/>
              <a:gd name="csY10" fmla="*/ 228609 h 4544973"/>
              <a:gd name="csX11" fmla="*/ 228609 w 2082430"/>
              <a:gd name="csY11" fmla="*/ 0 h 4544973"/>
              <a:gd name="csX0" fmla="*/ 228609 w 2082430"/>
              <a:gd name="csY0" fmla="*/ 0 h 4544973"/>
              <a:gd name="csX1" fmla="*/ 484315 w 2082430"/>
              <a:gd name="csY1" fmla="*/ 0 h 4544973"/>
              <a:gd name="csX2" fmla="*/ 760055 w 2082430"/>
              <a:gd name="csY2" fmla="*/ 1188 h 4544973"/>
              <a:gd name="csX3" fmla="*/ 1605090 w 2082430"/>
              <a:gd name="csY3" fmla="*/ 0 h 4544973"/>
              <a:gd name="csX4" fmla="*/ 1853821 w 2082430"/>
              <a:gd name="csY4" fmla="*/ 0 h 4544973"/>
              <a:gd name="csX5" fmla="*/ 2082430 w 2082430"/>
              <a:gd name="csY5" fmla="*/ 228609 h 4544973"/>
              <a:gd name="csX6" fmla="*/ 2082430 w 2082430"/>
              <a:gd name="csY6" fmla="*/ 4316364 h 4544973"/>
              <a:gd name="csX7" fmla="*/ 1853821 w 2082430"/>
              <a:gd name="csY7" fmla="*/ 4544973 h 4544973"/>
              <a:gd name="csX8" fmla="*/ 228609 w 2082430"/>
              <a:gd name="csY8" fmla="*/ 4544973 h 4544973"/>
              <a:gd name="csX9" fmla="*/ 0 w 2082430"/>
              <a:gd name="csY9" fmla="*/ 4316364 h 4544973"/>
              <a:gd name="csX10" fmla="*/ 0 w 2082430"/>
              <a:gd name="csY10" fmla="*/ 228609 h 4544973"/>
              <a:gd name="csX11" fmla="*/ 228609 w 2082430"/>
              <a:gd name="csY11" fmla="*/ 0 h 4544973"/>
              <a:gd name="csX0" fmla="*/ 228609 w 2082430"/>
              <a:gd name="csY0" fmla="*/ 0 h 4544973"/>
              <a:gd name="csX1" fmla="*/ 484315 w 2082430"/>
              <a:gd name="csY1" fmla="*/ 0 h 4544973"/>
              <a:gd name="csX2" fmla="*/ 1605090 w 2082430"/>
              <a:gd name="csY2" fmla="*/ 0 h 4544973"/>
              <a:gd name="csX3" fmla="*/ 1853821 w 2082430"/>
              <a:gd name="csY3" fmla="*/ 0 h 4544973"/>
              <a:gd name="csX4" fmla="*/ 2082430 w 2082430"/>
              <a:gd name="csY4" fmla="*/ 228609 h 4544973"/>
              <a:gd name="csX5" fmla="*/ 2082430 w 2082430"/>
              <a:gd name="csY5" fmla="*/ 4316364 h 4544973"/>
              <a:gd name="csX6" fmla="*/ 1853821 w 2082430"/>
              <a:gd name="csY6" fmla="*/ 4544973 h 4544973"/>
              <a:gd name="csX7" fmla="*/ 228609 w 2082430"/>
              <a:gd name="csY7" fmla="*/ 4544973 h 4544973"/>
              <a:gd name="csX8" fmla="*/ 0 w 2082430"/>
              <a:gd name="csY8" fmla="*/ 4316364 h 4544973"/>
              <a:gd name="csX9" fmla="*/ 0 w 2082430"/>
              <a:gd name="csY9" fmla="*/ 228609 h 4544973"/>
              <a:gd name="csX10" fmla="*/ 228609 w 2082430"/>
              <a:gd name="csY10" fmla="*/ 0 h 4544973"/>
              <a:gd name="csX0" fmla="*/ 244488 w 2098309"/>
              <a:gd name="csY0" fmla="*/ 0 h 4544973"/>
              <a:gd name="csX1" fmla="*/ 500194 w 2098309"/>
              <a:gd name="csY1" fmla="*/ 0 h 4544973"/>
              <a:gd name="csX2" fmla="*/ 1620969 w 2098309"/>
              <a:gd name="csY2" fmla="*/ 0 h 4544973"/>
              <a:gd name="csX3" fmla="*/ 1869700 w 2098309"/>
              <a:gd name="csY3" fmla="*/ 0 h 4544973"/>
              <a:gd name="csX4" fmla="*/ 2098309 w 2098309"/>
              <a:gd name="csY4" fmla="*/ 228609 h 4544973"/>
              <a:gd name="csX5" fmla="*/ 2098309 w 2098309"/>
              <a:gd name="csY5" fmla="*/ 4316364 h 4544973"/>
              <a:gd name="csX6" fmla="*/ 1869700 w 2098309"/>
              <a:gd name="csY6" fmla="*/ 4544973 h 4544973"/>
              <a:gd name="csX7" fmla="*/ 244488 w 2098309"/>
              <a:gd name="csY7" fmla="*/ 4544973 h 4544973"/>
              <a:gd name="csX8" fmla="*/ 15879 w 2098309"/>
              <a:gd name="csY8" fmla="*/ 4316364 h 4544973"/>
              <a:gd name="csX9" fmla="*/ 0 w 2098309"/>
              <a:gd name="csY9" fmla="*/ 231794 h 4544973"/>
              <a:gd name="csX10" fmla="*/ 244488 w 2098309"/>
              <a:gd name="csY10" fmla="*/ 0 h 4544973"/>
              <a:gd name="csX0" fmla="*/ 244488 w 2098309"/>
              <a:gd name="csY0" fmla="*/ 9556 h 4554529"/>
              <a:gd name="csX1" fmla="*/ 503370 w 2098309"/>
              <a:gd name="csY1" fmla="*/ 0 h 4554529"/>
              <a:gd name="csX2" fmla="*/ 1620969 w 2098309"/>
              <a:gd name="csY2" fmla="*/ 9556 h 4554529"/>
              <a:gd name="csX3" fmla="*/ 1869700 w 2098309"/>
              <a:gd name="csY3" fmla="*/ 9556 h 4554529"/>
              <a:gd name="csX4" fmla="*/ 2098309 w 2098309"/>
              <a:gd name="csY4" fmla="*/ 238165 h 4554529"/>
              <a:gd name="csX5" fmla="*/ 2098309 w 2098309"/>
              <a:gd name="csY5" fmla="*/ 4325920 h 4554529"/>
              <a:gd name="csX6" fmla="*/ 1869700 w 2098309"/>
              <a:gd name="csY6" fmla="*/ 4554529 h 4554529"/>
              <a:gd name="csX7" fmla="*/ 244488 w 2098309"/>
              <a:gd name="csY7" fmla="*/ 4554529 h 4554529"/>
              <a:gd name="csX8" fmla="*/ 15879 w 2098309"/>
              <a:gd name="csY8" fmla="*/ 4325920 h 4554529"/>
              <a:gd name="csX9" fmla="*/ 0 w 2098309"/>
              <a:gd name="csY9" fmla="*/ 241350 h 4554529"/>
              <a:gd name="csX10" fmla="*/ 244488 w 2098309"/>
              <a:gd name="csY10" fmla="*/ 9556 h 4554529"/>
              <a:gd name="csX0" fmla="*/ 244488 w 2098309"/>
              <a:gd name="csY0" fmla="*/ 3186 h 4548159"/>
              <a:gd name="csX1" fmla="*/ 500194 w 2098309"/>
              <a:gd name="csY1" fmla="*/ 0 h 4548159"/>
              <a:gd name="csX2" fmla="*/ 1620969 w 2098309"/>
              <a:gd name="csY2" fmla="*/ 3186 h 4548159"/>
              <a:gd name="csX3" fmla="*/ 1869700 w 2098309"/>
              <a:gd name="csY3" fmla="*/ 3186 h 4548159"/>
              <a:gd name="csX4" fmla="*/ 2098309 w 2098309"/>
              <a:gd name="csY4" fmla="*/ 231795 h 4548159"/>
              <a:gd name="csX5" fmla="*/ 2098309 w 2098309"/>
              <a:gd name="csY5" fmla="*/ 4319550 h 4548159"/>
              <a:gd name="csX6" fmla="*/ 1869700 w 2098309"/>
              <a:gd name="csY6" fmla="*/ 4548159 h 4548159"/>
              <a:gd name="csX7" fmla="*/ 244488 w 2098309"/>
              <a:gd name="csY7" fmla="*/ 4548159 h 4548159"/>
              <a:gd name="csX8" fmla="*/ 15879 w 2098309"/>
              <a:gd name="csY8" fmla="*/ 4319550 h 4548159"/>
              <a:gd name="csX9" fmla="*/ 0 w 2098309"/>
              <a:gd name="csY9" fmla="*/ 234980 h 4548159"/>
              <a:gd name="csX10" fmla="*/ 244488 w 2098309"/>
              <a:gd name="csY10" fmla="*/ 3186 h 4548159"/>
              <a:gd name="csX0" fmla="*/ 244488 w 2098309"/>
              <a:gd name="csY0" fmla="*/ 3186 h 4548159"/>
              <a:gd name="csX1" fmla="*/ 500194 w 2098309"/>
              <a:gd name="csY1" fmla="*/ 0 h 4548159"/>
              <a:gd name="csX2" fmla="*/ 1617793 w 2098309"/>
              <a:gd name="csY2" fmla="*/ 3186 h 4548159"/>
              <a:gd name="csX3" fmla="*/ 1869700 w 2098309"/>
              <a:gd name="csY3" fmla="*/ 3186 h 4548159"/>
              <a:gd name="csX4" fmla="*/ 2098309 w 2098309"/>
              <a:gd name="csY4" fmla="*/ 231795 h 4548159"/>
              <a:gd name="csX5" fmla="*/ 2098309 w 2098309"/>
              <a:gd name="csY5" fmla="*/ 4319550 h 4548159"/>
              <a:gd name="csX6" fmla="*/ 1869700 w 2098309"/>
              <a:gd name="csY6" fmla="*/ 4548159 h 4548159"/>
              <a:gd name="csX7" fmla="*/ 244488 w 2098309"/>
              <a:gd name="csY7" fmla="*/ 4548159 h 4548159"/>
              <a:gd name="csX8" fmla="*/ 15879 w 2098309"/>
              <a:gd name="csY8" fmla="*/ 4319550 h 4548159"/>
              <a:gd name="csX9" fmla="*/ 0 w 2098309"/>
              <a:gd name="csY9" fmla="*/ 234980 h 4548159"/>
              <a:gd name="csX10" fmla="*/ 244488 w 2098309"/>
              <a:gd name="csY10" fmla="*/ 3186 h 4548159"/>
              <a:gd name="csX0" fmla="*/ 244488 w 2098309"/>
              <a:gd name="csY0" fmla="*/ 1 h 4544974"/>
              <a:gd name="csX1" fmla="*/ 500194 w 2098309"/>
              <a:gd name="csY1" fmla="*/ 0 h 4544974"/>
              <a:gd name="csX2" fmla="*/ 1617793 w 2098309"/>
              <a:gd name="csY2" fmla="*/ 1 h 4544974"/>
              <a:gd name="csX3" fmla="*/ 1869700 w 2098309"/>
              <a:gd name="csY3" fmla="*/ 1 h 4544974"/>
              <a:gd name="csX4" fmla="*/ 2098309 w 2098309"/>
              <a:gd name="csY4" fmla="*/ 228610 h 4544974"/>
              <a:gd name="csX5" fmla="*/ 2098309 w 2098309"/>
              <a:gd name="csY5" fmla="*/ 4316365 h 4544974"/>
              <a:gd name="csX6" fmla="*/ 1869700 w 2098309"/>
              <a:gd name="csY6" fmla="*/ 4544974 h 4544974"/>
              <a:gd name="csX7" fmla="*/ 244488 w 2098309"/>
              <a:gd name="csY7" fmla="*/ 4544974 h 4544974"/>
              <a:gd name="csX8" fmla="*/ 15879 w 2098309"/>
              <a:gd name="csY8" fmla="*/ 4316365 h 4544974"/>
              <a:gd name="csX9" fmla="*/ 0 w 2098309"/>
              <a:gd name="csY9" fmla="*/ 231795 h 4544974"/>
              <a:gd name="csX10" fmla="*/ 244488 w 2098309"/>
              <a:gd name="csY10" fmla="*/ 1 h 4544974"/>
              <a:gd name="csX0" fmla="*/ 244488 w 2098309"/>
              <a:gd name="csY0" fmla="*/ 1415 h 4546388"/>
              <a:gd name="csX1" fmla="*/ 500194 w 2098309"/>
              <a:gd name="csY1" fmla="*/ 1414 h 4546388"/>
              <a:gd name="csX2" fmla="*/ 1617793 w 2098309"/>
              <a:gd name="csY2" fmla="*/ 1415 h 4546388"/>
              <a:gd name="csX3" fmla="*/ 1869700 w 2098309"/>
              <a:gd name="csY3" fmla="*/ 1415 h 4546388"/>
              <a:gd name="csX4" fmla="*/ 2098309 w 2098309"/>
              <a:gd name="csY4" fmla="*/ 230024 h 4546388"/>
              <a:gd name="csX5" fmla="*/ 2098309 w 2098309"/>
              <a:gd name="csY5" fmla="*/ 4317779 h 4546388"/>
              <a:gd name="csX6" fmla="*/ 1869700 w 2098309"/>
              <a:gd name="csY6" fmla="*/ 4546388 h 4546388"/>
              <a:gd name="csX7" fmla="*/ 244488 w 2098309"/>
              <a:gd name="csY7" fmla="*/ 4546388 h 4546388"/>
              <a:gd name="csX8" fmla="*/ 15879 w 2098309"/>
              <a:gd name="csY8" fmla="*/ 4317779 h 4546388"/>
              <a:gd name="csX9" fmla="*/ 0 w 2098309"/>
              <a:gd name="csY9" fmla="*/ 233209 h 4546388"/>
              <a:gd name="csX10" fmla="*/ 244488 w 2098309"/>
              <a:gd name="csY10" fmla="*/ 1415 h 4546388"/>
              <a:gd name="csX0" fmla="*/ 244488 w 2098367"/>
              <a:gd name="csY0" fmla="*/ 1415 h 4546388"/>
              <a:gd name="csX1" fmla="*/ 500194 w 2098367"/>
              <a:gd name="csY1" fmla="*/ 1414 h 4546388"/>
              <a:gd name="csX2" fmla="*/ 1617793 w 2098367"/>
              <a:gd name="csY2" fmla="*/ 1415 h 4546388"/>
              <a:gd name="csX3" fmla="*/ 1869700 w 2098367"/>
              <a:gd name="csY3" fmla="*/ 1415 h 4546388"/>
              <a:gd name="csX4" fmla="*/ 2098309 w 2098367"/>
              <a:gd name="csY4" fmla="*/ 230024 h 4546388"/>
              <a:gd name="csX5" fmla="*/ 2098309 w 2098367"/>
              <a:gd name="csY5" fmla="*/ 4317779 h 4546388"/>
              <a:gd name="csX6" fmla="*/ 1869700 w 2098367"/>
              <a:gd name="csY6" fmla="*/ 4546388 h 4546388"/>
              <a:gd name="csX7" fmla="*/ 244488 w 2098367"/>
              <a:gd name="csY7" fmla="*/ 4546388 h 4546388"/>
              <a:gd name="csX8" fmla="*/ 15879 w 2098367"/>
              <a:gd name="csY8" fmla="*/ 4317779 h 4546388"/>
              <a:gd name="csX9" fmla="*/ 0 w 2098367"/>
              <a:gd name="csY9" fmla="*/ 233209 h 4546388"/>
              <a:gd name="csX10" fmla="*/ 244488 w 2098367"/>
              <a:gd name="csY10" fmla="*/ 1415 h 4546388"/>
              <a:gd name="csX0" fmla="*/ 244488 w 2098309"/>
              <a:gd name="csY0" fmla="*/ 1415 h 4546388"/>
              <a:gd name="csX1" fmla="*/ 500194 w 2098309"/>
              <a:gd name="csY1" fmla="*/ 1414 h 4546388"/>
              <a:gd name="csX2" fmla="*/ 1617793 w 2098309"/>
              <a:gd name="csY2" fmla="*/ 1415 h 4546388"/>
              <a:gd name="csX3" fmla="*/ 1869700 w 2098309"/>
              <a:gd name="csY3" fmla="*/ 1415 h 4546388"/>
              <a:gd name="csX4" fmla="*/ 2098309 w 2098309"/>
              <a:gd name="csY4" fmla="*/ 230024 h 4546388"/>
              <a:gd name="csX5" fmla="*/ 2098309 w 2098309"/>
              <a:gd name="csY5" fmla="*/ 4317779 h 4546388"/>
              <a:gd name="csX6" fmla="*/ 1869700 w 2098309"/>
              <a:gd name="csY6" fmla="*/ 4546388 h 4546388"/>
              <a:gd name="csX7" fmla="*/ 244488 w 2098309"/>
              <a:gd name="csY7" fmla="*/ 4546388 h 4546388"/>
              <a:gd name="csX8" fmla="*/ 15879 w 2098309"/>
              <a:gd name="csY8" fmla="*/ 4317779 h 4546388"/>
              <a:gd name="csX9" fmla="*/ 0 w 2098309"/>
              <a:gd name="csY9" fmla="*/ 233209 h 4546388"/>
              <a:gd name="csX10" fmla="*/ 244488 w 2098309"/>
              <a:gd name="csY10" fmla="*/ 1415 h 4546388"/>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44488 w 2098309"/>
              <a:gd name="csY7" fmla="*/ 4546388 h 4565499"/>
              <a:gd name="csX8" fmla="*/ 15879 w 2098309"/>
              <a:gd name="csY8" fmla="*/ 4317779 h 4565499"/>
              <a:gd name="csX9" fmla="*/ 0 w 2098309"/>
              <a:gd name="csY9" fmla="*/ 233209 h 4565499"/>
              <a:gd name="csX10" fmla="*/ 244488 w 2098309"/>
              <a:gd name="csY10" fmla="*/ 1415 h 4565499"/>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57191 w 2098309"/>
              <a:gd name="csY7" fmla="*/ 4565499 h 4565499"/>
              <a:gd name="csX8" fmla="*/ 15879 w 2098309"/>
              <a:gd name="csY8" fmla="*/ 4317779 h 4565499"/>
              <a:gd name="csX9" fmla="*/ 0 w 2098309"/>
              <a:gd name="csY9" fmla="*/ 233209 h 4565499"/>
              <a:gd name="csX10" fmla="*/ 244488 w 2098309"/>
              <a:gd name="csY10" fmla="*/ 1415 h 4565499"/>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57191 w 2098309"/>
              <a:gd name="csY7" fmla="*/ 4565499 h 4565499"/>
              <a:gd name="csX8" fmla="*/ 0 w 2098309"/>
              <a:gd name="csY8" fmla="*/ 4317780 h 4565499"/>
              <a:gd name="csX9" fmla="*/ 0 w 2098309"/>
              <a:gd name="csY9" fmla="*/ 233209 h 4565499"/>
              <a:gd name="csX10" fmla="*/ 244488 w 2098309"/>
              <a:gd name="csY10" fmla="*/ 1415 h 4565499"/>
              <a:gd name="csX0" fmla="*/ 244488 w 2098309"/>
              <a:gd name="csY0" fmla="*/ 1415 h 4565558"/>
              <a:gd name="csX1" fmla="*/ 500194 w 2098309"/>
              <a:gd name="csY1" fmla="*/ 1414 h 4565558"/>
              <a:gd name="csX2" fmla="*/ 1617793 w 2098309"/>
              <a:gd name="csY2" fmla="*/ 1415 h 4565558"/>
              <a:gd name="csX3" fmla="*/ 1869700 w 2098309"/>
              <a:gd name="csY3" fmla="*/ 1415 h 4565558"/>
              <a:gd name="csX4" fmla="*/ 2098309 w 2098309"/>
              <a:gd name="csY4" fmla="*/ 230024 h 4565558"/>
              <a:gd name="csX5" fmla="*/ 2098309 w 2098309"/>
              <a:gd name="csY5" fmla="*/ 4317779 h 4565558"/>
              <a:gd name="csX6" fmla="*/ 1863349 w 2098309"/>
              <a:gd name="csY6" fmla="*/ 4565499 h 4565558"/>
              <a:gd name="csX7" fmla="*/ 257191 w 2098309"/>
              <a:gd name="csY7" fmla="*/ 4565499 h 4565558"/>
              <a:gd name="csX8" fmla="*/ 0 w 2098309"/>
              <a:gd name="csY8" fmla="*/ 4317780 h 4565558"/>
              <a:gd name="csX9" fmla="*/ 0 w 2098309"/>
              <a:gd name="csY9" fmla="*/ 233209 h 4565558"/>
              <a:gd name="csX10" fmla="*/ 244488 w 2098309"/>
              <a:gd name="csY10" fmla="*/ 1415 h 4565558"/>
              <a:gd name="csX0" fmla="*/ 244488 w 2098309"/>
              <a:gd name="csY0" fmla="*/ 1415 h 4571148"/>
              <a:gd name="csX1" fmla="*/ 500194 w 2098309"/>
              <a:gd name="csY1" fmla="*/ 1414 h 4571148"/>
              <a:gd name="csX2" fmla="*/ 1617793 w 2098309"/>
              <a:gd name="csY2" fmla="*/ 1415 h 4571148"/>
              <a:gd name="csX3" fmla="*/ 1869700 w 2098309"/>
              <a:gd name="csY3" fmla="*/ 1415 h 4571148"/>
              <a:gd name="csX4" fmla="*/ 2098309 w 2098309"/>
              <a:gd name="csY4" fmla="*/ 230024 h 4571148"/>
              <a:gd name="csX5" fmla="*/ 2098309 w 2098309"/>
              <a:gd name="csY5" fmla="*/ 4317779 h 4571148"/>
              <a:gd name="csX6" fmla="*/ 1863349 w 2098309"/>
              <a:gd name="csY6" fmla="*/ 4565499 h 4571148"/>
              <a:gd name="csX7" fmla="*/ 257191 w 2098309"/>
              <a:gd name="csY7" fmla="*/ 4571091 h 4571148"/>
              <a:gd name="csX8" fmla="*/ 0 w 2098309"/>
              <a:gd name="csY8" fmla="*/ 4317780 h 4571148"/>
              <a:gd name="csX9" fmla="*/ 0 w 2098309"/>
              <a:gd name="csY9" fmla="*/ 233209 h 4571148"/>
              <a:gd name="csX10" fmla="*/ 244488 w 2098309"/>
              <a:gd name="csY10" fmla="*/ 1415 h 4571148"/>
              <a:gd name="csX0" fmla="*/ 244488 w 2098309"/>
              <a:gd name="csY0" fmla="*/ 1415 h 4571148"/>
              <a:gd name="csX1" fmla="*/ 500194 w 2098309"/>
              <a:gd name="csY1" fmla="*/ 1414 h 4571148"/>
              <a:gd name="csX2" fmla="*/ 1617793 w 2098309"/>
              <a:gd name="csY2" fmla="*/ 1415 h 4571148"/>
              <a:gd name="csX3" fmla="*/ 1869700 w 2098309"/>
              <a:gd name="csY3" fmla="*/ 1415 h 4571148"/>
              <a:gd name="csX4" fmla="*/ 2098309 w 2098309"/>
              <a:gd name="csY4" fmla="*/ 230024 h 4571148"/>
              <a:gd name="csX5" fmla="*/ 2098309 w 2098309"/>
              <a:gd name="csY5" fmla="*/ 4317779 h 4571148"/>
              <a:gd name="csX6" fmla="*/ 1863349 w 2098309"/>
              <a:gd name="csY6" fmla="*/ 4571092 h 4571148"/>
              <a:gd name="csX7" fmla="*/ 257191 w 2098309"/>
              <a:gd name="csY7" fmla="*/ 4571091 h 4571148"/>
              <a:gd name="csX8" fmla="*/ 0 w 2098309"/>
              <a:gd name="csY8" fmla="*/ 4317780 h 4571148"/>
              <a:gd name="csX9" fmla="*/ 0 w 2098309"/>
              <a:gd name="csY9" fmla="*/ 233209 h 4571148"/>
              <a:gd name="csX10" fmla="*/ 244488 w 2098309"/>
              <a:gd name="csY10" fmla="*/ 1415 h 45711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098309" h="4571148">
                <a:moveTo>
                  <a:pt x="244488" y="1415"/>
                </a:moveTo>
                <a:lnTo>
                  <a:pt x="500194" y="1414"/>
                </a:lnTo>
                <a:lnTo>
                  <a:pt x="1617793" y="1415"/>
                </a:lnTo>
                <a:cubicBezTo>
                  <a:pt x="1701762" y="1415"/>
                  <a:pt x="1765674" y="-1770"/>
                  <a:pt x="1869700" y="1415"/>
                </a:cubicBezTo>
                <a:cubicBezTo>
                  <a:pt x="1973726" y="4600"/>
                  <a:pt x="2098309" y="110138"/>
                  <a:pt x="2098309" y="230024"/>
                </a:cubicBezTo>
                <a:lnTo>
                  <a:pt x="2098309" y="4317779"/>
                </a:lnTo>
                <a:cubicBezTo>
                  <a:pt x="2098309" y="4444036"/>
                  <a:pt x="1989606" y="4571092"/>
                  <a:pt x="1863349" y="4571092"/>
                </a:cubicBezTo>
                <a:lnTo>
                  <a:pt x="257191" y="4571091"/>
                </a:lnTo>
                <a:cubicBezTo>
                  <a:pt x="108703" y="4574276"/>
                  <a:pt x="0" y="4444037"/>
                  <a:pt x="0" y="4317780"/>
                </a:cubicBezTo>
                <a:lnTo>
                  <a:pt x="0" y="233209"/>
                </a:lnTo>
                <a:cubicBezTo>
                  <a:pt x="0" y="106952"/>
                  <a:pt x="118231" y="1415"/>
                  <a:pt x="244488" y="1415"/>
                </a:cubicBezTo>
                <a:close/>
              </a:path>
            </a:pathLst>
          </a:custGeom>
        </p:spPr>
        <p:txBody>
          <a:bodyPr wrap="square">
            <a:noAutofit/>
          </a:bodyPr>
          <a:lstStyle>
            <a:lvl1pPr marL="0" indent="0">
              <a:buNone/>
              <a:defRPr sz="1000"/>
            </a:lvl1pPr>
          </a:lstStyle>
          <a:p>
            <a:endParaRPr lang="en-US"/>
          </a:p>
        </p:txBody>
      </p:sp>
      <p:sp>
        <p:nvSpPr>
          <p:cNvPr id="16" name="Terminator 15">
            <a:extLst>
              <a:ext uri="{FF2B5EF4-FFF2-40B4-BE49-F238E27FC236}">
                <a16:creationId xmlns:a16="http://schemas.microsoft.com/office/drawing/2014/main" id="{2B22F628-DE7D-3FC4-046F-2AAB774444AF}"/>
              </a:ext>
            </a:extLst>
          </p:cNvPr>
          <p:cNvSpPr>
            <a:spLocks noChangeAspect="1"/>
          </p:cNvSpPr>
          <p:nvPr userDrawn="1"/>
        </p:nvSpPr>
        <p:spPr>
          <a:xfrm>
            <a:off x="8563675" y="1242025"/>
            <a:ext cx="586120" cy="190467"/>
          </a:xfrm>
          <a:prstGeom prst="flowChartTerminator">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 Placeholder 6">
            <a:extLst>
              <a:ext uri="{FF2B5EF4-FFF2-40B4-BE49-F238E27FC236}">
                <a16:creationId xmlns:a16="http://schemas.microsoft.com/office/drawing/2014/main" id="{2007B91C-B4FD-8816-2118-C3E48BC007E7}"/>
              </a:ext>
            </a:extLst>
          </p:cNvPr>
          <p:cNvSpPr>
            <a:spLocks noGrp="1"/>
          </p:cNvSpPr>
          <p:nvPr>
            <p:ph type="body" sz="quarter" idx="31" hasCustomPrompt="1"/>
          </p:nvPr>
        </p:nvSpPr>
        <p:spPr>
          <a:xfrm>
            <a:off x="335396" y="4523776"/>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3" name="Text Placeholder 6">
            <a:extLst>
              <a:ext uri="{FF2B5EF4-FFF2-40B4-BE49-F238E27FC236}">
                <a16:creationId xmlns:a16="http://schemas.microsoft.com/office/drawing/2014/main" id="{8C74D6CD-10C5-CD1F-4D73-7AFDB5E69043}"/>
              </a:ext>
            </a:extLst>
          </p:cNvPr>
          <p:cNvSpPr>
            <a:spLocks noGrp="1"/>
          </p:cNvSpPr>
          <p:nvPr>
            <p:ph type="body" sz="quarter" idx="32" hasCustomPrompt="1"/>
          </p:nvPr>
        </p:nvSpPr>
        <p:spPr>
          <a:xfrm>
            <a:off x="3265409" y="4523776"/>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5" name="Text Placeholder 5">
            <a:extLst>
              <a:ext uri="{FF2B5EF4-FFF2-40B4-BE49-F238E27FC236}">
                <a16:creationId xmlns:a16="http://schemas.microsoft.com/office/drawing/2014/main" id="{39436F5B-CA0C-59AB-CE9C-E704DF2DD6D2}"/>
              </a:ext>
            </a:extLst>
          </p:cNvPr>
          <p:cNvSpPr>
            <a:spLocks noGrp="1"/>
          </p:cNvSpPr>
          <p:nvPr>
            <p:ph type="body" sz="quarter" idx="26" hasCustomPrompt="1"/>
          </p:nvPr>
        </p:nvSpPr>
        <p:spPr>
          <a:xfrm>
            <a:off x="33496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6" name="Text Placeholder 5">
            <a:extLst>
              <a:ext uri="{FF2B5EF4-FFF2-40B4-BE49-F238E27FC236}">
                <a16:creationId xmlns:a16="http://schemas.microsoft.com/office/drawing/2014/main" id="{83916D3B-7E46-A42B-7CC8-69DC3FAF8803}"/>
              </a:ext>
            </a:extLst>
          </p:cNvPr>
          <p:cNvSpPr>
            <a:spLocks noGrp="1"/>
          </p:cNvSpPr>
          <p:nvPr>
            <p:ph type="body" sz="quarter" idx="33" hasCustomPrompt="1"/>
          </p:nvPr>
        </p:nvSpPr>
        <p:spPr>
          <a:xfrm>
            <a:off x="326104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7" name="Text Placeholder 5">
            <a:extLst>
              <a:ext uri="{FF2B5EF4-FFF2-40B4-BE49-F238E27FC236}">
                <a16:creationId xmlns:a16="http://schemas.microsoft.com/office/drawing/2014/main" id="{34F07745-C45D-4E2B-2EFD-2B9152453EE5}"/>
              </a:ext>
            </a:extLst>
          </p:cNvPr>
          <p:cNvSpPr>
            <a:spLocks noGrp="1"/>
          </p:cNvSpPr>
          <p:nvPr>
            <p:ph type="body" sz="quarter" idx="34" hasCustomPrompt="1"/>
          </p:nvPr>
        </p:nvSpPr>
        <p:spPr>
          <a:xfrm>
            <a:off x="33496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8" name="Text Placeholder 5">
            <a:extLst>
              <a:ext uri="{FF2B5EF4-FFF2-40B4-BE49-F238E27FC236}">
                <a16:creationId xmlns:a16="http://schemas.microsoft.com/office/drawing/2014/main" id="{FC6C5EEA-817E-E687-57B9-514D22A8ECA7}"/>
              </a:ext>
            </a:extLst>
          </p:cNvPr>
          <p:cNvSpPr>
            <a:spLocks noGrp="1"/>
          </p:cNvSpPr>
          <p:nvPr>
            <p:ph type="body" sz="quarter" idx="35" hasCustomPrompt="1"/>
          </p:nvPr>
        </p:nvSpPr>
        <p:spPr>
          <a:xfrm>
            <a:off x="326104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29" name="Text Placeholder 6">
            <a:extLst>
              <a:ext uri="{FF2B5EF4-FFF2-40B4-BE49-F238E27FC236}">
                <a16:creationId xmlns:a16="http://schemas.microsoft.com/office/drawing/2014/main" id="{CD01991C-BA5C-AB93-9B35-91E15B5C75CC}"/>
              </a:ext>
            </a:extLst>
          </p:cNvPr>
          <p:cNvSpPr>
            <a:spLocks noGrp="1"/>
          </p:cNvSpPr>
          <p:nvPr>
            <p:ph type="body" sz="quarter" idx="36" hasCustomPrompt="1"/>
          </p:nvPr>
        </p:nvSpPr>
        <p:spPr>
          <a:xfrm>
            <a:off x="335396" y="5886232"/>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0" name="Text Placeholder 6">
            <a:extLst>
              <a:ext uri="{FF2B5EF4-FFF2-40B4-BE49-F238E27FC236}">
                <a16:creationId xmlns:a16="http://schemas.microsoft.com/office/drawing/2014/main" id="{11AA6C56-6695-F2FB-9A09-6916F9963429}"/>
              </a:ext>
            </a:extLst>
          </p:cNvPr>
          <p:cNvSpPr>
            <a:spLocks noGrp="1"/>
          </p:cNvSpPr>
          <p:nvPr>
            <p:ph type="body" sz="quarter" idx="37" hasCustomPrompt="1"/>
          </p:nvPr>
        </p:nvSpPr>
        <p:spPr>
          <a:xfrm>
            <a:off x="3265409" y="5886232"/>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1" name="Text Placeholder 5">
            <a:extLst>
              <a:ext uri="{FF2B5EF4-FFF2-40B4-BE49-F238E27FC236}">
                <a16:creationId xmlns:a16="http://schemas.microsoft.com/office/drawing/2014/main" id="{14A7ACBA-EB15-AEF9-2574-AA9412040392}"/>
              </a:ext>
            </a:extLst>
          </p:cNvPr>
          <p:cNvSpPr>
            <a:spLocks noGrp="1"/>
          </p:cNvSpPr>
          <p:nvPr>
            <p:ph type="body" sz="quarter" idx="38" hasCustomPrompt="1"/>
          </p:nvPr>
        </p:nvSpPr>
        <p:spPr>
          <a:xfrm>
            <a:off x="33496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5</a:t>
            </a:r>
            <a:endParaRPr lang="en-GB"/>
          </a:p>
        </p:txBody>
      </p:sp>
      <p:sp>
        <p:nvSpPr>
          <p:cNvPr id="32" name="Text Placeholder 5">
            <a:extLst>
              <a:ext uri="{FF2B5EF4-FFF2-40B4-BE49-F238E27FC236}">
                <a16:creationId xmlns:a16="http://schemas.microsoft.com/office/drawing/2014/main" id="{BA09C9BC-9F0C-53F7-03B8-7CCAFD4607E3}"/>
              </a:ext>
            </a:extLst>
          </p:cNvPr>
          <p:cNvSpPr>
            <a:spLocks noGrp="1"/>
          </p:cNvSpPr>
          <p:nvPr>
            <p:ph type="body" sz="quarter" idx="39" hasCustomPrompt="1"/>
          </p:nvPr>
        </p:nvSpPr>
        <p:spPr>
          <a:xfrm>
            <a:off x="326104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6</a:t>
            </a:r>
            <a:endParaRPr lang="en-GB"/>
          </a:p>
        </p:txBody>
      </p:sp>
      <p:sp>
        <p:nvSpPr>
          <p:cNvPr id="8" name="Text Placeholder 8">
            <a:extLst>
              <a:ext uri="{FF2B5EF4-FFF2-40B4-BE49-F238E27FC236}">
                <a16:creationId xmlns:a16="http://schemas.microsoft.com/office/drawing/2014/main" id="{C30BD436-3F11-72B5-47C0-3DD5CD30E1BD}"/>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133937804"/>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 - Desktop">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9EC58A-440D-FF0C-31CD-0227867D889E}"/>
              </a:ext>
            </a:extLst>
          </p:cNvPr>
          <p:cNvSpPr/>
          <p:nvPr userDrawn="1"/>
        </p:nvSpPr>
        <p:spPr>
          <a:xfrm>
            <a:off x="6164263" y="620713"/>
            <a:ext cx="5260329"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1"/>
            <a:ext cx="4203307" cy="1296144"/>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155624"/>
            <a:ext cx="2791979"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155624"/>
            <a:ext cx="2760741"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17" name="Text Placeholder 6">
            <a:extLst>
              <a:ext uri="{FF2B5EF4-FFF2-40B4-BE49-F238E27FC236}">
                <a16:creationId xmlns:a16="http://schemas.microsoft.com/office/drawing/2014/main" id="{2007B91C-B4FD-8816-2118-C3E48BC007E7}"/>
              </a:ext>
            </a:extLst>
          </p:cNvPr>
          <p:cNvSpPr>
            <a:spLocks noGrp="1"/>
          </p:cNvSpPr>
          <p:nvPr>
            <p:ph type="body" sz="quarter" idx="31" hasCustomPrompt="1"/>
          </p:nvPr>
        </p:nvSpPr>
        <p:spPr>
          <a:xfrm>
            <a:off x="335396" y="4523776"/>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3" name="Text Placeholder 6">
            <a:extLst>
              <a:ext uri="{FF2B5EF4-FFF2-40B4-BE49-F238E27FC236}">
                <a16:creationId xmlns:a16="http://schemas.microsoft.com/office/drawing/2014/main" id="{8C74D6CD-10C5-CD1F-4D73-7AFDB5E69043}"/>
              </a:ext>
            </a:extLst>
          </p:cNvPr>
          <p:cNvSpPr>
            <a:spLocks noGrp="1"/>
          </p:cNvSpPr>
          <p:nvPr>
            <p:ph type="body" sz="quarter" idx="32" hasCustomPrompt="1"/>
          </p:nvPr>
        </p:nvSpPr>
        <p:spPr>
          <a:xfrm>
            <a:off x="3265409" y="4523776"/>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5" name="Text Placeholder 5">
            <a:extLst>
              <a:ext uri="{FF2B5EF4-FFF2-40B4-BE49-F238E27FC236}">
                <a16:creationId xmlns:a16="http://schemas.microsoft.com/office/drawing/2014/main" id="{39436F5B-CA0C-59AB-CE9C-E704DF2DD6D2}"/>
              </a:ext>
            </a:extLst>
          </p:cNvPr>
          <p:cNvSpPr>
            <a:spLocks noGrp="1"/>
          </p:cNvSpPr>
          <p:nvPr>
            <p:ph type="body" sz="quarter" idx="26" hasCustomPrompt="1"/>
          </p:nvPr>
        </p:nvSpPr>
        <p:spPr>
          <a:xfrm>
            <a:off x="33496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6" name="Text Placeholder 5">
            <a:extLst>
              <a:ext uri="{FF2B5EF4-FFF2-40B4-BE49-F238E27FC236}">
                <a16:creationId xmlns:a16="http://schemas.microsoft.com/office/drawing/2014/main" id="{83916D3B-7E46-A42B-7CC8-69DC3FAF8803}"/>
              </a:ext>
            </a:extLst>
          </p:cNvPr>
          <p:cNvSpPr>
            <a:spLocks noGrp="1"/>
          </p:cNvSpPr>
          <p:nvPr>
            <p:ph type="body" sz="quarter" idx="33" hasCustomPrompt="1"/>
          </p:nvPr>
        </p:nvSpPr>
        <p:spPr>
          <a:xfrm>
            <a:off x="326104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7" name="Text Placeholder 5">
            <a:extLst>
              <a:ext uri="{FF2B5EF4-FFF2-40B4-BE49-F238E27FC236}">
                <a16:creationId xmlns:a16="http://schemas.microsoft.com/office/drawing/2014/main" id="{34F07745-C45D-4E2B-2EFD-2B9152453EE5}"/>
              </a:ext>
            </a:extLst>
          </p:cNvPr>
          <p:cNvSpPr>
            <a:spLocks noGrp="1"/>
          </p:cNvSpPr>
          <p:nvPr>
            <p:ph type="body" sz="quarter" idx="34" hasCustomPrompt="1"/>
          </p:nvPr>
        </p:nvSpPr>
        <p:spPr>
          <a:xfrm>
            <a:off x="33496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8" name="Text Placeholder 5">
            <a:extLst>
              <a:ext uri="{FF2B5EF4-FFF2-40B4-BE49-F238E27FC236}">
                <a16:creationId xmlns:a16="http://schemas.microsoft.com/office/drawing/2014/main" id="{FC6C5EEA-817E-E687-57B9-514D22A8ECA7}"/>
              </a:ext>
            </a:extLst>
          </p:cNvPr>
          <p:cNvSpPr>
            <a:spLocks noGrp="1"/>
          </p:cNvSpPr>
          <p:nvPr>
            <p:ph type="body" sz="quarter" idx="35" hasCustomPrompt="1"/>
          </p:nvPr>
        </p:nvSpPr>
        <p:spPr>
          <a:xfrm>
            <a:off x="326104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29" name="Text Placeholder 6">
            <a:extLst>
              <a:ext uri="{FF2B5EF4-FFF2-40B4-BE49-F238E27FC236}">
                <a16:creationId xmlns:a16="http://schemas.microsoft.com/office/drawing/2014/main" id="{CD01991C-BA5C-AB93-9B35-91E15B5C75CC}"/>
              </a:ext>
            </a:extLst>
          </p:cNvPr>
          <p:cNvSpPr>
            <a:spLocks noGrp="1"/>
          </p:cNvSpPr>
          <p:nvPr>
            <p:ph type="body" sz="quarter" idx="36" hasCustomPrompt="1"/>
          </p:nvPr>
        </p:nvSpPr>
        <p:spPr>
          <a:xfrm>
            <a:off x="335396" y="5886232"/>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0" name="Text Placeholder 6">
            <a:extLst>
              <a:ext uri="{FF2B5EF4-FFF2-40B4-BE49-F238E27FC236}">
                <a16:creationId xmlns:a16="http://schemas.microsoft.com/office/drawing/2014/main" id="{11AA6C56-6695-F2FB-9A09-6916F9963429}"/>
              </a:ext>
            </a:extLst>
          </p:cNvPr>
          <p:cNvSpPr>
            <a:spLocks noGrp="1"/>
          </p:cNvSpPr>
          <p:nvPr>
            <p:ph type="body" sz="quarter" idx="37" hasCustomPrompt="1"/>
          </p:nvPr>
        </p:nvSpPr>
        <p:spPr>
          <a:xfrm>
            <a:off x="3265409" y="5886232"/>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1" name="Text Placeholder 5">
            <a:extLst>
              <a:ext uri="{FF2B5EF4-FFF2-40B4-BE49-F238E27FC236}">
                <a16:creationId xmlns:a16="http://schemas.microsoft.com/office/drawing/2014/main" id="{14A7ACBA-EB15-AEF9-2574-AA9412040392}"/>
              </a:ext>
            </a:extLst>
          </p:cNvPr>
          <p:cNvSpPr>
            <a:spLocks noGrp="1"/>
          </p:cNvSpPr>
          <p:nvPr>
            <p:ph type="body" sz="quarter" idx="38" hasCustomPrompt="1"/>
          </p:nvPr>
        </p:nvSpPr>
        <p:spPr>
          <a:xfrm>
            <a:off x="33496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5</a:t>
            </a:r>
            <a:endParaRPr lang="en-GB"/>
          </a:p>
        </p:txBody>
      </p:sp>
      <p:sp>
        <p:nvSpPr>
          <p:cNvPr id="32" name="Text Placeholder 5">
            <a:extLst>
              <a:ext uri="{FF2B5EF4-FFF2-40B4-BE49-F238E27FC236}">
                <a16:creationId xmlns:a16="http://schemas.microsoft.com/office/drawing/2014/main" id="{BA09C9BC-9F0C-53F7-03B8-7CCAFD4607E3}"/>
              </a:ext>
            </a:extLst>
          </p:cNvPr>
          <p:cNvSpPr>
            <a:spLocks noGrp="1"/>
          </p:cNvSpPr>
          <p:nvPr>
            <p:ph type="body" sz="quarter" idx="39" hasCustomPrompt="1"/>
          </p:nvPr>
        </p:nvSpPr>
        <p:spPr>
          <a:xfrm>
            <a:off x="326104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6</a:t>
            </a:r>
            <a:endParaRPr lang="en-GB"/>
          </a:p>
        </p:txBody>
      </p:sp>
      <p:pic>
        <p:nvPicPr>
          <p:cNvPr id="6" name="Picture 5" descr="A computer monitor with a black screen&#10;&#10;Description automatically generated">
            <a:extLst>
              <a:ext uri="{FF2B5EF4-FFF2-40B4-BE49-F238E27FC236}">
                <a16:creationId xmlns:a16="http://schemas.microsoft.com/office/drawing/2014/main" id="{7C2555FD-0680-1868-5ECF-FAAA3DB8A9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16224" y="1469162"/>
            <a:ext cx="4756407" cy="4267805"/>
          </a:xfrm>
          <a:prstGeom prst="rect">
            <a:avLst/>
          </a:prstGeom>
        </p:spPr>
      </p:pic>
      <p:sp>
        <p:nvSpPr>
          <p:cNvPr id="8" name="Picture Placeholder 11">
            <a:extLst>
              <a:ext uri="{FF2B5EF4-FFF2-40B4-BE49-F238E27FC236}">
                <a16:creationId xmlns:a16="http://schemas.microsoft.com/office/drawing/2014/main" id="{3AD66F01-C1FE-D7E5-293F-3D0C30B2A41B}"/>
              </a:ext>
            </a:extLst>
          </p:cNvPr>
          <p:cNvSpPr>
            <a:spLocks noGrp="1"/>
          </p:cNvSpPr>
          <p:nvPr>
            <p:ph type="pic" sz="quarter" idx="30"/>
          </p:nvPr>
        </p:nvSpPr>
        <p:spPr>
          <a:xfrm>
            <a:off x="6773027" y="1998000"/>
            <a:ext cx="4042800" cy="2210400"/>
          </a:xfrm>
          <a:solidFill>
            <a:schemeClr val="bg1"/>
          </a:solidFill>
        </p:spPr>
        <p:txBody>
          <a:bodyPr>
            <a:normAutofit/>
          </a:bodyPr>
          <a:lstStyle>
            <a:lvl1pPr marL="0" indent="0">
              <a:buNone/>
              <a:defRPr sz="1000"/>
            </a:lvl1pPr>
          </a:lstStyle>
          <a:p>
            <a:endParaRPr lang="en-US"/>
          </a:p>
        </p:txBody>
      </p:sp>
      <p:sp>
        <p:nvSpPr>
          <p:cNvPr id="14" name="Text Placeholder 8">
            <a:extLst>
              <a:ext uri="{FF2B5EF4-FFF2-40B4-BE49-F238E27FC236}">
                <a16:creationId xmlns:a16="http://schemas.microsoft.com/office/drawing/2014/main" id="{D2B3C61C-4A1A-1694-8EE4-8E24D5DF6836}"/>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18221373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7 - Closing / Thank You">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11280576" y="2852936"/>
            <a:ext cx="710074" cy="720075"/>
          </a:xfrm>
          <a:prstGeom prst="rect">
            <a:avLst/>
          </a:prstGeom>
        </p:spPr>
      </p:pic>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EB7493C2-6AC3-C935-3581-BC00F9A2CDBA}"/>
              </a:ext>
            </a:extLst>
          </p:cNvPr>
          <p:cNvSpPr>
            <a:spLocks noGrp="1"/>
          </p:cNvSpPr>
          <p:nvPr>
            <p:ph type="title" hasCustomPrompt="1"/>
          </p:nvPr>
        </p:nvSpPr>
        <p:spPr>
          <a:xfrm>
            <a:off x="348822" y="2436058"/>
            <a:ext cx="7602441" cy="1656184"/>
          </a:xfrm>
        </p:spPr>
        <p:txBody>
          <a:bodyPr anchor="ctr" anchorCtr="0">
            <a:noAutofit/>
          </a:bodyPr>
          <a:lstStyle>
            <a:lvl1pPr>
              <a:lnSpc>
                <a:spcPct val="80000"/>
              </a:lnSpc>
              <a:defRPr sz="6000" i="0">
                <a:solidFill>
                  <a:schemeClr val="tx1"/>
                </a:solidFill>
              </a:defRPr>
            </a:lvl1pPr>
          </a:lstStyle>
          <a:p>
            <a:r>
              <a:rPr lang="en-US"/>
              <a:t>Thank You</a:t>
            </a:r>
          </a:p>
        </p:txBody>
      </p:sp>
      <p:sp>
        <p:nvSpPr>
          <p:cNvPr id="10" name="Text Placeholder 9">
            <a:extLst>
              <a:ext uri="{FF2B5EF4-FFF2-40B4-BE49-F238E27FC236}">
                <a16:creationId xmlns:a16="http://schemas.microsoft.com/office/drawing/2014/main" id="{40EAC3EE-3205-8209-74CD-69D6DF71600C}"/>
              </a:ext>
            </a:extLst>
          </p:cNvPr>
          <p:cNvSpPr>
            <a:spLocks noGrp="1"/>
          </p:cNvSpPr>
          <p:nvPr>
            <p:ph type="body" sz="quarter" idx="12" hasCustomPrompt="1"/>
          </p:nvPr>
        </p:nvSpPr>
        <p:spPr>
          <a:xfrm>
            <a:off x="349250" y="5524500"/>
            <a:ext cx="3933739" cy="928688"/>
          </a:xfrm>
        </p:spPr>
        <p:txBody>
          <a:bodyPr anchor="b"/>
          <a:lstStyle>
            <a:lvl1pPr>
              <a:lnSpc>
                <a:spcPct val="100000"/>
              </a:lnSpc>
              <a:spcAft>
                <a:spcPts val="400"/>
              </a:spcAft>
              <a:defRPr sz="600" spc="50" baseline="0"/>
            </a:lvl1pPr>
          </a:lstStyle>
          <a:p>
            <a:pPr lvl="0"/>
            <a:r>
              <a:rPr lang="en-US"/>
              <a:t>FOR INQUIRIES, PLEASE CONTACT:</a:t>
            </a:r>
            <a:br>
              <a:rPr lang="en-US"/>
            </a:br>
            <a:r>
              <a:rPr lang="en-US"/>
              <a:t>JANE SMITH — J.SMITH@FOURSEASONS.COM </a:t>
            </a:r>
            <a:br>
              <a:rPr lang="en-US"/>
            </a:br>
            <a:r>
              <a:rPr lang="en-US"/>
              <a:t>ROB PLACEHOLDER — ROB.PLACEHOLDER@FOURSEASONS.COM</a:t>
            </a:r>
          </a:p>
        </p:txBody>
      </p:sp>
    </p:spTree>
    <p:extLst>
      <p:ext uri="{BB962C8B-B14F-4D97-AF65-F5344CB8AC3E}">
        <p14:creationId xmlns:p14="http://schemas.microsoft.com/office/powerpoint/2010/main" val="1966280718"/>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7 - Closing / En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5740963" y="2996952"/>
            <a:ext cx="710074" cy="720075"/>
          </a:xfrm>
          <a:prstGeom prst="rect">
            <a:avLst/>
          </a:prstGeom>
        </p:spPr>
      </p:pic>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9">
            <a:extLst>
              <a:ext uri="{FF2B5EF4-FFF2-40B4-BE49-F238E27FC236}">
                <a16:creationId xmlns:a16="http://schemas.microsoft.com/office/drawing/2014/main" id="{C970F23A-8084-AE56-063F-C1F33C283F17}"/>
              </a:ext>
            </a:extLst>
          </p:cNvPr>
          <p:cNvSpPr>
            <a:spLocks noGrp="1"/>
          </p:cNvSpPr>
          <p:nvPr>
            <p:ph type="body" sz="quarter" idx="12" hasCustomPrompt="1"/>
          </p:nvPr>
        </p:nvSpPr>
        <p:spPr>
          <a:xfrm>
            <a:off x="349250" y="5524500"/>
            <a:ext cx="3933739" cy="928688"/>
          </a:xfrm>
        </p:spPr>
        <p:txBody>
          <a:bodyPr anchor="b"/>
          <a:lstStyle>
            <a:lvl1pPr>
              <a:lnSpc>
                <a:spcPct val="100000"/>
              </a:lnSpc>
              <a:spcAft>
                <a:spcPts val="400"/>
              </a:spcAft>
              <a:defRPr sz="600" spc="50" baseline="0"/>
            </a:lvl1pPr>
          </a:lstStyle>
          <a:p>
            <a:pPr lvl="0"/>
            <a:r>
              <a:rPr lang="en-US"/>
              <a:t>FOR INQUIRIES, PLEASE CONTACT:</a:t>
            </a:r>
            <a:br>
              <a:rPr lang="en-US"/>
            </a:br>
            <a:r>
              <a:rPr lang="en-US"/>
              <a:t>JANE SMITH — J.SMITH@FOURSEASONS.COM </a:t>
            </a:r>
            <a:br>
              <a:rPr lang="en-US"/>
            </a:br>
            <a:r>
              <a:rPr lang="en-US"/>
              <a:t>ROB PLACEHOLDER — ROB.PLACEHOLDER@FOURSEASONS.COM</a:t>
            </a:r>
          </a:p>
        </p:txBody>
      </p:sp>
    </p:spTree>
    <p:extLst>
      <p:ext uri="{BB962C8B-B14F-4D97-AF65-F5344CB8AC3E}">
        <p14:creationId xmlns:p14="http://schemas.microsoft.com/office/powerpoint/2010/main" val="40887309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9" Type="http://schemas.openxmlformats.org/officeDocument/2006/relationships/slideLayout" Target="../slideLayouts/slideLayout54.xml"/><Relationship Id="rId21" Type="http://schemas.openxmlformats.org/officeDocument/2006/relationships/slideLayout" Target="../slideLayouts/slideLayout36.xml"/><Relationship Id="rId34" Type="http://schemas.openxmlformats.org/officeDocument/2006/relationships/slideLayout" Target="../slideLayouts/slideLayout49.xml"/><Relationship Id="rId42" Type="http://schemas.openxmlformats.org/officeDocument/2006/relationships/slideLayout" Target="../slideLayouts/slideLayout57.xml"/><Relationship Id="rId47" Type="http://schemas.openxmlformats.org/officeDocument/2006/relationships/slideLayout" Target="../slideLayouts/slideLayout62.xml"/><Relationship Id="rId50" Type="http://schemas.openxmlformats.org/officeDocument/2006/relationships/slideLayout" Target="../slideLayouts/slideLayout65.xml"/><Relationship Id="rId55" Type="http://schemas.openxmlformats.org/officeDocument/2006/relationships/slideLayout" Target="../slideLayouts/slideLayout70.xml"/><Relationship Id="rId63" Type="http://schemas.openxmlformats.org/officeDocument/2006/relationships/slideLayout" Target="../slideLayouts/slideLayout78.xml"/><Relationship Id="rId7" Type="http://schemas.openxmlformats.org/officeDocument/2006/relationships/slideLayout" Target="../slideLayouts/slideLayout2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9" Type="http://schemas.openxmlformats.org/officeDocument/2006/relationships/slideLayout" Target="../slideLayouts/slideLayout44.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32" Type="http://schemas.openxmlformats.org/officeDocument/2006/relationships/slideLayout" Target="../slideLayouts/slideLayout47.xml"/><Relationship Id="rId37" Type="http://schemas.openxmlformats.org/officeDocument/2006/relationships/slideLayout" Target="../slideLayouts/slideLayout52.xml"/><Relationship Id="rId40" Type="http://schemas.openxmlformats.org/officeDocument/2006/relationships/slideLayout" Target="../slideLayouts/slideLayout55.xml"/><Relationship Id="rId45" Type="http://schemas.openxmlformats.org/officeDocument/2006/relationships/slideLayout" Target="../slideLayouts/slideLayout60.xml"/><Relationship Id="rId53" Type="http://schemas.openxmlformats.org/officeDocument/2006/relationships/slideLayout" Target="../slideLayouts/slideLayout68.xml"/><Relationship Id="rId58" Type="http://schemas.openxmlformats.org/officeDocument/2006/relationships/slideLayout" Target="../slideLayouts/slideLayout73.xml"/><Relationship Id="rId5" Type="http://schemas.openxmlformats.org/officeDocument/2006/relationships/slideLayout" Target="../slideLayouts/slideLayout20.xml"/><Relationship Id="rId61" Type="http://schemas.openxmlformats.org/officeDocument/2006/relationships/slideLayout" Target="../slideLayouts/slideLayout76.xml"/><Relationship Id="rId19" Type="http://schemas.openxmlformats.org/officeDocument/2006/relationships/slideLayout" Target="../slideLayouts/slideLayout3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slideLayout" Target="../slideLayouts/slideLayout45.xml"/><Relationship Id="rId35" Type="http://schemas.openxmlformats.org/officeDocument/2006/relationships/slideLayout" Target="../slideLayouts/slideLayout50.xml"/><Relationship Id="rId43" Type="http://schemas.openxmlformats.org/officeDocument/2006/relationships/slideLayout" Target="../slideLayouts/slideLayout58.xml"/><Relationship Id="rId48" Type="http://schemas.openxmlformats.org/officeDocument/2006/relationships/slideLayout" Target="../slideLayouts/slideLayout63.xml"/><Relationship Id="rId56" Type="http://schemas.openxmlformats.org/officeDocument/2006/relationships/slideLayout" Target="../slideLayouts/slideLayout71.xml"/><Relationship Id="rId64" Type="http://schemas.openxmlformats.org/officeDocument/2006/relationships/theme" Target="../theme/theme2.xml"/><Relationship Id="rId8" Type="http://schemas.openxmlformats.org/officeDocument/2006/relationships/slideLayout" Target="../slideLayouts/slideLayout23.xml"/><Relationship Id="rId51" Type="http://schemas.openxmlformats.org/officeDocument/2006/relationships/slideLayout" Target="../slideLayouts/slideLayout66.xml"/><Relationship Id="rId3" Type="http://schemas.openxmlformats.org/officeDocument/2006/relationships/slideLayout" Target="../slideLayouts/slideLayout18.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33" Type="http://schemas.openxmlformats.org/officeDocument/2006/relationships/slideLayout" Target="../slideLayouts/slideLayout48.xml"/><Relationship Id="rId38" Type="http://schemas.openxmlformats.org/officeDocument/2006/relationships/slideLayout" Target="../slideLayouts/slideLayout53.xml"/><Relationship Id="rId46" Type="http://schemas.openxmlformats.org/officeDocument/2006/relationships/slideLayout" Target="../slideLayouts/slideLayout61.xml"/><Relationship Id="rId59" Type="http://schemas.openxmlformats.org/officeDocument/2006/relationships/slideLayout" Target="../slideLayouts/slideLayout74.xml"/><Relationship Id="rId20" Type="http://schemas.openxmlformats.org/officeDocument/2006/relationships/slideLayout" Target="../slideLayouts/slideLayout35.xml"/><Relationship Id="rId41" Type="http://schemas.openxmlformats.org/officeDocument/2006/relationships/slideLayout" Target="../slideLayouts/slideLayout56.xml"/><Relationship Id="rId54" Type="http://schemas.openxmlformats.org/officeDocument/2006/relationships/slideLayout" Target="../slideLayouts/slideLayout69.xml"/><Relationship Id="rId62" Type="http://schemas.openxmlformats.org/officeDocument/2006/relationships/slideLayout" Target="../slideLayouts/slideLayout7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36" Type="http://schemas.openxmlformats.org/officeDocument/2006/relationships/slideLayout" Target="../slideLayouts/slideLayout51.xml"/><Relationship Id="rId49" Type="http://schemas.openxmlformats.org/officeDocument/2006/relationships/slideLayout" Target="../slideLayouts/slideLayout64.xml"/><Relationship Id="rId57" Type="http://schemas.openxmlformats.org/officeDocument/2006/relationships/slideLayout" Target="../slideLayouts/slideLayout72.xml"/><Relationship Id="rId10" Type="http://schemas.openxmlformats.org/officeDocument/2006/relationships/slideLayout" Target="../slideLayouts/slideLayout25.xml"/><Relationship Id="rId31" Type="http://schemas.openxmlformats.org/officeDocument/2006/relationships/slideLayout" Target="../slideLayouts/slideLayout46.xml"/><Relationship Id="rId44" Type="http://schemas.openxmlformats.org/officeDocument/2006/relationships/slideLayout" Target="../slideLayouts/slideLayout59.xml"/><Relationship Id="rId52" Type="http://schemas.openxmlformats.org/officeDocument/2006/relationships/slideLayout" Target="../slideLayouts/slideLayout67.xml"/><Relationship Id="rId60" Type="http://schemas.openxmlformats.org/officeDocument/2006/relationships/slideLayout" Target="../slideLayouts/slideLayout75.xml"/><Relationship Id="rId4" Type="http://schemas.openxmlformats.org/officeDocument/2006/relationships/slideLayout" Target="../slideLayouts/slideLayout19.xml"/><Relationship Id="rId9"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AF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584687"/>
            <a:ext cx="10972800" cy="507831"/>
          </a:xfrm>
          <a:prstGeom prst="rect">
            <a:avLst/>
          </a:prstGeom>
        </p:spPr>
        <p:txBody>
          <a:bodyPr vert="horz" wrap="square" lIns="0" tIns="0" rIns="0" bIns="118872" rtlCol="0" anchor="t" anchorCtr="0">
            <a:spAutoFit/>
          </a:bodyPr>
          <a:lstStyle/>
          <a:p>
            <a:r>
              <a:rPr lang="en-US"/>
              <a:t>Title Here</a:t>
            </a:r>
          </a:p>
        </p:txBody>
      </p:sp>
      <p:sp>
        <p:nvSpPr>
          <p:cNvPr id="6" name="Slide Number Placeholder 5"/>
          <p:cNvSpPr>
            <a:spLocks noGrp="1"/>
          </p:cNvSpPr>
          <p:nvPr>
            <p:ph type="sldNum" sz="quarter" idx="4"/>
          </p:nvPr>
        </p:nvSpPr>
        <p:spPr>
          <a:xfrm>
            <a:off x="443724" y="6422237"/>
            <a:ext cx="139192" cy="119905"/>
          </a:xfrm>
          <a:prstGeom prst="rect">
            <a:avLst/>
          </a:prstGeom>
        </p:spPr>
        <p:txBody>
          <a:bodyPr vert="horz" wrap="square" lIns="0" tIns="12065" rIns="0" bIns="0" rtlCol="0">
            <a:spAutoFit/>
          </a:bodyPr>
          <a:lstStyle>
            <a:lvl1pPr>
              <a:defRPr lang="en-US" sz="700" spc="-5" smtClean="0">
                <a:solidFill>
                  <a:schemeClr val="accent1"/>
                </a:solidFill>
                <a:latin typeface="+mn-lt"/>
                <a:cs typeface="Arial"/>
              </a:defRPr>
            </a:lvl1pPr>
          </a:lstStyle>
          <a:p>
            <a:pPr marL="12700">
              <a:spcBef>
                <a:spcPts val="95"/>
              </a:spcBef>
            </a:pPr>
            <a:fld id="{E9625C4B-B71B-4BE7-9266-E8021570290B}" type="slidenum">
              <a:rPr lang="en-US" smtClean="0"/>
              <a:pPr marL="12700">
                <a:spcBef>
                  <a:spcPts val="95"/>
                </a:spcBef>
              </a:pPr>
              <a:t>‹#›</a:t>
            </a:fld>
            <a:endParaRPr lang="en-US"/>
          </a:p>
        </p:txBody>
      </p:sp>
      <p:sp>
        <p:nvSpPr>
          <p:cNvPr id="4" name="object 2">
            <a:extLst>
              <a:ext uri="{FF2B5EF4-FFF2-40B4-BE49-F238E27FC236}">
                <a16:creationId xmlns:a16="http://schemas.microsoft.com/office/drawing/2014/main" id="{BA68BE12-E4D8-C763-E378-E8E5E50E25E7}"/>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5" name="object 3">
            <a:extLst>
              <a:ext uri="{FF2B5EF4-FFF2-40B4-BE49-F238E27FC236}">
                <a16:creationId xmlns:a16="http://schemas.microsoft.com/office/drawing/2014/main" id="{BABA70D0-00F6-8B6A-744F-C38E4A228680}"/>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7" name="object 4">
            <a:extLst>
              <a:ext uri="{FF2B5EF4-FFF2-40B4-BE49-F238E27FC236}">
                <a16:creationId xmlns:a16="http://schemas.microsoft.com/office/drawing/2014/main" id="{7144D34B-6BBE-8398-5EB4-94D39FD4BDEF}"/>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8" name="object 5">
            <a:extLst>
              <a:ext uri="{FF2B5EF4-FFF2-40B4-BE49-F238E27FC236}">
                <a16:creationId xmlns:a16="http://schemas.microsoft.com/office/drawing/2014/main" id="{F5DFC223-5188-AEAE-AD5A-0F2F6D4AB918}"/>
              </a:ext>
            </a:extLst>
          </p:cNvPr>
          <p:cNvPicPr/>
          <p:nvPr userDrawn="1"/>
        </p:nvPicPr>
        <p:blipFill>
          <a:blip r:embed="rId17" cstate="print"/>
          <a:stretch>
            <a:fillRect/>
          </a:stretch>
        </p:blipFill>
        <p:spPr>
          <a:xfrm>
            <a:off x="11535157" y="222510"/>
            <a:ext cx="323003" cy="491650"/>
          </a:xfrm>
          <a:prstGeom prst="rect">
            <a:avLst/>
          </a:prstGeom>
        </p:spPr>
      </p:pic>
      <p:sp>
        <p:nvSpPr>
          <p:cNvPr id="9" name="Text Placeholder 8">
            <a:extLst>
              <a:ext uri="{FF2B5EF4-FFF2-40B4-BE49-F238E27FC236}">
                <a16:creationId xmlns:a16="http://schemas.microsoft.com/office/drawing/2014/main" id="{E1647875-A108-9280-7155-A1872F3C32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07060920"/>
      </p:ext>
    </p:extLst>
  </p:cSld>
  <p:clrMap bg1="lt1" tx1="dk1" bg2="lt2" tx2="dk2" accent1="accent1" accent2="accent2" accent3="accent3" accent4="accent4" accent5="accent5" accent6="accent6" hlink="hlink" folHlink="folHlink"/>
  <p:sldLayoutIdLst>
    <p:sldLayoutId id="2147484471" r:id="rId1"/>
    <p:sldLayoutId id="2147484468" r:id="rId2"/>
    <p:sldLayoutId id="2147484461" r:id="rId3"/>
    <p:sldLayoutId id="2147484478" r:id="rId4"/>
    <p:sldLayoutId id="2147484476" r:id="rId5"/>
    <p:sldLayoutId id="2147484477" r:id="rId6"/>
    <p:sldLayoutId id="2147484128" r:id="rId7"/>
    <p:sldLayoutId id="2147484467" r:id="rId8"/>
    <p:sldLayoutId id="2147484462" r:id="rId9"/>
    <p:sldLayoutId id="2147484463" r:id="rId10"/>
    <p:sldLayoutId id="2147484472" r:id="rId11"/>
    <p:sldLayoutId id="2147484475" r:id="rId12"/>
    <p:sldLayoutId id="2147484473" r:id="rId13"/>
    <p:sldLayoutId id="2147484474" r:id="rId14"/>
    <p:sldLayoutId id="2147484544" r:id="rId15"/>
  </p:sldLayoutIdLst>
  <p:hf hdr="0" ftr="0" dt="0"/>
  <p:txStyles>
    <p:titleStyle>
      <a:lvl1pPr algn="l" defTabSz="914400" rtl="0" eaLnBrk="1" latinLnBrk="0" hangingPunct="1">
        <a:lnSpc>
          <a:spcPct val="90000"/>
        </a:lnSpc>
        <a:spcBef>
          <a:spcPct val="0"/>
        </a:spcBef>
        <a:buNone/>
        <a:defRPr sz="2800" b="0" i="0" kern="1200" spc="50" baseline="0">
          <a:solidFill>
            <a:srgbClr val="175252"/>
          </a:solidFill>
          <a:latin typeface="+mj-lt"/>
          <a:ea typeface="Baskerville" panose="02020502070401020303" pitchFamily="18" charset="0"/>
          <a:cs typeface="+mj-cs"/>
        </a:defRPr>
      </a:lvl1pPr>
    </p:titleStyle>
    <p:body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dirty="0" smtClean="0">
          <a:solidFill>
            <a:srgbClr val="175250"/>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dirty="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384">
          <p15:clr>
            <a:srgbClr val="000000"/>
          </p15:clr>
        </p15:guide>
        <p15:guide id="4" pos="7296">
          <p15:clr>
            <a:srgbClr val="000000"/>
          </p15:clr>
        </p15:guide>
        <p15:guide id="5" orient="horz" pos="256">
          <p15:clr>
            <a:srgbClr val="A4A3A4"/>
          </p15:clr>
        </p15:guide>
        <p15:guide id="7" pos="5373">
          <p15:clr>
            <a:srgbClr val="C35EA4"/>
          </p15:clr>
        </p15:guide>
        <p15:guide id="8" pos="4805">
          <p15:clr>
            <a:srgbClr val="C35EA4"/>
          </p15:clr>
        </p15:guide>
        <p15:guide id="9" pos="2304">
          <p15:clr>
            <a:srgbClr val="C35EA4"/>
          </p15:clr>
        </p15:guide>
        <p15:guide id="10" pos="2880">
          <p15:clr>
            <a:srgbClr val="C35EA4"/>
          </p15:clr>
        </p15:guide>
        <p15:guide id="11" pos="2592">
          <p15:clr>
            <a:srgbClr val="9FCC3B"/>
          </p15:clr>
        </p15:guide>
        <p15:guide id="12" pos="5088">
          <p15:clr>
            <a:srgbClr val="9FCC3B"/>
          </p15:clr>
        </p15:guide>
        <p15:guide id="13" orient="horz" pos="3931">
          <p15:clr>
            <a:srgbClr val="000000"/>
          </p15:clr>
        </p15:guide>
        <p15:guide id="14" orient="horz" pos="4008">
          <p15:clr>
            <a:srgbClr val="A4A3A4"/>
          </p15:clr>
        </p15:guide>
        <p15:guide id="15" orient="horz" pos="336">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C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CDB2EFB-A7C6-766F-3EA1-AAF5026FD071}"/>
              </a:ext>
            </a:extLst>
          </p:cNvPr>
          <p:cNvSpPr>
            <a:spLocks noGrp="1"/>
          </p:cNvSpPr>
          <p:nvPr>
            <p:ph type="title"/>
          </p:nvPr>
        </p:nvSpPr>
        <p:spPr>
          <a:xfrm>
            <a:off x="838200" y="365125"/>
            <a:ext cx="10515600" cy="1325563"/>
          </a:xfrm>
          <a:prstGeom prst="rect">
            <a:avLst/>
          </a:prstGeom>
        </p:spPr>
        <p:txBody>
          <a:bodyPr vert="horz" lIns="0" tIns="45720" rIns="91440" bIns="4572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A5AED84-062A-9D1F-8772-FD02ACD70C02}"/>
              </a:ext>
            </a:extLst>
          </p:cNvPr>
          <p:cNvSpPr>
            <a:spLocks noGrp="1"/>
          </p:cNvSpPr>
          <p:nvPr>
            <p:ph type="body" idx="1"/>
          </p:nvPr>
        </p:nvSpPr>
        <p:spPr>
          <a:xfrm>
            <a:off x="838200" y="1825625"/>
            <a:ext cx="10515600" cy="4351338"/>
          </a:xfrm>
          <a:prstGeom prst="rect">
            <a:avLst/>
          </a:prstGeom>
        </p:spPr>
        <p:txBody>
          <a:bodyPr vert="horz" lIns="0" tIns="45720" rIns="91440" bIns="45720" rtlCol="0">
            <a:noAutofit/>
          </a:bodyPr>
          <a:lstStyle/>
          <a:p>
            <a:pPr lvl="0"/>
            <a:r>
              <a:rPr lang="en-US"/>
              <a:t>Click to edit Master text styles</a:t>
            </a:r>
          </a:p>
          <a:p>
            <a:pPr lvl="1"/>
            <a:r>
              <a:rPr lang="en-US" sz="1800" b="0" i="0" spc="0" baseline="0">
                <a:solidFill>
                  <a:srgbClr val="3D441E"/>
                </a:solidFill>
                <a:latin typeface="Helvetica Neue" panose="02000503000000020004" pitchFamily="2" charset="0"/>
                <a:ea typeface="Helvetica Neue" panose="02000503000000020004" pitchFamily="2" charset="0"/>
                <a:cs typeface="Helvetica Neue" panose="02000503000000020004" pitchFamily="2" charset="0"/>
              </a:rPr>
              <a:t>Second level</a:t>
            </a:r>
            <a:endParaRPr lang="en-US"/>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7739AE-D007-BE5B-34FC-0D9DAA0989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FF20D47F-A421-D24E-8AE1-92B0BF06A7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C370B7D-C80C-9C66-6CBC-D95136DCDB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07F6D5-C405-3747-904C-8A4483F83D09}" type="slidenum">
              <a:rPr lang="en-US" smtClean="0"/>
              <a:t>‹#›</a:t>
            </a:fld>
            <a:endParaRPr lang="en-US"/>
          </a:p>
        </p:txBody>
      </p:sp>
    </p:spTree>
    <p:extLst>
      <p:ext uri="{BB962C8B-B14F-4D97-AF65-F5344CB8AC3E}">
        <p14:creationId xmlns:p14="http://schemas.microsoft.com/office/powerpoint/2010/main" val="3702495410"/>
      </p:ext>
    </p:extLst>
  </p:cSld>
  <p:clrMap bg1="lt1" tx1="dk1" bg2="lt2" tx2="dk2" accent1="accent1" accent2="accent2" accent3="accent3" accent4="accent4" accent5="accent5" accent6="accent6" hlink="hlink" folHlink="folHlink"/>
  <p:sldLayoutIdLst>
    <p:sldLayoutId id="2147484481" r:id="rId1"/>
    <p:sldLayoutId id="2147484482" r:id="rId2"/>
    <p:sldLayoutId id="2147484483" r:id="rId3"/>
    <p:sldLayoutId id="2147484484" r:id="rId4"/>
    <p:sldLayoutId id="2147484485" r:id="rId5"/>
    <p:sldLayoutId id="2147484486" r:id="rId6"/>
    <p:sldLayoutId id="2147484487" r:id="rId7"/>
    <p:sldLayoutId id="2147484488" r:id="rId8"/>
    <p:sldLayoutId id="2147484489" r:id="rId9"/>
    <p:sldLayoutId id="2147484490" r:id="rId10"/>
    <p:sldLayoutId id="2147484491" r:id="rId11"/>
    <p:sldLayoutId id="2147484492" r:id="rId12"/>
    <p:sldLayoutId id="2147484493" r:id="rId13"/>
    <p:sldLayoutId id="2147484494" r:id="rId14"/>
    <p:sldLayoutId id="2147484495" r:id="rId15"/>
    <p:sldLayoutId id="2147484496" r:id="rId16"/>
    <p:sldLayoutId id="2147484497" r:id="rId17"/>
    <p:sldLayoutId id="2147484498" r:id="rId18"/>
    <p:sldLayoutId id="2147484499" r:id="rId19"/>
    <p:sldLayoutId id="2147484500" r:id="rId20"/>
    <p:sldLayoutId id="2147484501" r:id="rId21"/>
    <p:sldLayoutId id="2147484502" r:id="rId22"/>
    <p:sldLayoutId id="2147484503" r:id="rId23"/>
    <p:sldLayoutId id="2147484504" r:id="rId24"/>
    <p:sldLayoutId id="2147484505" r:id="rId25"/>
    <p:sldLayoutId id="2147484506" r:id="rId26"/>
    <p:sldLayoutId id="2147484507" r:id="rId27"/>
    <p:sldLayoutId id="2147484508" r:id="rId28"/>
    <p:sldLayoutId id="2147484509" r:id="rId29"/>
    <p:sldLayoutId id="2147484510" r:id="rId30"/>
    <p:sldLayoutId id="2147484511" r:id="rId31"/>
    <p:sldLayoutId id="2147484512" r:id="rId32"/>
    <p:sldLayoutId id="2147484513" r:id="rId33"/>
    <p:sldLayoutId id="2147484514" r:id="rId34"/>
    <p:sldLayoutId id="2147484515" r:id="rId35"/>
    <p:sldLayoutId id="2147484516" r:id="rId36"/>
    <p:sldLayoutId id="2147484517" r:id="rId37"/>
    <p:sldLayoutId id="2147484518" r:id="rId38"/>
    <p:sldLayoutId id="2147484519" r:id="rId39"/>
    <p:sldLayoutId id="2147484520" r:id="rId40"/>
    <p:sldLayoutId id="2147484521" r:id="rId41"/>
    <p:sldLayoutId id="2147484522" r:id="rId42"/>
    <p:sldLayoutId id="2147484523" r:id="rId43"/>
    <p:sldLayoutId id="2147484524" r:id="rId44"/>
    <p:sldLayoutId id="2147484525" r:id="rId45"/>
    <p:sldLayoutId id="2147484526" r:id="rId46"/>
    <p:sldLayoutId id="2147484527" r:id="rId47"/>
    <p:sldLayoutId id="2147484528" r:id="rId48"/>
    <p:sldLayoutId id="2147484529" r:id="rId49"/>
    <p:sldLayoutId id="2147484530" r:id="rId50"/>
    <p:sldLayoutId id="2147484531" r:id="rId51"/>
    <p:sldLayoutId id="2147484532" r:id="rId52"/>
    <p:sldLayoutId id="2147484533" r:id="rId53"/>
    <p:sldLayoutId id="2147484534" r:id="rId54"/>
    <p:sldLayoutId id="2147484535" r:id="rId55"/>
    <p:sldLayoutId id="2147484536" r:id="rId56"/>
    <p:sldLayoutId id="2147484537" r:id="rId57"/>
    <p:sldLayoutId id="2147484538" r:id="rId58"/>
    <p:sldLayoutId id="2147484539" r:id="rId59"/>
    <p:sldLayoutId id="2147484540" r:id="rId60"/>
    <p:sldLayoutId id="2147484541" r:id="rId61"/>
    <p:sldLayoutId id="2147484542" r:id="rId62"/>
    <p:sldLayoutId id="2147484543" r:id="rId63"/>
  </p:sldLayoutIdLst>
  <p:hf hdr="0" ftr="0" dt="0"/>
  <p:txStyles>
    <p:titleStyle>
      <a:lvl1pPr algn="l" defTabSz="914400" rtl="0" eaLnBrk="1" latinLnBrk="0" hangingPunct="1">
        <a:lnSpc>
          <a:spcPts val="4000"/>
        </a:lnSpc>
        <a:spcBef>
          <a:spcPct val="0"/>
        </a:spcBef>
        <a:buNone/>
        <a:defRPr sz="4000" b="0" i="0" kern="1200" spc="-100" baseline="0">
          <a:solidFill>
            <a:srgbClr val="3D441E"/>
          </a:solidFill>
          <a:latin typeface="Saol Display Light" pitchFamily="2" charset="77"/>
          <a:ea typeface="+mj-ea"/>
          <a:cs typeface="+mj-cs"/>
        </a:defRPr>
      </a:lvl1pPr>
    </p:titleStyle>
    <p:body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11">
          <p15:clr>
            <a:srgbClr val="F26B43"/>
          </p15:clr>
        </p15:guide>
        <p15:guide id="4" pos="752">
          <p15:clr>
            <a:srgbClr val="F26B43"/>
          </p15:clr>
        </p15:guide>
        <p15:guide id="5" pos="839">
          <p15:clr>
            <a:srgbClr val="F26B43"/>
          </p15:clr>
        </p15:guide>
        <p15:guide id="6" pos="1361">
          <p15:clr>
            <a:srgbClr val="F26B43"/>
          </p15:clr>
        </p15:guide>
        <p15:guide id="7" pos="1448">
          <p15:clr>
            <a:srgbClr val="F26B43"/>
          </p15:clr>
        </p15:guide>
        <p15:guide id="8" pos="1970">
          <p15:clr>
            <a:srgbClr val="F26B43"/>
          </p15:clr>
        </p15:guide>
        <p15:guide id="9" pos="2056">
          <p15:clr>
            <a:srgbClr val="F26B43"/>
          </p15:clr>
        </p15:guide>
        <p15:guide id="10" pos="2579">
          <p15:clr>
            <a:srgbClr val="F26B43"/>
          </p15:clr>
        </p15:guide>
        <p15:guide id="11" pos="2665">
          <p15:clr>
            <a:srgbClr val="F26B43"/>
          </p15:clr>
        </p15:guide>
        <p15:guide id="12" pos="3188">
          <p15:clr>
            <a:srgbClr val="F26B43"/>
          </p15:clr>
        </p15:guide>
        <p15:guide id="13" pos="3274">
          <p15:clr>
            <a:srgbClr val="F26B43"/>
          </p15:clr>
        </p15:guide>
        <p15:guide id="14" pos="3796">
          <p15:clr>
            <a:srgbClr val="F26B43"/>
          </p15:clr>
        </p15:guide>
        <p15:guide id="15" pos="3883">
          <p15:clr>
            <a:srgbClr val="F26B43"/>
          </p15:clr>
        </p15:guide>
        <p15:guide id="16" pos="4405">
          <p15:clr>
            <a:srgbClr val="F26B43"/>
          </p15:clr>
        </p15:guide>
        <p15:guide id="17" pos="4492">
          <p15:clr>
            <a:srgbClr val="F26B43"/>
          </p15:clr>
        </p15:guide>
        <p15:guide id="18" pos="5014">
          <p15:clr>
            <a:srgbClr val="F26B43"/>
          </p15:clr>
        </p15:guide>
        <p15:guide id="19" pos="5100">
          <p15:clr>
            <a:srgbClr val="F26B43"/>
          </p15:clr>
        </p15:guide>
        <p15:guide id="20" pos="5623">
          <p15:clr>
            <a:srgbClr val="F26B43"/>
          </p15:clr>
        </p15:guide>
        <p15:guide id="21" pos="5709">
          <p15:clr>
            <a:srgbClr val="F26B43"/>
          </p15:clr>
        </p15:guide>
        <p15:guide id="22" pos="6232">
          <p15:clr>
            <a:srgbClr val="F26B43"/>
          </p15:clr>
        </p15:guide>
        <p15:guide id="23" pos="6318">
          <p15:clr>
            <a:srgbClr val="F26B43"/>
          </p15:clr>
        </p15:guide>
        <p15:guide id="24" pos="6840">
          <p15:clr>
            <a:srgbClr val="F26B43"/>
          </p15:clr>
        </p15:guide>
        <p15:guide id="25" pos="6927">
          <p15:clr>
            <a:srgbClr val="F26B43"/>
          </p15:clr>
        </p15:guide>
        <p15:guide id="26" pos="7449">
          <p15:clr>
            <a:srgbClr val="F26B43"/>
          </p15:clr>
        </p15:guide>
        <p15:guide id="27" orient="horz">
          <p15:clr>
            <a:srgbClr val="F26B43"/>
          </p15:clr>
        </p15:guide>
        <p15:guide id="28" orient="horz" pos="4320">
          <p15:clr>
            <a:srgbClr val="F26B43"/>
          </p15:clr>
        </p15:guide>
        <p15:guide id="29" orient="horz" pos="144">
          <p15:clr>
            <a:srgbClr val="F26B43"/>
          </p15:clr>
        </p15:guide>
        <p15:guide id="30" orient="horz" pos="41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hyperlink" Target="https://www.talkwalker.com/" TargetMode="Externa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8" Type="http://schemas.openxmlformats.org/officeDocument/2006/relationships/hyperlink" Target="https://www.independent.co.uk/travel/cruise/four-seasons-third-luxury-yacht-b3013772.html" TargetMode="External"/><Relationship Id="rId13" Type="http://schemas.openxmlformats.org/officeDocument/2006/relationships/hyperlink" Target="https://www.breakingtravelnews.com/news/article/silversea-unveils-2028-2029-voyage-collection-with-278-voyages-across-497-d/" TargetMode="External"/><Relationship Id="rId18" Type="http://schemas.openxmlformats.org/officeDocument/2006/relationships/hyperlink" Target="https://www.mirror.co.uk/travel/five-bucket-list-cruise-holidays-37331424" TargetMode="External"/><Relationship Id="rId26" Type="http://schemas.openxmlformats.org/officeDocument/2006/relationships/hyperlink" Target="https://www.travelmarketreport.com/cruises/articles/regent-seven-seas-cruises-celebrates-35-years-with-collection-of-anniversary-sailings" TargetMode="External"/><Relationship Id="rId3" Type="http://schemas.openxmlformats.org/officeDocument/2006/relationships/hyperlink" Target="https://www.thestar.com/life/travel/cruise/article_7157b3bd-cd57-467b-9e8f-c8ff0a61f57d.html" TargetMode="External"/><Relationship Id="rId21" Type="http://schemas.openxmlformats.org/officeDocument/2006/relationships/hyperlink" Target="https://www.fvw.de/touristik/kreuzfahrt/reduzierte-gaestekapazitaet-rssc-mit-mehr-komfort-und-weniger-suiten-263407" TargetMode="External"/><Relationship Id="rId7" Type="http://schemas.openxmlformats.org/officeDocument/2006/relationships/hyperlink" Target="https://latteluxurynews.com/2026/07/08/fincantieri-signs-contract-for-four-seasons-iii/" TargetMode="External"/><Relationship Id="rId12" Type="http://schemas.openxmlformats.org/officeDocument/2006/relationships/hyperlink" Target="https://www.travelmarketreport.com/cruises/articles/silversea-cruises-unveils-2028-29-deployments-497-destinations-71-countries" TargetMode="External"/><Relationship Id="rId17" Type="http://schemas.openxmlformats.org/officeDocument/2006/relationships/hyperlink" Target="https://www.independent.co.uk/travel/cruise/best-cruises-the-odyssey-b3016828.html" TargetMode="External"/><Relationship Id="rId25" Type="http://schemas.openxmlformats.org/officeDocument/2006/relationships/hyperlink" Target="https://www.independent.co.uk/travel/cruise/regent-seven-seas-prestige-sports-deck-b3009759.html" TargetMode="External"/><Relationship Id="rId2" Type="http://schemas.openxmlformats.org/officeDocument/2006/relationships/hyperlink" Target="https://www.bonappetit.com/story/four-seasons-yacht-dining" TargetMode="External"/><Relationship Id="rId16" Type="http://schemas.openxmlformats.org/officeDocument/2006/relationships/hyperlink" Target="https://www.independent.co.uk/travel/cruise/silversea-golf-themed-cruises-b3016673.html" TargetMode="External"/><Relationship Id="rId20" Type="http://schemas.openxmlformats.org/officeDocument/2006/relationships/hyperlink" Target="https://www.luxurytravelreport.com/cruises/articles/regent-seven-seas-cruises-bets-on-more-space-and-fewer-guests" TargetMode="External"/><Relationship Id="rId29" Type="http://schemas.openxmlformats.org/officeDocument/2006/relationships/chart" Target="../charts/chart1.xml"/><Relationship Id="rId1" Type="http://schemas.openxmlformats.org/officeDocument/2006/relationships/slideLayout" Target="../slideLayouts/slideLayout26.xml"/><Relationship Id="rId6" Type="http://schemas.openxmlformats.org/officeDocument/2006/relationships/hyperlink" Target="https://www.travelpulse.com/news/cruise/four-seasons-yachts-to-add-third-ship-to-fleet" TargetMode="External"/><Relationship Id="rId11" Type="http://schemas.openxmlformats.org/officeDocument/2006/relationships/hyperlink" Target="https://www.travelpulse.com/news/cruise/royal-caribbean-and-carnival-s-new-ship-plans-itinerary-updates-and-top-cruise-news-from-july" TargetMode="External"/><Relationship Id="rId24" Type="http://schemas.openxmlformats.org/officeDocument/2006/relationships/hyperlink" Target="https://www.travelmarketreport.com/cruises/articles/regent-seven-seas-cruises-releases-2026-holiday-shore-excursions-land-programs" TargetMode="External"/><Relationship Id="rId5" Type="http://schemas.openxmlformats.org/officeDocument/2006/relationships/hyperlink" Target="https://www.travelmarketreport.com/cruises/articles/fincantieri-to-build-third-four-seasons-yacht-vessel" TargetMode="External"/><Relationship Id="rId15" Type="http://schemas.openxmlformats.org/officeDocument/2006/relationships/hyperlink" Target="https://www.travelmarketreport.com/cruises/articles/silversea-cruises-launches-golf-themed-sailings-in-partnership-with-perrygolf" TargetMode="External"/><Relationship Id="rId23" Type="http://schemas.openxmlformats.org/officeDocument/2006/relationships/hyperlink" Target="https://www.travelmarketreport.com/cruises/articles/regent-seven-seas-cruises-reveals-new-solara-sports-deck-concept-for-seven-seas-prestige" TargetMode="External"/><Relationship Id="rId28" Type="http://schemas.openxmlformats.org/officeDocument/2006/relationships/hyperlink" Target="https://www.luxurytravelmagazine.com/news-articles/regent-seven-seas-cruises-to-celebrate-35-unrivaled-years-at-sea" TargetMode="External"/><Relationship Id="rId10" Type="http://schemas.openxmlformats.org/officeDocument/2006/relationships/hyperlink" Target="https://www.globaltravelerusa.com/four-seasons-yachts-debuts-private-island-experiences-ahead-of-caribbean-season/" TargetMode="External"/><Relationship Id="rId19" Type="http://schemas.openxmlformats.org/officeDocument/2006/relationships/hyperlink" Target="https://www.travelmarketreport.com/cruises/articles/regent-seven-seas-cruises-enhances-explorer-class-with-larger-suites-reduced-capacity" TargetMode="External"/><Relationship Id="rId4" Type="http://schemas.openxmlformats.org/officeDocument/2006/relationships/hyperlink" Target="https://www.independent.co.uk/travel/cruise/best-new-cruise-ships-2026-2027-2028-b2963323.html" TargetMode="External"/><Relationship Id="rId9" Type="http://schemas.openxmlformats.org/officeDocument/2006/relationships/hyperlink" Target="https://www.fvw.de/touristik/kreuzfahrt/schiff-nummer-drei-fincantieri-baut-weitere-four-seasons-yacht-262677" TargetMode="External"/><Relationship Id="rId14" Type="http://schemas.openxmlformats.org/officeDocument/2006/relationships/hyperlink" Target="https://www.fvw.de/touristik/kreuzfahrt/coolcation-mit-der-silver-nova-silversea-legt-neue-nordeuropa-reisen-auf-263376" TargetMode="External"/><Relationship Id="rId22" Type="http://schemas.openxmlformats.org/officeDocument/2006/relationships/hyperlink" Target="https://www.travelmarketreport.com/cruises/articles/travel-leisure-names-best-cruise-lines-for-2026" TargetMode="External"/><Relationship Id="rId27" Type="http://schemas.openxmlformats.org/officeDocument/2006/relationships/hyperlink" Target="https://www.globaltravelerusa.com/regent-seven-seas-cruises-celebrates-35-years-with-special-savings/" TargetMode="External"/><Relationship Id="rId30"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1.xml"/><Relationship Id="rId1" Type="http://schemas.openxmlformats.org/officeDocument/2006/relationships/slideLayout" Target="../slideLayouts/slideLayout2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image" Target="../media/image12.svg"/><Relationship Id="rId1" Type="http://schemas.openxmlformats.org/officeDocument/2006/relationships/slideLayout" Target="../slideLayouts/slideLayout26.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8" Type="http://schemas.openxmlformats.org/officeDocument/2006/relationships/hyperlink" Target="https://www.travelmarketreport.com/cruises/articles/silversea-cruises-unveils-2028-29-deployments-497-destinations-71-countries" TargetMode="External"/><Relationship Id="rId13" Type="http://schemas.openxmlformats.org/officeDocument/2006/relationships/chart" Target="../charts/chart4.xml"/><Relationship Id="rId3" Type="http://schemas.openxmlformats.org/officeDocument/2006/relationships/hyperlink" Target="https://www.bonappetit.com/story/four-seasons-yacht-dining" TargetMode="External"/><Relationship Id="rId7" Type="http://schemas.openxmlformats.org/officeDocument/2006/relationships/hyperlink" Target="https://www.globaltravelerusa.com/four-seasons-yachts-debuts-private-island-experiences-ahead-of-caribbean-season/" TargetMode="External"/><Relationship Id="rId12" Type="http://schemas.openxmlformats.org/officeDocument/2006/relationships/hyperlink" Target="https://www.luxurytravelreport.com/cruises/articles/regent-seven-seas-cruises-bets-on-more-space-and-fewer-guests" TargetMode="External"/><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hyperlink" Target="https://www.travelpulse.com/news/cruise/four-seasons-yachts-to-add-third-ship-to-fleet" TargetMode="External"/><Relationship Id="rId11" Type="http://schemas.openxmlformats.org/officeDocument/2006/relationships/hyperlink" Target="https://www.globaltravelerusa.com/regent-seven-seas-cruises-celebrates-35-years-with-special-savings/" TargetMode="External"/><Relationship Id="rId5" Type="http://schemas.openxmlformats.org/officeDocument/2006/relationships/hyperlink" Target="https://www.travelmarketreport.com/cruises/articles/fincantieri-to-build-third-four-seasons-yacht-vessel" TargetMode="External"/><Relationship Id="rId10" Type="http://schemas.openxmlformats.org/officeDocument/2006/relationships/hyperlink" Target="https://www.travelmarketreport.com/cruises/articles/regent-seven-seas-cruises-enhances-explorer-class-with-larger-suites-reduced-capacity" TargetMode="External"/><Relationship Id="rId4" Type="http://schemas.openxmlformats.org/officeDocument/2006/relationships/hyperlink" Target="https://www.thestar.com/life/travel/cruise/article_7157b3bd-cd57-467b-9e8f-c8ff0a61f57d.html" TargetMode="External"/><Relationship Id="rId9" Type="http://schemas.openxmlformats.org/officeDocument/2006/relationships/hyperlink" Target="https://www.travelmarketreport.com/cruises/articles/silversea-cruises-launches-golf-themed-sailings-in-partnership-with-perrygolf" TargetMode="External"/><Relationship Id="rId1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8" Type="http://schemas.openxmlformats.org/officeDocument/2006/relationships/hyperlink" Target="https://www.breakingtravelnews.com/news/article/regent-seven-seas-cruises-to-celebrate-35-unrivalled-years-at-sea/" TargetMode="External"/><Relationship Id="rId13" Type="http://schemas.openxmlformats.org/officeDocument/2006/relationships/hyperlink" Target="https://www.independent.co.uk/travel/cruise/silversea-golf-themed-cruises-b3016673.html" TargetMode="External"/><Relationship Id="rId18" Type="http://schemas.openxmlformats.org/officeDocument/2006/relationships/chart" Target="../charts/chart7.xml"/><Relationship Id="rId3" Type="http://schemas.openxmlformats.org/officeDocument/2006/relationships/hyperlink" Target="https://www.independent.co.uk/bulletin/news/four-seasons-yacht-fincantieri-ancona-b3015247.html" TargetMode="External"/><Relationship Id="rId7" Type="http://schemas.openxmlformats.org/officeDocument/2006/relationships/hyperlink" Target="https://www.breakingtravelnews.com/news/article/regent-seven-seas-cruises-to-celebrate-the-festive-season-with-56-new-shore/" TargetMode="External"/><Relationship Id="rId12" Type="http://schemas.openxmlformats.org/officeDocument/2006/relationships/hyperlink" Target="https://www.fvw.de/touristik/kreuzfahrt/reduzierte-gaestekapazitaet-rssc-mit-mehr-komfort-und-weniger-suiten-263407" TargetMode="External"/><Relationship Id="rId17" Type="http://schemas.openxmlformats.org/officeDocument/2006/relationships/chart" Target="../charts/chart6.xml"/><Relationship Id="rId2" Type="http://schemas.openxmlformats.org/officeDocument/2006/relationships/notesSlide" Target="../notesSlides/notesSlide3.xml"/><Relationship Id="rId16" Type="http://schemas.openxmlformats.org/officeDocument/2006/relationships/hyperlink" Target="https://www.fvw.de/touristik/kreuzfahrt/coolcation-mit-der-silver-nova-silversea-legt-neue-nordeuropa-reisen-auf-263376" TargetMode="External"/><Relationship Id="rId1" Type="http://schemas.openxmlformats.org/officeDocument/2006/relationships/slideLayout" Target="../slideLayouts/slideLayout26.xml"/><Relationship Id="rId6" Type="http://schemas.openxmlformats.org/officeDocument/2006/relationships/hyperlink" Target="https://www.independent.co.uk/travel/cruise/regent-seven-seas-prestige-sports-deck-b3009759.html" TargetMode="External"/><Relationship Id="rId11" Type="http://schemas.openxmlformats.org/officeDocument/2006/relationships/hyperlink" Target="https://www.fvw.de/touristik/kreuzfahrt/spezielle-kreuzfahrtkollektion-zum-35.-regent-seven-seas-legt-geburtstagsreisen-auf-263165" TargetMode="External"/><Relationship Id="rId5" Type="http://schemas.openxmlformats.org/officeDocument/2006/relationships/hyperlink" Target="https://www.fvw.de/touristik/kreuzfahrt/schiff-nummer-drei-fincantieri-baut-weitere-four-seasons-yacht-262677" TargetMode="External"/><Relationship Id="rId15" Type="http://schemas.openxmlformats.org/officeDocument/2006/relationships/hyperlink" Target="https://www.mirror.co.uk/travel/five-bucket-list-cruise-holidays-37331424" TargetMode="External"/><Relationship Id="rId10" Type="http://schemas.openxmlformats.org/officeDocument/2006/relationships/hyperlink" Target="https://www.touristik-aktuell.de/kreuzfahrten/regent-seven-seas-35-jubilaeum/" TargetMode="External"/><Relationship Id="rId4" Type="http://schemas.openxmlformats.org/officeDocument/2006/relationships/hyperlink" Target="https://www.independent.co.uk/travel/cruise/four-seasons-third-luxury-yacht-b3013772.html" TargetMode="External"/><Relationship Id="rId9" Type="http://schemas.openxmlformats.org/officeDocument/2006/relationships/hyperlink" Target="https://www.tip-online.at/news/60281/regent-seven-seas-cruises-feiert-35-jahre/" TargetMode="External"/><Relationship Id="rId14" Type="http://schemas.openxmlformats.org/officeDocument/2006/relationships/hyperlink" Target="https://www.independent.co.uk/travel/cruise/best-cruises-the-odyssey-b3016828.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8" Type="http://schemas.openxmlformats.org/officeDocument/2006/relationships/hyperlink" Target="https://mp.weixin.qq.com/s?__biz=MzkyNjE5MzEyMg==&amp;mid=2247491634&amp;idx=1&amp;sn=01eb75f0ca8a6141cbbfbafbaac741b2&amp;poc_token=HDeYfmqjiWtBFWgQFzM-Dge4kE3nvLVwG1VkQxxx" TargetMode="External"/><Relationship Id="rId13" Type="http://schemas.openxmlformats.org/officeDocument/2006/relationships/hyperlink" Target="https://weibo.com/2297463275/R7yaz97Ke" TargetMode="External"/><Relationship Id="rId18" Type="http://schemas.openxmlformats.org/officeDocument/2006/relationships/hyperlink" Target="https://www.traveldailymedia.com/aman-at-sea-launches-amangati-yacht/" TargetMode="External"/><Relationship Id="rId26" Type="http://schemas.openxmlformats.org/officeDocument/2006/relationships/hyperlink" Target="https://mp.weixin.qq.com/s?__biz=MzkxNjcwNTg3OQ==&amp;mid=2247524100&amp;idx=1&amp;sn=966b1b94907068b75da2210f0d519362&amp;poc_token=HC_pfmqjz0NSsbf7_i6d6CM3TrIrApmtr1NIdW3S" TargetMode="External"/><Relationship Id="rId3" Type="http://schemas.openxmlformats.org/officeDocument/2006/relationships/hyperlink" Target="http://www.chinagrazia.com/article/186163.html" TargetMode="External"/><Relationship Id="rId21" Type="http://schemas.openxmlformats.org/officeDocument/2006/relationships/hyperlink" Target="https://www.cruisemonitor.com.au/aman-at-sea-celebrates-major-milestone-for-debut-yacht/" TargetMode="External"/><Relationship Id="rId7" Type="http://schemas.openxmlformats.org/officeDocument/2006/relationships/hyperlink" Target="https://mp.weixin.qq.com/s?__biz=MjM5Njc1MzgyNA==&amp;mid=2651466571&amp;idx=4&amp;sn=e0c1dc5246e37994190913d62639f3e3&amp;poc_token=HBqVfmqjjDejRi77nOS4sozqdjKIu04WhkgYT8i3" TargetMode="External"/><Relationship Id="rId12" Type="http://schemas.openxmlformats.org/officeDocument/2006/relationships/hyperlink" Target="https://cruisepassenger.com.au/news/regent-seven-seas-cruises-unveils-a-dedicated-sports-deck-onboard-the-new-seven-seas-prestige/" TargetMode="External"/><Relationship Id="rId17" Type="http://schemas.openxmlformats.org/officeDocument/2006/relationships/hyperlink" Target="https://travelweekly.com.au/regent-seven-seas-reveals-collection-with-56-shore-excursions-five-holiday-land-programs/" TargetMode="External"/><Relationship Id="rId25" Type="http://schemas.openxmlformats.org/officeDocument/2006/relationships/hyperlink" Target="https://money.udn.com/money/story/123060/9641362" TargetMode="External"/><Relationship Id="rId2" Type="http://schemas.openxmlformats.org/officeDocument/2006/relationships/hyperlink" Target="https://cosmopolitancn.com/cosmo/lohas/detail/50062" TargetMode="External"/><Relationship Id="rId16" Type="http://schemas.openxmlformats.org/officeDocument/2006/relationships/hyperlink" Target="https://karryon.com.au/luxury/regent-seven-seas-excursions/" TargetMode="External"/><Relationship Id="rId20" Type="http://schemas.openxmlformats.org/officeDocument/2006/relationships/hyperlink" Target="https://www.ttrweekly.com/site/2026/07/amangati-from-dry-dock-to-sea/" TargetMode="External"/><Relationship Id="rId1" Type="http://schemas.openxmlformats.org/officeDocument/2006/relationships/slideLayout" Target="../slideLayouts/slideLayout26.xml"/><Relationship Id="rId6" Type="http://schemas.openxmlformats.org/officeDocument/2006/relationships/hyperlink" Target="https://latteluxurynews.com/2026/07/08/fincantieri-signs-contract-for-four-seasons-iii/" TargetMode="External"/><Relationship Id="rId11" Type="http://schemas.openxmlformats.org/officeDocument/2006/relationships/hyperlink" Target="https://www.traveldailymedia.com/regent-seven-seas-unveils-prestiges-solara-luxury-decks/" TargetMode="External"/><Relationship Id="rId24" Type="http://schemas.openxmlformats.org/officeDocument/2006/relationships/hyperlink" Target="https://www.ttgasia.com/2026/07/06/aman-at-sea-charts-inaugural-caribbean-season/" TargetMode="External"/><Relationship Id="rId5" Type="http://schemas.openxmlformats.org/officeDocument/2006/relationships/hyperlink" Target="https://traveldaily.com.au/news/four-seasons-third/426913" TargetMode="External"/><Relationship Id="rId15" Type="http://schemas.openxmlformats.org/officeDocument/2006/relationships/hyperlink" Target="https://www.smh.com.au/traveller/inspiration/on-board-the-best-ship-in-the-world-s-most-luxurious-fleet-20260701-p60bkv.html" TargetMode="External"/><Relationship Id="rId23" Type="http://schemas.openxmlformats.org/officeDocument/2006/relationships/hyperlink" Target="https://mp.weixin.qq.com/s?__biz=MzkyNjE5MzEyMg==&amp;mid=2247491667&amp;idx=1&amp;sn=d8aae91230b76cf88fbeb2c699a5d0b0&amp;poc_token=HMrpfmqjDIk13v3myGYwpReRgWi8O64VmRE7p6FB" TargetMode="External"/><Relationship Id="rId28" Type="http://schemas.openxmlformats.org/officeDocument/2006/relationships/chart" Target="../charts/chart9.xml"/><Relationship Id="rId10" Type="http://schemas.openxmlformats.org/officeDocument/2006/relationships/hyperlink" Target="https://www.xiaohongshu.com/explore/6a4f72460000000011017c32?xsec_token=ABxTwDulpWkhzVKi2Nklmaop0VNjcqzUt0mXHogiV6Lbk=&amp;xsec_source=pc_search&amp;source=unknown" TargetMode="External"/><Relationship Id="rId19" Type="http://schemas.openxmlformats.org/officeDocument/2006/relationships/hyperlink" Target="https://latteluxurynews.com/2026/07/24/aman-at-sea-amangati-has-been-floated-out-in-genoa/" TargetMode="External"/><Relationship Id="rId4" Type="http://schemas.openxmlformats.org/officeDocument/2006/relationships/hyperlink" Target="https://cruiseweekly.com.au/news/third-ship-for-four-seasons/91947" TargetMode="External"/><Relationship Id="rId9" Type="http://schemas.openxmlformats.org/officeDocument/2006/relationships/hyperlink" Target="https://www.traveldailymedia.com/four-seasons-yachts-adds-private-islands-to-caribbean-debut/" TargetMode="External"/><Relationship Id="rId14" Type="http://schemas.openxmlformats.org/officeDocument/2006/relationships/hyperlink" Target="https://www.ttgasia.com/2026/07/06/luxury-cruising-heats-up-as-more-brands-and-experiences-enter-the-market/" TargetMode="External"/><Relationship Id="rId22" Type="http://schemas.openxmlformats.org/officeDocument/2006/relationships/hyperlink" Target="https://weibo.com/1894758707/R7eAlr9tM" TargetMode="External"/><Relationship Id="rId27"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chart" Target="../charts/chart10.xml"/><Relationship Id="rId1" Type="http://schemas.openxmlformats.org/officeDocument/2006/relationships/slideLayout" Target="../slideLayouts/slideLayout26.xml"/><Relationship Id="rId5" Type="http://schemas.openxmlformats.org/officeDocument/2006/relationships/chart" Target="../charts/chart13.xml"/><Relationship Id="rId4" Type="http://schemas.openxmlformats.org/officeDocument/2006/relationships/chart" Target="../charts/char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D441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04FAA-C440-4E36-E7D2-FE416F6FA55C}"/>
              </a:ext>
            </a:extLst>
          </p:cNvPr>
          <p:cNvSpPr>
            <a:spLocks noGrp="1"/>
          </p:cNvSpPr>
          <p:nvPr>
            <p:ph type="title"/>
          </p:nvPr>
        </p:nvSpPr>
        <p:spPr/>
        <p:txBody>
          <a:bodyPr/>
          <a:lstStyle/>
          <a:p>
            <a:r>
              <a:rPr lang="en-GB" noProof="1"/>
              <a:t>FOUR SEASONS </a:t>
            </a:r>
            <a:br>
              <a:rPr lang="en-GB" noProof="1"/>
            </a:br>
            <a:r>
              <a:rPr lang="en-GB" i="1" noProof="1"/>
              <a:t>YACHTS</a:t>
            </a:r>
          </a:p>
        </p:txBody>
      </p:sp>
      <p:sp>
        <p:nvSpPr>
          <p:cNvPr id="3" name="Text Placeholder 2">
            <a:extLst>
              <a:ext uri="{FF2B5EF4-FFF2-40B4-BE49-F238E27FC236}">
                <a16:creationId xmlns:a16="http://schemas.microsoft.com/office/drawing/2014/main" id="{7A77E512-0631-3355-52DB-2865C66035AA}"/>
              </a:ext>
            </a:extLst>
          </p:cNvPr>
          <p:cNvSpPr>
            <a:spLocks noGrp="1"/>
          </p:cNvSpPr>
          <p:nvPr>
            <p:ph type="body" sz="quarter" idx="18"/>
          </p:nvPr>
        </p:nvSpPr>
        <p:spPr/>
        <p:txBody>
          <a:bodyPr/>
          <a:lstStyle/>
          <a:p>
            <a:r>
              <a:rPr lang="en-GB" noProof="1"/>
              <a:t>{{month}} 2026</a:t>
            </a:r>
          </a:p>
        </p:txBody>
      </p:sp>
      <p:sp>
        <p:nvSpPr>
          <p:cNvPr id="4" name="Text Placeholder 3">
            <a:extLst>
              <a:ext uri="{FF2B5EF4-FFF2-40B4-BE49-F238E27FC236}">
                <a16:creationId xmlns:a16="http://schemas.microsoft.com/office/drawing/2014/main" id="{CEC687A4-2A11-7395-457A-3B99FCFE4069}"/>
              </a:ext>
            </a:extLst>
          </p:cNvPr>
          <p:cNvSpPr>
            <a:spLocks noGrp="1"/>
          </p:cNvSpPr>
          <p:nvPr>
            <p:ph type="body" sz="quarter" idx="19"/>
          </p:nvPr>
        </p:nvSpPr>
        <p:spPr>
          <a:xfrm>
            <a:off x="4230688" y="5734229"/>
            <a:ext cx="4067738" cy="359062"/>
          </a:xfrm>
        </p:spPr>
        <p:txBody>
          <a:bodyPr/>
          <a:lstStyle/>
          <a:p>
            <a:r>
              <a:rPr lang="en-GB" noProof="1"/>
              <a:t>GLOBAL AND REGIONAL MONTHLY PR REPORT </a:t>
            </a:r>
          </a:p>
        </p:txBody>
      </p:sp>
    </p:spTree>
    <p:extLst>
      <p:ext uri="{BB962C8B-B14F-4D97-AF65-F5344CB8AC3E}">
        <p14:creationId xmlns:p14="http://schemas.microsoft.com/office/powerpoint/2010/main" val="17954612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B088EC2-E01F-DAD1-21BD-05CF649F12D9}"/>
              </a:ext>
            </a:extLst>
          </p:cNvPr>
          <p:cNvSpPr>
            <a:spLocks noGrp="1"/>
          </p:cNvSpPr>
          <p:nvPr>
            <p:ph type="body" sz="quarter" idx="24"/>
          </p:nvPr>
        </p:nvSpPr>
        <p:spPr/>
        <p:txBody>
          <a:bodyPr/>
          <a:lstStyle/>
          <a:p>
            <a:r>
              <a:rPr lang="en-US"/>
              <a:t>FOUR SEASONS HOTEL AND RESORTS</a:t>
            </a:r>
          </a:p>
        </p:txBody>
      </p:sp>
      <p:sp>
        <p:nvSpPr>
          <p:cNvPr id="3" name="Slide Number Placeholder 2">
            <a:extLst>
              <a:ext uri="{FF2B5EF4-FFF2-40B4-BE49-F238E27FC236}">
                <a16:creationId xmlns:a16="http://schemas.microsoft.com/office/drawing/2014/main" id="{111A16B3-A895-A7B5-7104-3BA7FAB548C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FFFFFF"/>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700" b="0" i="0" u="none" strike="noStrike" kern="1200" cap="none" spc="0" normalizeH="0" baseline="0" noProof="0">
              <a:ln>
                <a:noFill/>
              </a:ln>
              <a:solidFill>
                <a:srgbClr val="FFFFFF"/>
              </a:solidFill>
              <a:effectLst/>
              <a:uLnTx/>
              <a:uFillTx/>
              <a:latin typeface="Arial" panose="020B0604020202020204" pitchFamily="34" charset="0"/>
              <a:cs typeface="Arial" panose="020B0604020202020204" pitchFamily="34" charset="0"/>
            </a:endParaRPr>
          </a:p>
        </p:txBody>
      </p:sp>
      <p:sp>
        <p:nvSpPr>
          <p:cNvPr id="10" name="Content Placeholder 8x5274">
            <a:extLst>
              <a:ext uri="{FF2B5EF4-FFF2-40B4-BE49-F238E27FC236}">
                <a16:creationId xmlns:a16="http://schemas.microsoft.com/office/drawing/2014/main" id="{C8CD6FF0-B03E-1188-3560-D704BC47742D}"/>
              </a:ext>
            </a:extLst>
          </p:cNvPr>
          <p:cNvSpPr txBox="1"/>
          <p:nvPr/>
        </p:nvSpPr>
        <p:spPr>
          <a:xfrm>
            <a:off x="348299" y="6315468"/>
            <a:ext cx="8626475"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Languages inclusive of: English, Mandarin, Cantonese, Chinese (trad./</a:t>
            </a:r>
            <a:r>
              <a:rPr kumimoji="0" lang="en-US" sz="800" b="0" i="1" u="none" strike="noStrike" kern="1200" cap="none" spc="0" normalizeH="0" baseline="0" noProof="0" err="1">
                <a:ln>
                  <a:noFill/>
                </a:ln>
                <a:solidFill>
                  <a:srgbClr val="FFFFFF"/>
                </a:solidFill>
                <a:effectLst/>
                <a:uLnTx/>
                <a:uFillTx/>
                <a:latin typeface="Helvetica Neue" panose="02000503000000020004"/>
                <a:ea typeface="+mn-ea"/>
                <a:cs typeface="Arial" panose="020B0604020202020204" pitchFamily="34" charset="0"/>
              </a:rPr>
              <a:t>simpl</a:t>
            </a: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Korean, Japanese, Vietnamese, Thai, Malay, Hindi, Tamil, Indonesian, Balinese, Arabic, Russian, French, German, Dutch, Portuguese (European and South American), Spanish (European and Mexican), Italian, Turkish, Greek, Dhivehi, and Afrikaans.</a:t>
            </a:r>
            <a:endParaRPr kumimoji="0" lang="en-US" sz="7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endParaRPr>
          </a:p>
        </p:txBody>
      </p:sp>
      <p:sp>
        <p:nvSpPr>
          <p:cNvPr id="5" name="Title 4">
            <a:extLst>
              <a:ext uri="{FF2B5EF4-FFF2-40B4-BE49-F238E27FC236}">
                <a16:creationId xmlns:a16="http://schemas.microsoft.com/office/drawing/2014/main" id="{1E5C1245-4F99-1EB7-E556-C785E0ABDBEE}"/>
              </a:ext>
            </a:extLst>
          </p:cNvPr>
          <p:cNvSpPr>
            <a:spLocks noGrp="1"/>
          </p:cNvSpPr>
          <p:nvPr>
            <p:ph type="title"/>
          </p:nvPr>
        </p:nvSpPr>
        <p:spPr/>
        <p:txBody>
          <a:bodyPr/>
          <a:lstStyle/>
          <a:p>
            <a:r>
              <a:rPr lang="en-US"/>
              <a:t>OVERVIEW</a:t>
            </a:r>
          </a:p>
        </p:txBody>
      </p:sp>
      <p:sp>
        <p:nvSpPr>
          <p:cNvPr id="6" name="Content Placeholder 8">
            <a:extLst>
              <a:ext uri="{FF2B5EF4-FFF2-40B4-BE49-F238E27FC236}">
                <a16:creationId xmlns:a16="http://schemas.microsoft.com/office/drawing/2014/main" id="{DD205635-C959-8721-8118-BB06BD304F92}"/>
              </a:ext>
            </a:extLst>
          </p:cNvPr>
          <p:cNvSpPr txBox="1">
            <a:spLocks/>
          </p:cNvSpPr>
          <p:nvPr/>
        </p:nvSpPr>
        <p:spPr>
          <a:xfrm>
            <a:off x="660400" y="1279525"/>
            <a:ext cx="10988675" cy="855171"/>
          </a:xfrm>
          <a:prstGeom prst="rect">
            <a:avLst/>
          </a:prstGeom>
          <a:noFill/>
        </p:spPr>
        <p:txBody>
          <a:bodyPr wrap="square">
            <a:spAutoFit/>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FFF"/>
                </a:solidFill>
                <a:effectLst/>
                <a:uLnTx/>
                <a:uFillTx/>
                <a:latin typeface="Helvetica Neue" panose="02000503000000020004" pitchFamily="2" charset="0"/>
              </a:rPr>
              <a:t>OBJECTIVES</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FFFFFF"/>
                </a:solidFill>
                <a:effectLst/>
                <a:uLnTx/>
                <a:uFillTx/>
                <a:latin typeface="Helvetica Neue" panose="02000503000000020004" pitchFamily="2" charset="0"/>
              </a:rPr>
              <a:t>This report increases visibility into the effectiveness of Four Seasons global communications efforts at the line of business level, and competitive PR performance in key markets. Ongoing analysis of key performance indicators over time yields insights that can inform future communications strategies. </a:t>
            </a:r>
          </a:p>
        </p:txBody>
      </p:sp>
      <p:graphicFrame>
        <p:nvGraphicFramePr>
          <p:cNvPr id="7" name="Table 6">
            <a:extLst>
              <a:ext uri="{FF2B5EF4-FFF2-40B4-BE49-F238E27FC236}">
                <a16:creationId xmlns:a16="http://schemas.microsoft.com/office/drawing/2014/main" id="{2B470F97-CB93-79DE-BBB3-CD97808FC147}"/>
              </a:ext>
            </a:extLst>
          </p:cNvPr>
          <p:cNvGraphicFramePr>
            <a:graphicFrameLocks noGrp="1"/>
          </p:cNvGraphicFramePr>
          <p:nvPr/>
        </p:nvGraphicFramePr>
        <p:xfrm>
          <a:off x="660401" y="2314121"/>
          <a:ext cx="10988674" cy="3032760"/>
        </p:xfrm>
        <a:graphic>
          <a:graphicData uri="http://schemas.openxmlformats.org/drawingml/2006/table">
            <a:tbl>
              <a:tblPr firstRow="1" bandRow="1">
                <a:tableStyleId>{5C22544A-7EE6-4342-B048-85BDC9FD1C3A}</a:tableStyleId>
              </a:tblPr>
              <a:tblGrid>
                <a:gridCol w="5494337">
                  <a:extLst>
                    <a:ext uri="{9D8B030D-6E8A-4147-A177-3AD203B41FA5}">
                      <a16:colId xmlns:a16="http://schemas.microsoft.com/office/drawing/2014/main" val="967074205"/>
                    </a:ext>
                  </a:extLst>
                </a:gridCol>
                <a:gridCol w="5494337">
                  <a:extLst>
                    <a:ext uri="{9D8B030D-6E8A-4147-A177-3AD203B41FA5}">
                      <a16:colId xmlns:a16="http://schemas.microsoft.com/office/drawing/2014/main" val="1871484998"/>
                    </a:ext>
                  </a:extLst>
                </a:gridCol>
              </a:tblGrid>
              <a:tr h="370840">
                <a:tc>
                  <a:txBody>
                    <a:bodyPr/>
                    <a:lstStyle/>
                    <a:p>
                      <a:pPr>
                        <a:spcBef>
                          <a:spcPts val="600"/>
                        </a:spcBef>
                      </a:pPr>
                      <a:r>
                        <a:rPr lang="en-US" sz="1200">
                          <a:solidFill>
                            <a:schemeClr val="accent3"/>
                          </a:solidFill>
                        </a:rPr>
                        <a:t>REPORTING APPROACH – SHARE OF VOICE</a:t>
                      </a:r>
                    </a:p>
                    <a:p>
                      <a:pPr marL="166688" indent="-166688">
                        <a:spcBef>
                          <a:spcPts val="600"/>
                        </a:spcBef>
                        <a:buFont typeface="Arial" panose="020B0604020202020204" pitchFamily="34" charset="0"/>
                        <a:buChar char="•"/>
                      </a:pPr>
                      <a:r>
                        <a:rPr lang="en-US" sz="1200" b="0">
                          <a:solidFill>
                            <a:schemeClr val="accent3"/>
                          </a:solidFill>
                        </a:rPr>
                        <a:t>Edelman DXI’s tool suite ingests, translates, categorizes and tags all available print and online news content from Four Seasons and its key competitors in global markets. North American broadcast coverage is also included.</a:t>
                      </a:r>
                    </a:p>
                    <a:p>
                      <a:pPr marL="166688" indent="-166688">
                        <a:spcBef>
                          <a:spcPts val="600"/>
                        </a:spcBef>
                        <a:buFont typeface="Arial" panose="020B0604020202020204" pitchFamily="34" charset="0"/>
                        <a:buChar char="•"/>
                      </a:pPr>
                      <a:r>
                        <a:rPr lang="en-US" sz="1200" b="0">
                          <a:solidFill>
                            <a:schemeClr val="accent3"/>
                          </a:solidFill>
                        </a:rPr>
                        <a:t>The Edelman DXI team validates / overrides tags on a subset of content based on stories deemed to be impactful (headline mentions, prominence and length of story) to ensure confidence in the data presented.</a:t>
                      </a:r>
                    </a:p>
                    <a:p>
                      <a:pPr marL="166688" indent="-166688">
                        <a:spcBef>
                          <a:spcPts val="600"/>
                        </a:spcBef>
                        <a:buFont typeface="Arial" panose="020B0604020202020204" pitchFamily="34" charset="0"/>
                        <a:buChar char="•"/>
                      </a:pPr>
                      <a:r>
                        <a:rPr lang="en-US" sz="1200" b="1">
                          <a:solidFill>
                            <a:schemeClr val="accent3"/>
                          </a:solidFill>
                        </a:rPr>
                        <a:t>Languages: </a:t>
                      </a:r>
                      <a:r>
                        <a:rPr lang="en-US" sz="1200" b="0">
                          <a:solidFill>
                            <a:schemeClr val="accent3"/>
                          </a:solidFill>
                        </a:rPr>
                        <a:t>See full list below*</a:t>
                      </a:r>
                    </a:p>
                    <a:p>
                      <a:pPr marL="166688" indent="-166688">
                        <a:spcBef>
                          <a:spcPts val="600"/>
                        </a:spcBef>
                        <a:buFont typeface="Arial" panose="020B0604020202020204" pitchFamily="34" charset="0"/>
                        <a:buChar char="•"/>
                      </a:pPr>
                      <a:r>
                        <a:rPr lang="en-US" sz="1200" b="1">
                          <a:solidFill>
                            <a:schemeClr val="accent3"/>
                          </a:solidFill>
                        </a:rPr>
                        <a:t>Countries: </a:t>
                      </a:r>
                      <a:r>
                        <a:rPr lang="en-US" sz="1200" b="0">
                          <a:solidFill>
                            <a:schemeClr val="accent3"/>
                          </a:solidFill>
                        </a:rPr>
                        <a:t>Analysis is provided globally as well as across the Americas, EMEA, APAC (broader excl. China), and China.</a:t>
                      </a:r>
                      <a:endParaRPr lang="en-US" sz="1200" b="1">
                        <a:solidFill>
                          <a:schemeClr val="accent3"/>
                        </a:solidFill>
                      </a:endParaRPr>
                    </a:p>
                  </a:txBody>
                  <a:tcPr marL="0" marR="27432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spcBef>
                          <a:spcPts val="600"/>
                        </a:spcBef>
                      </a:pPr>
                      <a:r>
                        <a:rPr lang="en-US" sz="1200" b="1">
                          <a:solidFill>
                            <a:schemeClr val="accent3"/>
                          </a:solidFill>
                        </a:rPr>
                        <a:t>REPORTING APPROACH – SHARE OF PERFORMANCE</a:t>
                      </a:r>
                    </a:p>
                    <a:p>
                      <a:pPr marL="166688" indent="-166688">
                        <a:spcBef>
                          <a:spcPts val="600"/>
                        </a:spcBef>
                        <a:buFont typeface="Arial" panose="020B0604020202020204" pitchFamily="34" charset="0"/>
                        <a:buChar char="•"/>
                      </a:pPr>
                      <a:r>
                        <a:rPr lang="en-US" sz="1200" b="1">
                          <a:solidFill>
                            <a:schemeClr val="accent3"/>
                          </a:solidFill>
                        </a:rPr>
                        <a:t>PR Prominence Factors: </a:t>
                      </a:r>
                      <a:r>
                        <a:rPr lang="en-US" sz="1200" b="0">
                          <a:solidFill>
                            <a:schemeClr val="accent3"/>
                          </a:solidFill>
                        </a:rPr>
                        <a:t>Headline Mention, Exclusive Article, Lead Mention, Visuals, Extensive Mentions and Tone. Measuring Shre of Prominence (SOP) provides a % indicator of how likely readers are to remember the Four Seasons brand through PR coverage in relation to primary competitors.</a:t>
                      </a:r>
                    </a:p>
                    <a:p>
                      <a:pPr marL="166688" indent="-166688">
                        <a:spcBef>
                          <a:spcPts val="600"/>
                        </a:spcBef>
                        <a:buFont typeface="Arial" panose="020B0604020202020204" pitchFamily="34" charset="0"/>
                        <a:buChar char="•"/>
                      </a:pPr>
                      <a:r>
                        <a:rPr lang="en-US" sz="1200" b="0">
                          <a:solidFill>
                            <a:schemeClr val="accent3"/>
                          </a:solidFill>
                        </a:rPr>
                        <a:t>Results are human coded and based off a top tier media list for each market included in the analysis, subject to Cision Communications Cloud monitoring capabilities (excluding publications behind a paywall and some print titles).</a:t>
                      </a:r>
                    </a:p>
                    <a:p>
                      <a:pPr marL="166688" indent="-166688">
                        <a:spcBef>
                          <a:spcPts val="600"/>
                        </a:spcBef>
                        <a:buFont typeface="Arial" panose="020B0604020202020204" pitchFamily="34" charset="0"/>
                        <a:buChar char="•"/>
                      </a:pPr>
                      <a:r>
                        <a:rPr lang="en-US" sz="1200" b="1">
                          <a:solidFill>
                            <a:schemeClr val="accent3"/>
                          </a:solidFill>
                        </a:rPr>
                        <a:t>Languages: </a:t>
                      </a:r>
                      <a:r>
                        <a:rPr lang="en-US" sz="1200" b="0">
                          <a:solidFill>
                            <a:schemeClr val="accent3"/>
                          </a:solidFill>
                        </a:rPr>
                        <a:t>English, Chinese (traditional and simplified), Arabic.</a:t>
                      </a:r>
                    </a:p>
                    <a:p>
                      <a:pPr marL="166688" indent="-166688">
                        <a:spcBef>
                          <a:spcPts val="600"/>
                        </a:spcBef>
                        <a:buFont typeface="Arial" panose="020B0604020202020204" pitchFamily="34" charset="0"/>
                        <a:buChar char="•"/>
                      </a:pPr>
                      <a:r>
                        <a:rPr lang="en-US" sz="1200" b="1">
                          <a:solidFill>
                            <a:schemeClr val="accent3"/>
                          </a:solidFill>
                        </a:rPr>
                        <a:t>Countries: </a:t>
                      </a:r>
                      <a:r>
                        <a:rPr lang="en-US" sz="1200" b="0" kern="1200">
                          <a:solidFill>
                            <a:schemeClr val="accent3"/>
                          </a:solidFill>
                          <a:latin typeface="+mn-lt"/>
                          <a:ea typeface="+mn-ea"/>
                          <a:cs typeface="+mn-cs"/>
                        </a:rPr>
                        <a:t>US, UK, Italy, France, Germany, UAE, China, India,  Australia, Japan and Korea.</a:t>
                      </a:r>
                    </a:p>
                    <a:p>
                      <a:pPr marL="166688" indent="-166688">
                        <a:spcBef>
                          <a:spcPts val="600"/>
                        </a:spcBef>
                        <a:buFont typeface="Arial" panose="020B0604020202020204" pitchFamily="34" charset="0"/>
                        <a:buChar char="•"/>
                      </a:pPr>
                      <a:r>
                        <a:rPr lang="en-US" sz="1200" b="1">
                          <a:solidFill>
                            <a:schemeClr val="accent3"/>
                          </a:solidFill>
                        </a:rPr>
                        <a:t>Media Type: </a:t>
                      </a:r>
                      <a:r>
                        <a:rPr lang="en-US" sz="1200" b="0">
                          <a:solidFill>
                            <a:schemeClr val="accent3"/>
                          </a:solidFill>
                        </a:rPr>
                        <a:t>Online News and Print.</a:t>
                      </a:r>
                      <a:endParaRPr lang="en-US" sz="1200" b="1">
                        <a:solidFill>
                          <a:schemeClr val="accent3"/>
                        </a:solidFill>
                      </a:endParaRPr>
                    </a:p>
                  </a:txBody>
                  <a:tcPr marL="0" marR="27432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34038007"/>
                  </a:ext>
                </a:extLst>
              </a:tr>
            </a:tbl>
          </a:graphicData>
        </a:graphic>
      </p:graphicFrame>
      <p:sp>
        <p:nvSpPr>
          <p:cNvPr id="13" name="Content Placeholder 8x3877">
            <a:extLst>
              <a:ext uri="{FF2B5EF4-FFF2-40B4-BE49-F238E27FC236}">
                <a16:creationId xmlns:a16="http://schemas.microsoft.com/office/drawing/2014/main" id="{BEB8BA20-06F5-8CD8-AB2D-72B7F7A6CD9B}"/>
              </a:ext>
            </a:extLst>
          </p:cNvPr>
          <p:cNvSpPr txBox="1">
            <a:spLocks/>
          </p:cNvSpPr>
          <p:nvPr/>
        </p:nvSpPr>
        <p:spPr>
          <a:xfrm>
            <a:off x="660400" y="5364523"/>
            <a:ext cx="10988675" cy="719171"/>
          </a:xfrm>
          <a:prstGeom prst="rect">
            <a:avLst/>
          </a:prstGeom>
          <a:noFill/>
        </p:spPr>
        <p:txBody>
          <a:bodyPr vert="horz" wrap="square" lIns="0" tIns="45720" rIns="91440" bIns="45720" rtlCol="0" anchor="t">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BF8"/>
                </a:solidFill>
                <a:effectLst/>
                <a:uLnTx/>
                <a:uFillTx/>
                <a:latin typeface="Helvetica Neue"/>
                <a:ea typeface="+mn-ea"/>
                <a:cs typeface="Arial" panose="020B0604020202020204" pitchFamily="34" charset="0"/>
              </a:rPr>
              <a:t>REPORTING TIME PERIOD</a:t>
            </a:r>
          </a:p>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FFFBF8"/>
                </a:solidFill>
                <a:effectLst/>
                <a:uLnTx/>
                <a:uFillTx/>
                <a:latin typeface="Helvetica Neue"/>
                <a:ea typeface="+mn-ea"/>
                <a:cs typeface="Arial"/>
              </a:rPr>
              <a:t>Coverage that appeared in global online news, print and North American broadcast sources</a:t>
            </a:r>
            <a:r>
              <a:rPr kumimoji="0" lang="en-US" altLang="zh-CN" sz="1200" b="0" i="0" u="none" strike="noStrike" kern="1200" cap="none" spc="0" normalizeH="0" baseline="0" noProof="0">
                <a:ln>
                  <a:noFill/>
                </a:ln>
                <a:solidFill>
                  <a:srgbClr val="FFFBF8"/>
                </a:solidFill>
                <a:effectLst/>
                <a:uLnTx/>
                <a:uFillTx/>
                <a:latin typeface="Helvetica Neue"/>
                <a:ea typeface="+mn-ea"/>
                <a:cs typeface="Arial"/>
              </a:rPr>
              <a:t> between</a:t>
            </a:r>
            <a:r>
              <a:rPr kumimoji="0" lang="en-US" sz="1200" b="0" i="0" u="none" strike="noStrike" kern="1200" cap="none" spc="0" normalizeH="0" baseline="0" noProof="0">
                <a:ln>
                  <a:noFill/>
                </a:ln>
                <a:solidFill>
                  <a:srgbClr val="FFFBF8"/>
                </a:solidFill>
                <a:effectLst/>
                <a:uLnTx/>
                <a:uFillTx/>
                <a:latin typeface="Helvetica Neue"/>
                <a:ea typeface="+mn-ea"/>
                <a:cs typeface="Arial"/>
              </a:rPr>
              <a:t> JULY 1, 2026, to JULY 31, 2026, was included in this analysis.</a:t>
            </a:r>
          </a:p>
        </p:txBody>
      </p:sp>
    </p:spTree>
    <p:extLst>
      <p:ext uri="{BB962C8B-B14F-4D97-AF65-F5344CB8AC3E}">
        <p14:creationId xmlns:p14="http://schemas.microsoft.com/office/powerpoint/2010/main" val="4036574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CF0B4-B810-0585-4932-03995CDC8BFD}"/>
            </a:ext>
          </a:extLst>
        </p:cNvPr>
        <p:cNvGrpSpPr/>
        <p:nvPr/>
      </p:nvGrpSpPr>
      <p:grpSpPr>
        <a:xfrm>
          <a:off x="0" y="0"/>
          <a:ext cx="0" cy="0"/>
          <a:chOff x="0" y="0"/>
          <a:chExt cx="0" cy="0"/>
        </a:xfrm>
      </p:grpSpPr>
      <p:sp>
        <p:nvSpPr>
          <p:cNvPr id="8" name="Text Placeholder 7">
            <a:extLst>
              <a:ext uri="{FF2B5EF4-FFF2-40B4-BE49-F238E27FC236}">
                <a16:creationId xmlns:a16="http://schemas.microsoft.com/office/drawing/2014/main" id="{932DCB32-377E-0D5D-F859-17CA3F11E240}"/>
              </a:ext>
            </a:extLst>
          </p:cNvPr>
          <p:cNvSpPr>
            <a:spLocks noGrp="1"/>
          </p:cNvSpPr>
          <p:nvPr>
            <p:ph type="body" sz="quarter" idx="24"/>
          </p:nvPr>
        </p:nvSpPr>
        <p:spPr/>
        <p:txBody>
          <a:bodyPr/>
          <a:lstStyle/>
          <a:p>
            <a:r>
              <a:rPr lang="en-US"/>
              <a:t>FOUR SEASONS HOTEL AND RESORTS</a:t>
            </a:r>
          </a:p>
        </p:txBody>
      </p:sp>
      <p:sp>
        <p:nvSpPr>
          <p:cNvPr id="3" name="Slide Number Placeholder 2">
            <a:extLst>
              <a:ext uri="{FF2B5EF4-FFF2-40B4-BE49-F238E27FC236}">
                <a16:creationId xmlns:a16="http://schemas.microsoft.com/office/drawing/2014/main" id="{6468E3F9-D65A-09F9-FA36-4EDF009FC23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FFFFFF"/>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700" b="0" i="0" u="none" strike="noStrike" kern="1200" cap="none" spc="0" normalizeH="0" baseline="0" noProof="0">
              <a:ln>
                <a:noFill/>
              </a:ln>
              <a:solidFill>
                <a:srgbClr val="FFFFFF"/>
              </a:solidFill>
              <a:effectLst/>
              <a:uLnTx/>
              <a:uFillTx/>
              <a:latin typeface="Arial" panose="020B0604020202020204" pitchFamily="34" charset="0"/>
              <a:cs typeface="Arial" panose="020B0604020202020204" pitchFamily="34" charset="0"/>
            </a:endParaRPr>
          </a:p>
        </p:txBody>
      </p:sp>
      <p:sp>
        <p:nvSpPr>
          <p:cNvPr id="10" name="Content Placeholder 8x5274">
            <a:extLst>
              <a:ext uri="{FF2B5EF4-FFF2-40B4-BE49-F238E27FC236}">
                <a16:creationId xmlns:a16="http://schemas.microsoft.com/office/drawing/2014/main" id="{32A5AE55-46A4-300B-2EA6-07821F9FB731}"/>
              </a:ext>
            </a:extLst>
          </p:cNvPr>
          <p:cNvSpPr txBox="1"/>
          <p:nvPr/>
        </p:nvSpPr>
        <p:spPr>
          <a:xfrm>
            <a:off x="348299" y="6315468"/>
            <a:ext cx="8626475"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Languages inclusive of: English, Mandarin, Cantonese, Chinese (trad./</a:t>
            </a:r>
            <a:r>
              <a:rPr kumimoji="0" lang="en-US" sz="800" b="0" i="1" u="none" strike="noStrike" kern="1200" cap="none" spc="0" normalizeH="0" baseline="0" noProof="0" err="1">
                <a:ln>
                  <a:noFill/>
                </a:ln>
                <a:solidFill>
                  <a:srgbClr val="FFFFFF"/>
                </a:solidFill>
                <a:effectLst/>
                <a:uLnTx/>
                <a:uFillTx/>
                <a:latin typeface="Helvetica Neue" panose="02000503000000020004"/>
                <a:ea typeface="+mn-ea"/>
                <a:cs typeface="Arial" panose="020B0604020202020204" pitchFamily="34" charset="0"/>
              </a:rPr>
              <a:t>simpl</a:t>
            </a: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Korean, Japanese, Vietnamese, Thai, Malay, Hindi, Tamil, Indonesian, Balinese, Arabic, Russian, French, German, Dutch, Portuguese (European and South American), Spanish (European and Mexican), Italian, Turkish, Greek, Dhivehi, and Afrikaans.</a:t>
            </a:r>
            <a:endParaRPr kumimoji="0" lang="en-US" sz="7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endParaRPr>
          </a:p>
        </p:txBody>
      </p:sp>
      <p:sp>
        <p:nvSpPr>
          <p:cNvPr id="5" name="Title 4">
            <a:extLst>
              <a:ext uri="{FF2B5EF4-FFF2-40B4-BE49-F238E27FC236}">
                <a16:creationId xmlns:a16="http://schemas.microsoft.com/office/drawing/2014/main" id="{E6BEB9C9-3615-1FCB-C5C7-183273F9F820}"/>
              </a:ext>
            </a:extLst>
          </p:cNvPr>
          <p:cNvSpPr>
            <a:spLocks noGrp="1"/>
          </p:cNvSpPr>
          <p:nvPr>
            <p:ph type="title"/>
          </p:nvPr>
        </p:nvSpPr>
        <p:spPr/>
        <p:txBody>
          <a:bodyPr/>
          <a:lstStyle/>
          <a:p>
            <a:r>
              <a:rPr lang="en-US"/>
              <a:t>SOV/P OVERVIEW</a:t>
            </a:r>
          </a:p>
        </p:txBody>
      </p:sp>
      <p:sp>
        <p:nvSpPr>
          <p:cNvPr id="2" name="Content Placeholder 8">
            <a:extLst>
              <a:ext uri="{FF2B5EF4-FFF2-40B4-BE49-F238E27FC236}">
                <a16:creationId xmlns:a16="http://schemas.microsoft.com/office/drawing/2014/main" id="{581C8BB2-53EB-20B5-FE8F-C77BFBD94EC4}"/>
              </a:ext>
            </a:extLst>
          </p:cNvPr>
          <p:cNvSpPr txBox="1">
            <a:spLocks/>
          </p:cNvSpPr>
          <p:nvPr/>
        </p:nvSpPr>
        <p:spPr>
          <a:xfrm>
            <a:off x="348299" y="1322303"/>
            <a:ext cx="10988675" cy="1637436"/>
          </a:xfrm>
          <a:prstGeom prst="rect">
            <a:avLst/>
          </a:prstGeom>
          <a:noFill/>
        </p:spPr>
        <p:txBody>
          <a:bodyPr wrap="square">
            <a:spAutoFit/>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FFF"/>
                </a:solidFill>
                <a:effectLst/>
                <a:uLnTx/>
                <a:uFillTx/>
                <a:latin typeface="Helvetica Neue"/>
              </a:rPr>
              <a:t>SOV/P</a:t>
            </a:r>
            <a:r>
              <a:rPr kumimoji="0" lang="en-US" sz="1200" b="0" i="0" u="none" strike="noStrike" kern="1200" cap="none" spc="0" normalizeH="0" baseline="0" noProof="0">
                <a:ln>
                  <a:noFill/>
                </a:ln>
                <a:solidFill>
                  <a:srgbClr val="FFFFFF"/>
                </a:solidFill>
                <a:effectLst/>
                <a:uLnTx/>
                <a:uFillTx/>
                <a:latin typeface="Helvetica Neue"/>
              </a:rPr>
              <a:t> is a composite KPI that integrates Share of Voice and Share of Prominence (SOV/P), enabling both quantitative </a:t>
            </a:r>
            <a:r>
              <a:rPr kumimoji="0" lang="en-US" sz="1200" b="0" i="1" u="sng" strike="noStrike" kern="1200" cap="none" spc="0" normalizeH="0" baseline="0" noProof="0">
                <a:ln>
                  <a:noFill/>
                </a:ln>
                <a:solidFill>
                  <a:srgbClr val="FFFFFF"/>
                </a:solidFill>
                <a:effectLst/>
                <a:uLnTx/>
                <a:uFillTx/>
                <a:latin typeface="Helvetica Neue"/>
              </a:rPr>
              <a:t>and</a:t>
            </a:r>
            <a:r>
              <a:rPr kumimoji="0" lang="en-US" sz="1200" b="0" i="0" u="none" strike="noStrike" kern="1200" cap="none" spc="0" normalizeH="0" baseline="0" noProof="0">
                <a:ln>
                  <a:noFill/>
                </a:ln>
                <a:solidFill>
                  <a:srgbClr val="FFFFFF"/>
                </a:solidFill>
                <a:effectLst/>
                <a:uLnTx/>
                <a:uFillTx/>
                <a:latin typeface="Helvetica Neue"/>
              </a:rPr>
              <a:t> qualitative assessment.</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br>
              <a:rPr kumimoji="0" lang="en-US" sz="1200" b="0" i="0" u="none" strike="noStrike" kern="1200" cap="none" spc="0" normalizeH="0" baseline="0" noProof="0">
                <a:ln>
                  <a:noFill/>
                </a:ln>
                <a:solidFill>
                  <a:srgbClr val="FFFFFF"/>
                </a:solidFill>
                <a:effectLst/>
                <a:uLnTx/>
                <a:uFillTx/>
                <a:latin typeface="Helvetica Neue"/>
              </a:rPr>
            </a:br>
            <a:r>
              <a:rPr kumimoji="0" lang="en-US" sz="1200" b="1" i="0" u="none" strike="noStrike" kern="1200" cap="none" spc="0" normalizeH="0" baseline="0" noProof="0">
                <a:ln>
                  <a:noFill/>
                </a:ln>
                <a:solidFill>
                  <a:srgbClr val="FFFFFF"/>
                </a:solidFill>
                <a:effectLst/>
                <a:uLnTx/>
                <a:uFillTx/>
                <a:latin typeface="Helvetica Neue"/>
              </a:rPr>
              <a:t>WHY?</a:t>
            </a:r>
            <a:r>
              <a:rPr kumimoji="0" lang="en-US" sz="1200" b="0" i="0" u="none" strike="noStrike" kern="1200" cap="none" spc="0" normalizeH="0" baseline="0" noProof="0">
                <a:ln>
                  <a:noFill/>
                </a:ln>
                <a:solidFill>
                  <a:srgbClr val="FFFFFF"/>
                </a:solidFill>
                <a:effectLst/>
                <a:uLnTx/>
                <a:uFillTx/>
                <a:latin typeface="Helvetica Neue"/>
              </a:rPr>
              <a:t> To provide a more comprehensive view of PR performance and the effects of proactive initiatives.</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br>
              <a:rPr kumimoji="0" lang="en-US" sz="1200" b="0" i="0" u="none" strike="noStrike" kern="1200" cap="none" spc="0" normalizeH="0" baseline="0" noProof="0">
                <a:ln>
                  <a:noFill/>
                </a:ln>
                <a:solidFill>
                  <a:srgbClr val="FFFFFF"/>
                </a:solidFill>
                <a:effectLst/>
                <a:uLnTx/>
                <a:uFillTx/>
                <a:latin typeface="Helvetica Neue"/>
              </a:rPr>
            </a:br>
            <a:r>
              <a:rPr kumimoji="0" lang="en-US" sz="1200" b="1" i="0" u="none" strike="noStrike" kern="1200" cap="none" spc="0" normalizeH="0" baseline="0" noProof="0">
                <a:ln>
                  <a:noFill/>
                </a:ln>
                <a:solidFill>
                  <a:srgbClr val="FFFFFF"/>
                </a:solidFill>
                <a:effectLst/>
                <a:uLnTx/>
                <a:uFillTx/>
                <a:latin typeface="Helvetica Neue"/>
              </a:rPr>
              <a:t>HOW?</a:t>
            </a:r>
            <a:r>
              <a:rPr kumimoji="0" lang="en-US" sz="1200" b="0" i="0" u="none" strike="noStrike" kern="1200" cap="none" spc="0" normalizeH="0" baseline="0" noProof="0">
                <a:ln>
                  <a:noFill/>
                </a:ln>
                <a:solidFill>
                  <a:srgbClr val="FFFFFF"/>
                </a:solidFill>
                <a:effectLst/>
                <a:uLnTx/>
                <a:uFillTx/>
                <a:latin typeface="Helvetica Neue"/>
              </a:rPr>
              <a:t> Utilize a weighted average calculation that allocates 30% to SOV and 70% to SOP. The greater emphasis on SOP is in service to brand expression – placing emphasis on quality (over quantity) of reach within a Tier 1 media environment.</a:t>
            </a:r>
            <a:endParaRPr kumimoji="0" lang="en-US" sz="1200" b="0" i="0" u="none" strike="noStrike" kern="1200" cap="none" spc="0" normalizeH="0" baseline="0" noProof="0">
              <a:ln>
                <a:noFill/>
              </a:ln>
              <a:solidFill>
                <a:srgbClr val="FFFFFF"/>
              </a:solidFill>
              <a:effectLst/>
              <a:uLnTx/>
              <a:uFillTx/>
              <a:latin typeface="Helvetica Neue"/>
              <a:ea typeface="+mn-ea"/>
              <a:cs typeface="+mn-cs"/>
            </a:endParaRPr>
          </a:p>
        </p:txBody>
      </p:sp>
      <p:sp>
        <p:nvSpPr>
          <p:cNvPr id="4" name="Content Placeholder 8x6653">
            <a:extLst>
              <a:ext uri="{FF2B5EF4-FFF2-40B4-BE49-F238E27FC236}">
                <a16:creationId xmlns:a16="http://schemas.microsoft.com/office/drawing/2014/main" id="{0B4E52F0-BBF8-76BE-FD49-95ED1F224E6D}"/>
              </a:ext>
            </a:extLst>
          </p:cNvPr>
          <p:cNvSpPr txBox="1"/>
          <p:nvPr/>
        </p:nvSpPr>
        <p:spPr>
          <a:xfrm>
            <a:off x="417804" y="3073484"/>
            <a:ext cx="5304465" cy="2462213"/>
          </a:xfrm>
          <a:prstGeom prst="rect">
            <a:avLst/>
          </a:prstGeom>
          <a:noFill/>
        </p:spPr>
        <p:txBody>
          <a:bodyPr vert="horz" wrap="square" lIns="0" tIns="45720" rIns="91440" bIns="45720" rtlCol="0">
            <a:spAutoFit/>
          </a:bodyPr>
          <a:lstStyle>
            <a:lvl1pPr marL="0" indent="0" algn="l" defTabSz="914400" rtl="0" eaLnBrk="1" fontAlgn="base" latinLnBrk="0" hangingPunct="1">
              <a:lnSpc>
                <a:spcPct val="90000"/>
              </a:lnSpc>
              <a:spcBef>
                <a:spcPts val="600"/>
              </a:spcBef>
              <a:buFont typeface="Arial" panose="020B0604020202020204" pitchFamily="34" charset="0"/>
              <a:buNone/>
              <a:defRPr lang="en-US" sz="1600" b="0" i="0" kern="1200" spc="0">
                <a:solidFill>
                  <a:schemeClr val="accent3"/>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RATIONALE:</a:t>
            </a:r>
            <a:endPar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Understand: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A simple, clean approach that requires minimal explanation</a:t>
            </a: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Scale: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Can be applied to any other brand media coverage reports (Regional, LOB) where SOV and SOP metrics are both available.</a:t>
            </a:r>
            <a:endPar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Adjust: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The weights can be easily adjusted, as needed, and be applied to historical SOV/P data. Weighting will </a:t>
            </a:r>
            <a:r>
              <a:rPr kumimoji="0" lang="en-US" sz="1200" b="0" i="0" u="sng" strike="noStrike" kern="1200" cap="none" spc="0" normalizeH="0" baseline="0" noProof="0">
                <a:ln>
                  <a:noFill/>
                </a:ln>
                <a:solidFill>
                  <a:srgbClr val="FFFFFF"/>
                </a:solidFill>
                <a:effectLst/>
                <a:uLnTx/>
                <a:uFillTx/>
                <a:latin typeface="Helvetica Neue"/>
                <a:ea typeface="+mn-ea"/>
                <a:cs typeface="Arial" panose="020B0604020202020204" pitchFamily="34" charset="0"/>
              </a:rPr>
              <a:t>not</a:t>
            </a: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 be adjusted mid-year, however there will be a reassessment at the end of 2026 to determine whether any adjustment is warranted.</a:t>
            </a:r>
          </a:p>
        </p:txBody>
      </p:sp>
      <p:sp>
        <p:nvSpPr>
          <p:cNvPr id="9" name="Content Placeholder 8x5543">
            <a:extLst>
              <a:ext uri="{FF2B5EF4-FFF2-40B4-BE49-F238E27FC236}">
                <a16:creationId xmlns:a16="http://schemas.microsoft.com/office/drawing/2014/main" id="{D09EA26A-AC51-45FB-A8BE-B007C1C02BCA}"/>
              </a:ext>
            </a:extLst>
          </p:cNvPr>
          <p:cNvSpPr txBox="1"/>
          <p:nvPr/>
        </p:nvSpPr>
        <p:spPr>
          <a:xfrm>
            <a:off x="6667796" y="3470207"/>
            <a:ext cx="3736043" cy="1077218"/>
          </a:xfrm>
          <a:prstGeom prst="rect">
            <a:avLst/>
          </a:prstGeom>
          <a:solidFill>
            <a:schemeClr val="accent3"/>
          </a:solidFill>
        </p:spPr>
        <p:txBody>
          <a:bodyPr vert="horz" wrap="square" lIns="182880" tIns="182880" rIns="182880" bIns="274320" rtlCol="0">
            <a:spAutoFit/>
          </a:bodyPr>
          <a:lstStyle>
            <a:lvl1pPr marL="0" indent="0" algn="l" defTabSz="914400" rtl="0" eaLnBrk="1" fontAlgn="base" latinLnBrk="0" hangingPunct="1">
              <a:lnSpc>
                <a:spcPct val="90000"/>
              </a:lnSpc>
              <a:spcBef>
                <a:spcPts val="600"/>
              </a:spcBef>
              <a:buFont typeface="Arial" panose="020B0604020202020204" pitchFamily="34" charset="0"/>
              <a:buNone/>
              <a:defRPr lang="en-US" sz="1600" b="0" i="0" kern="1200" spc="0">
                <a:solidFill>
                  <a:schemeClr val="accent3"/>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rPr>
              <a:t>FORMULA:</a:t>
            </a: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600" b="1"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rPr>
              <a:t>([SOV] x .3) + ([SOP] x .7) = SOV/P</a:t>
            </a: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p:txBody>
      </p:sp>
    </p:spTree>
    <p:extLst>
      <p:ext uri="{BB962C8B-B14F-4D97-AF65-F5344CB8AC3E}">
        <p14:creationId xmlns:p14="http://schemas.microsoft.com/office/powerpoint/2010/main" val="3565659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99A8F-EE76-9A54-5121-353057CC3E6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4740833-F02B-3E05-5E6A-530FB814527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6" name="Text Placeholder 5">
            <a:extLst>
              <a:ext uri="{FF2B5EF4-FFF2-40B4-BE49-F238E27FC236}">
                <a16:creationId xmlns:a16="http://schemas.microsoft.com/office/drawing/2014/main" id="{B8DE086A-D9E9-5389-851E-CB3BAE14A390}"/>
              </a:ext>
            </a:extLst>
          </p:cNvPr>
          <p:cNvSpPr>
            <a:spLocks noGrp="1"/>
          </p:cNvSpPr>
          <p:nvPr>
            <p:ph type="body" sz="quarter" idx="24"/>
          </p:nvPr>
        </p:nvSpPr>
        <p:spPr/>
        <p:txBody>
          <a:bodyPr/>
          <a:lstStyle/>
          <a:p>
            <a:r>
              <a:rPr lang="en-US"/>
              <a:t>FOUR SEASONS HOTELS AND RESPORTS</a:t>
            </a:r>
          </a:p>
        </p:txBody>
      </p:sp>
      <p:sp>
        <p:nvSpPr>
          <p:cNvPr id="12" name="Title 7">
            <a:extLst>
              <a:ext uri="{FF2B5EF4-FFF2-40B4-BE49-F238E27FC236}">
                <a16:creationId xmlns:a16="http://schemas.microsoft.com/office/drawing/2014/main" id="{EB44A75E-69CA-2305-1C20-CC8EDDD92BFF}"/>
              </a:ext>
            </a:extLst>
          </p:cNvPr>
          <p:cNvSpPr txBox="1">
            <a:spLocks/>
          </p:cNvSpPr>
          <p:nvPr/>
        </p:nvSpPr>
        <p:spPr>
          <a:xfrm>
            <a:off x="348300" y="700590"/>
            <a:ext cx="10700931" cy="508794"/>
          </a:xfrm>
          <a:prstGeom prst="rect">
            <a:avLst/>
          </a:prstGeom>
        </p:spPr>
        <p:txBody>
          <a:bodyPr vert="horz" lIns="0" tIns="45720" rIns="91440" bIns="45720" rtlCol="0" anchor="t" anchorCtr="0">
            <a:noAutofit/>
          </a:bodyPr>
          <a:lstStyle>
            <a:lvl1pPr algn="l" defTabSz="914400" rtl="0" eaLnBrk="1" latinLnBrk="0" hangingPunct="1">
              <a:lnSpc>
                <a:spcPct val="80000"/>
              </a:lnSpc>
              <a:spcBef>
                <a:spcPct val="0"/>
              </a:spcBef>
              <a:buNone/>
              <a:defRPr sz="4000" b="0" i="0" kern="1200" spc="-100" baseline="0">
                <a:solidFill>
                  <a:srgbClr val="3D441E"/>
                </a:solidFill>
                <a:latin typeface="Saol Display Light" pitchFamily="2" charset="77"/>
                <a:ea typeface="+mj-ea"/>
                <a:cs typeface="+mj-cs"/>
              </a:defRPr>
            </a:lvl1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sz="4000" b="0" i="0" u="none" strike="noStrike" kern="1200" cap="none" spc="-100" normalizeH="0" baseline="0" noProof="0">
                <a:ln>
                  <a:noFill/>
                </a:ln>
                <a:solidFill>
                  <a:srgbClr val="3D441E"/>
                </a:solidFill>
                <a:effectLst/>
                <a:uLnTx/>
                <a:uFillTx/>
                <a:latin typeface="Saol Display light" panose="00000400000000000000"/>
                <a:ea typeface="+mj-ea"/>
                <a:cs typeface="+mj-cs"/>
              </a:rPr>
              <a:t>BRANDS TO WATCH - </a:t>
            </a:r>
            <a:r>
              <a:rPr kumimoji="0" lang="en-US" sz="4000" b="0" i="1" u="none" strike="noStrike" kern="1200" cap="none" spc="-100" normalizeH="0" baseline="0" noProof="0">
                <a:ln>
                  <a:noFill/>
                </a:ln>
                <a:solidFill>
                  <a:srgbClr val="3D441E"/>
                </a:solidFill>
                <a:effectLst/>
                <a:uLnTx/>
                <a:uFillTx/>
                <a:latin typeface="Saol Display light" panose="00000400000000000000"/>
                <a:ea typeface="+mj-ea"/>
                <a:cs typeface="+mj-cs"/>
              </a:rPr>
              <a:t>FRAMEWORK</a:t>
            </a:r>
            <a:endParaRPr kumimoji="0" lang="en-US" sz="4000" b="0" i="1" u="none" strike="noStrike" kern="1200" cap="none" spc="-100" normalizeH="0" baseline="0" noProof="0">
              <a:ln>
                <a:noFill/>
              </a:ln>
              <a:solidFill>
                <a:srgbClr val="3D441E"/>
              </a:solidFill>
              <a:effectLst/>
              <a:uLnTx/>
              <a:uFillTx/>
              <a:latin typeface="Saol Display Light"/>
              <a:ea typeface="+mj-ea"/>
              <a:cs typeface="+mj-cs"/>
            </a:endParaRPr>
          </a:p>
        </p:txBody>
      </p:sp>
      <p:graphicFrame>
        <p:nvGraphicFramePr>
          <p:cNvPr id="8" name="Table 7">
            <a:extLst>
              <a:ext uri="{FF2B5EF4-FFF2-40B4-BE49-F238E27FC236}">
                <a16:creationId xmlns:a16="http://schemas.microsoft.com/office/drawing/2014/main" id="{51F3918A-2BE1-89BA-48B2-F94E8A6F5A65}"/>
              </a:ext>
            </a:extLst>
          </p:cNvPr>
          <p:cNvGraphicFramePr>
            <a:graphicFrameLocks noGrp="1"/>
          </p:cNvGraphicFramePr>
          <p:nvPr>
            <p:extLst>
              <p:ext uri="{D42A27DB-BD31-4B8C-83A1-F6EECF244321}">
                <p14:modId xmlns:p14="http://schemas.microsoft.com/office/powerpoint/2010/main" val="560182070"/>
              </p:ext>
            </p:extLst>
          </p:nvPr>
        </p:nvGraphicFramePr>
        <p:xfrm>
          <a:off x="348300" y="1335508"/>
          <a:ext cx="11019155" cy="4968240"/>
        </p:xfrm>
        <a:graphic>
          <a:graphicData uri="http://schemas.openxmlformats.org/drawingml/2006/table">
            <a:tbl>
              <a:tblPr firstRow="1" bandRow="1">
                <a:tableStyleId>{5C22544A-7EE6-4342-B048-85BDC9FD1C3A}</a:tableStyleId>
              </a:tblPr>
              <a:tblGrid>
                <a:gridCol w="5852160">
                  <a:extLst>
                    <a:ext uri="{9D8B030D-6E8A-4147-A177-3AD203B41FA5}">
                      <a16:colId xmlns:a16="http://schemas.microsoft.com/office/drawing/2014/main" val="967074205"/>
                    </a:ext>
                  </a:extLst>
                </a:gridCol>
                <a:gridCol w="5166995">
                  <a:extLst>
                    <a:ext uri="{9D8B030D-6E8A-4147-A177-3AD203B41FA5}">
                      <a16:colId xmlns:a16="http://schemas.microsoft.com/office/drawing/2014/main" val="1871484998"/>
                    </a:ext>
                  </a:extLst>
                </a:gridCol>
              </a:tblGrid>
              <a:tr h="3749040">
                <a:tc>
                  <a:txBody>
                    <a:bodyPr/>
                    <a:lstStyle/>
                    <a:p>
                      <a:pPr>
                        <a:spcBef>
                          <a:spcPts val="600"/>
                        </a:spcBef>
                      </a:pPr>
                      <a:r>
                        <a:rPr lang="en-US" sz="1200">
                          <a:solidFill>
                            <a:schemeClr val="tx1"/>
                          </a:solidFill>
                        </a:rPr>
                        <a:t>KEY PERFORMANCE INDICATORS</a:t>
                      </a:r>
                    </a:p>
                    <a:p>
                      <a:pPr marL="171450" indent="-171450">
                        <a:spcBef>
                          <a:spcPts val="600"/>
                        </a:spcBef>
                        <a:buFont typeface="Arial" panose="020B0604020202020204" pitchFamily="34" charset="0"/>
                        <a:buChar char="•"/>
                      </a:pPr>
                      <a:r>
                        <a:rPr lang="en-US" sz="1200" b="1">
                          <a:solidFill>
                            <a:schemeClr val="tx1"/>
                          </a:solidFill>
                        </a:rPr>
                        <a:t>Share of Voice/Prominence (SOV/P): </a:t>
                      </a:r>
                      <a:r>
                        <a:rPr lang="en-US" sz="1200" b="0">
                          <a:solidFill>
                            <a:schemeClr val="tx1"/>
                          </a:solidFill>
                        </a:rPr>
                        <a:t>A blended KPI that comprises 70% Share of Prominence and 30% Share of Voice, positive only.</a:t>
                      </a:r>
                    </a:p>
                    <a:p>
                      <a:pPr marL="171450" indent="-171450">
                        <a:spcBef>
                          <a:spcPts val="600"/>
                        </a:spcBef>
                        <a:buFont typeface="Arial" panose="020B0604020202020204" pitchFamily="34" charset="0"/>
                        <a:buChar char="•"/>
                      </a:pPr>
                      <a:r>
                        <a:rPr lang="en-US" sz="1200" b="1">
                          <a:solidFill>
                            <a:schemeClr val="tx1"/>
                          </a:solidFill>
                        </a:rPr>
                        <a:t>Share of Voice (SOV): </a:t>
                      </a:r>
                      <a:r>
                        <a:rPr lang="en-US" sz="1200" b="0">
                          <a:solidFill>
                            <a:schemeClr val="tx1"/>
                          </a:solidFill>
                        </a:rPr>
                        <a:t>Percentage of total volume of coverage attributed to Four Seasons vs. each competitor.</a:t>
                      </a:r>
                      <a:endParaRPr lang="en-US" sz="1200" b="1">
                        <a:solidFill>
                          <a:schemeClr val="tx1"/>
                        </a:solidFill>
                      </a:endParaRPr>
                    </a:p>
                    <a:p>
                      <a:pPr marL="171450" indent="-171450">
                        <a:spcBef>
                          <a:spcPts val="600"/>
                        </a:spcBef>
                        <a:buFont typeface="Arial" panose="020B0604020202020204" pitchFamily="34" charset="0"/>
                        <a:buChar char="•"/>
                      </a:pPr>
                      <a:r>
                        <a:rPr lang="en-US" sz="1200" b="1">
                          <a:solidFill>
                            <a:schemeClr val="tx1"/>
                          </a:solidFill>
                        </a:rPr>
                        <a:t>Share of Prominence (SOP): </a:t>
                      </a:r>
                      <a:r>
                        <a:rPr lang="en-US" sz="1200" b="0">
                          <a:solidFill>
                            <a:schemeClr val="tx1"/>
                          </a:solidFill>
                        </a:rPr>
                        <a:t>The percentage of total prominence factors achieved across the competitive set that are attributed to Four Seasons vs. each competitor within a defined Tier 1 media landscape.</a:t>
                      </a:r>
                    </a:p>
                    <a:p>
                      <a:pPr marL="342900" lvl="1" indent="-171450">
                        <a:spcBef>
                          <a:spcPts val="600"/>
                        </a:spcBef>
                        <a:buFont typeface="Century Gothic" panose="020B0502020202020204" pitchFamily="34" charset="0"/>
                        <a:buChar char="−"/>
                      </a:pPr>
                      <a:r>
                        <a:rPr lang="en-US" sz="1200" b="0">
                          <a:solidFill>
                            <a:schemeClr val="tx1"/>
                          </a:solidFill>
                        </a:rPr>
                        <a:t>PR Prominence Factors include </a:t>
                      </a:r>
                      <a:r>
                        <a:rPr lang="en-US" sz="1200" b="0" i="1">
                          <a:solidFill>
                            <a:schemeClr val="tx1"/>
                          </a:solidFill>
                        </a:rPr>
                        <a:t>Headline Mention, Exclusive Article, Lead Mention, Visuals, Extensive Mentions </a:t>
                      </a:r>
                      <a:r>
                        <a:rPr lang="en-US" sz="1200" b="0" i="0">
                          <a:solidFill>
                            <a:schemeClr val="tx1"/>
                          </a:solidFill>
                        </a:rPr>
                        <a:t>and </a:t>
                      </a:r>
                      <a:r>
                        <a:rPr lang="en-US" sz="1200" b="0" i="1">
                          <a:solidFill>
                            <a:schemeClr val="tx1"/>
                          </a:solidFill>
                        </a:rPr>
                        <a:t>Tone.</a:t>
                      </a:r>
                    </a:p>
                    <a:p>
                      <a:pPr marL="342900" lvl="1" indent="-171450">
                        <a:spcBef>
                          <a:spcPts val="600"/>
                        </a:spcBef>
                        <a:buFont typeface="Century Gothic" panose="020B0502020202020204" pitchFamily="34" charset="0"/>
                        <a:buChar char="−"/>
                      </a:pPr>
                      <a:r>
                        <a:rPr lang="en-US" sz="1200" b="0" i="0">
                          <a:solidFill>
                            <a:schemeClr val="tx1"/>
                          </a:solidFill>
                        </a:rPr>
                        <a:t>Measuring Share of Prominent (SOP) provides a % indicator of how likely readers are to remember the Four Seasons brand through PR coverage in relation to primary competitors. This analysis provides visibility into PRs contribution to competitive brand recall as part of broader efforts to grow brand awareness and affinity in key business markets.</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Volume of Coverage: </a:t>
                      </a:r>
                      <a:r>
                        <a:rPr lang="en-US" sz="1200" b="0" kern="1200">
                          <a:solidFill>
                            <a:schemeClr val="tx1"/>
                          </a:solidFill>
                          <a:latin typeface="+mn-lt"/>
                          <a:ea typeface="+mn-ea"/>
                          <a:cs typeface="+mn-cs"/>
                        </a:rPr>
                        <a:t>Number of unique news items.</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Impressions: </a:t>
                      </a:r>
                      <a:r>
                        <a:rPr lang="en-US" sz="1200" b="0" kern="1200">
                          <a:solidFill>
                            <a:schemeClr val="tx1"/>
                          </a:solidFill>
                          <a:latin typeface="+mn-lt"/>
                          <a:ea typeface="+mn-ea"/>
                          <a:cs typeface="+mn-cs"/>
                        </a:rPr>
                        <a:t>Number of potential viewers / readers of a news item, based on the total viewership / circulation.</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 Change YoY: </a:t>
                      </a:r>
                      <a:r>
                        <a:rPr lang="en-US" sz="1200" b="0" kern="1200">
                          <a:solidFill>
                            <a:schemeClr val="tx1"/>
                          </a:solidFill>
                          <a:latin typeface="+mn-lt"/>
                          <a:ea typeface="+mn-ea"/>
                          <a:cs typeface="+mn-cs"/>
                        </a:rPr>
                        <a:t>Change in the YTD figure year over year.</a:t>
                      </a:r>
                      <a:endParaRPr lang="en-US" sz="1200" b="1" kern="1200">
                        <a:solidFill>
                          <a:schemeClr val="tx1"/>
                        </a:solidFill>
                        <a:latin typeface="+mn-lt"/>
                        <a:ea typeface="+mn-ea"/>
                        <a:cs typeface="+mn-cs"/>
                      </a:endParaRP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spcBef>
                          <a:spcPts val="600"/>
                        </a:spcBef>
                      </a:pPr>
                      <a:r>
                        <a:rPr lang="en-US" sz="1200" b="1">
                          <a:solidFill>
                            <a:schemeClr val="tx1"/>
                          </a:solidFill>
                        </a:rPr>
                        <a:t>KPI FORMULAS</a:t>
                      </a:r>
                    </a:p>
                    <a:p>
                      <a:pPr marL="171450" indent="-171450">
                        <a:spcBef>
                          <a:spcPts val="600"/>
                        </a:spcBef>
                        <a:buFont typeface="Arial" panose="020B0604020202020204" pitchFamily="34" charset="0"/>
                        <a:buChar char="•"/>
                      </a:pPr>
                      <a:r>
                        <a:rPr lang="en-US" sz="1200" b="1">
                          <a:solidFill>
                            <a:schemeClr val="tx1"/>
                          </a:solidFill>
                        </a:rPr>
                        <a:t>Print impressions: </a:t>
                      </a:r>
                      <a:r>
                        <a:rPr lang="en-US" sz="1200" b="0">
                          <a:solidFill>
                            <a:schemeClr val="tx1"/>
                          </a:solidFill>
                        </a:rPr>
                        <a:t>Publication circulation (with no multiplier).</a:t>
                      </a:r>
                    </a:p>
                    <a:p>
                      <a:pPr marL="171450" indent="-171450">
                        <a:spcBef>
                          <a:spcPts val="600"/>
                        </a:spcBef>
                        <a:buFont typeface="Arial" panose="020B0604020202020204" pitchFamily="34" charset="0"/>
                        <a:buChar char="•"/>
                      </a:pPr>
                      <a:r>
                        <a:rPr lang="en-US" sz="1200" b="1">
                          <a:solidFill>
                            <a:schemeClr val="tx1"/>
                          </a:solidFill>
                        </a:rPr>
                        <a:t>Online impressions: </a:t>
                      </a:r>
                      <a:r>
                        <a:rPr lang="en-US" sz="1200" b="0">
                          <a:solidFill>
                            <a:schemeClr val="tx1"/>
                          </a:solidFill>
                        </a:rPr>
                        <a:t>Unique monthly visitors.</a:t>
                      </a:r>
                    </a:p>
                    <a:p>
                      <a:pPr marL="171450" indent="-171450">
                        <a:spcBef>
                          <a:spcPts val="600"/>
                        </a:spcBef>
                        <a:buFont typeface="Arial" panose="020B0604020202020204" pitchFamily="34" charset="0"/>
                        <a:buChar char="•"/>
                      </a:pPr>
                      <a:r>
                        <a:rPr lang="en-US" sz="1200" b="0">
                          <a:solidFill>
                            <a:schemeClr val="tx1"/>
                          </a:solidFill>
                        </a:rPr>
                        <a:t>Weibo / RED / WeChat impressions (China only)</a:t>
                      </a:r>
                    </a:p>
                    <a:p>
                      <a:pPr marL="342900" marR="0" lvl="1" indent="-171450" algn="l" defTabSz="914400" rtl="0" eaLnBrk="1" fontAlgn="auto" latinLnBrk="0" hangingPunct="1">
                        <a:lnSpc>
                          <a:spcPct val="100000"/>
                        </a:lnSpc>
                        <a:spcBef>
                          <a:spcPts val="600"/>
                        </a:spcBef>
                        <a:spcAft>
                          <a:spcPts val="0"/>
                        </a:spcAft>
                        <a:buClrTx/>
                        <a:buSzTx/>
                        <a:buFont typeface="Century Gothic" panose="020B0502020202020204" pitchFamily="34" charset="0"/>
                        <a:buChar char="−"/>
                        <a:tabLst/>
                        <a:defRPr/>
                      </a:pPr>
                      <a:r>
                        <a:rPr lang="en-US" sz="1200" b="1" kern="1200">
                          <a:solidFill>
                            <a:schemeClr val="tx1"/>
                          </a:solidFill>
                          <a:latin typeface="+mn-lt"/>
                          <a:ea typeface="+mn-ea"/>
                          <a:cs typeface="+mn-cs"/>
                        </a:rPr>
                        <a:t>Weibo / RED: </a:t>
                      </a:r>
                      <a:r>
                        <a:rPr lang="en-US" sz="1200" b="0" kern="1200">
                          <a:solidFill>
                            <a:schemeClr val="tx1"/>
                          </a:solidFill>
                          <a:latin typeface="+mn-lt"/>
                          <a:ea typeface="+mn-ea"/>
                          <a:cs typeface="+mn-cs"/>
                        </a:rPr>
                        <a:t>Total followers of accounts</a:t>
                      </a:r>
                    </a:p>
                    <a:p>
                      <a:pPr marL="342900" marR="0" lvl="1" indent="-171450" algn="l" defTabSz="914400" rtl="0" eaLnBrk="1" fontAlgn="auto" latinLnBrk="0" hangingPunct="1">
                        <a:lnSpc>
                          <a:spcPct val="100000"/>
                        </a:lnSpc>
                        <a:spcBef>
                          <a:spcPts val="600"/>
                        </a:spcBef>
                        <a:spcAft>
                          <a:spcPts val="0"/>
                        </a:spcAft>
                        <a:buClrTx/>
                        <a:buSzTx/>
                        <a:buFont typeface="Century Gothic" panose="020B0502020202020204" pitchFamily="34" charset="0"/>
                        <a:buChar char="−"/>
                        <a:tabLst/>
                        <a:defRPr/>
                      </a:pPr>
                      <a:r>
                        <a:rPr lang="en-US" sz="1200" b="1" kern="1200">
                          <a:solidFill>
                            <a:schemeClr val="tx1"/>
                          </a:solidFill>
                          <a:latin typeface="+mn-lt"/>
                          <a:ea typeface="+mn-ea"/>
                          <a:cs typeface="+mn-cs"/>
                        </a:rPr>
                        <a:t>WeChat: </a:t>
                      </a:r>
                      <a:r>
                        <a:rPr lang="en-US" sz="1200" b="0" kern="1200">
                          <a:solidFill>
                            <a:schemeClr val="tx1"/>
                          </a:solidFill>
                          <a:latin typeface="+mn-lt"/>
                          <a:ea typeface="+mn-ea"/>
                          <a:cs typeface="+mn-cs"/>
                        </a:rPr>
                        <a:t>Total article reads</a:t>
                      </a:r>
                      <a:endParaRPr lang="en-US" sz="1200" b="1" kern="1200">
                        <a:solidFill>
                          <a:schemeClr val="tx1"/>
                        </a:solidFill>
                        <a:latin typeface="+mn-lt"/>
                        <a:ea typeface="+mn-ea"/>
                        <a:cs typeface="+mn-cs"/>
                      </a:endParaRPr>
                    </a:p>
                    <a:p>
                      <a:pPr marL="0" indent="0">
                        <a:spcBef>
                          <a:spcPts val="600"/>
                        </a:spcBef>
                        <a:buFont typeface="Arial" panose="020B0604020202020204" pitchFamily="34" charset="0"/>
                        <a:buNone/>
                      </a:pPr>
                      <a:endParaRPr lang="en-US" sz="1200" b="1">
                        <a:solidFill>
                          <a:schemeClr val="tx1"/>
                        </a:solidFill>
                      </a:endParaRPr>
                    </a:p>
                    <a:p>
                      <a:pPr marL="0" indent="0">
                        <a:spcBef>
                          <a:spcPts val="600"/>
                        </a:spcBef>
                        <a:buFont typeface="Arial" panose="020B0604020202020204" pitchFamily="34" charset="0"/>
                        <a:buNone/>
                      </a:pPr>
                      <a:r>
                        <a:rPr lang="en-US" sz="1200" b="1">
                          <a:solidFill>
                            <a:schemeClr val="tx1"/>
                          </a:solidFill>
                        </a:rPr>
                        <a:t>PRIMARY COMPETITORS: BRANDS TO WATCH </a:t>
                      </a: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34038007"/>
                  </a:ext>
                </a:extLst>
              </a:tr>
              <a:tr h="370840">
                <a:tc>
                  <a:txBody>
                    <a:bodyPr/>
                    <a:lstStyle/>
                    <a:p>
                      <a:pPr marL="0" lvl="0" indent="0" algn="l" defTabSz="914400" rtl="0" eaLnBrk="1" latinLnBrk="0" hangingPunct="1">
                        <a:spcBef>
                          <a:spcPts val="600"/>
                        </a:spcBef>
                        <a:buFont typeface="Arial" panose="020B0604020202020204" pitchFamily="34" charset="0"/>
                        <a:buNone/>
                      </a:pPr>
                      <a:endParaRPr lang="en-US" sz="1200" b="1" kern="1200">
                        <a:solidFill>
                          <a:schemeClr val="tx1"/>
                        </a:solidFill>
                        <a:latin typeface="+mn-lt"/>
                        <a:ea typeface="+mn-ea"/>
                        <a:cs typeface="+mn-cs"/>
                      </a:endParaRPr>
                    </a:p>
                    <a:p>
                      <a:pPr marL="0" lvl="0" indent="0" algn="l" defTabSz="914400" rtl="0" eaLnBrk="1" latinLnBrk="0" hangingPunct="1">
                        <a:spcBef>
                          <a:spcPts val="600"/>
                        </a:spcBef>
                        <a:buFont typeface="Arial" panose="020B0604020202020204" pitchFamily="34" charset="0"/>
                        <a:buNone/>
                      </a:pPr>
                      <a:r>
                        <a:rPr lang="en-US" sz="1200" b="1" kern="1200">
                          <a:solidFill>
                            <a:schemeClr val="tx1"/>
                          </a:solidFill>
                          <a:latin typeface="+mn-lt"/>
                          <a:ea typeface="+mn-ea"/>
                          <a:cs typeface="+mn-cs"/>
                        </a:rPr>
                        <a:t>TOOLS</a:t>
                      </a:r>
                    </a:p>
                    <a:p>
                      <a:pPr marL="171450" lvl="0" indent="-171450" algn="l" defTabSz="914400" rtl="0" eaLnBrk="1" latinLnBrk="0" hangingPunct="1">
                        <a:spcBef>
                          <a:spcPts val="600"/>
                        </a:spcBef>
                        <a:buFont typeface="Arial" panose="020B0604020202020204" pitchFamily="34" charset="0"/>
                        <a:buChar char="•"/>
                      </a:pPr>
                      <a:r>
                        <a:rPr lang="en-US" sz="1200" b="0" kern="1200">
                          <a:solidFill>
                            <a:schemeClr val="tx1"/>
                          </a:solidFill>
                          <a:latin typeface="+mn-lt"/>
                          <a:ea typeface="+mn-ea"/>
                          <a:cs typeface="+mn-cs"/>
                          <a:hlinkClick r:id="rId2">
                            <a:extLst>
                              <a:ext uri="{A12FA001-AC4F-418D-AE19-62706E023703}">
                                <ahyp:hlinkClr xmlns:ahyp="http://schemas.microsoft.com/office/drawing/2018/hyperlinkcolor" val="tx"/>
                              </a:ext>
                            </a:extLst>
                          </a:hlinkClick>
                        </a:rPr>
                        <a:t>Talkwalker</a:t>
                      </a:r>
                      <a:r>
                        <a:rPr lang="en-US" sz="1200" b="0" kern="1200">
                          <a:solidFill>
                            <a:schemeClr val="tx1"/>
                          </a:solidFill>
                          <a:latin typeface="+mn-lt"/>
                          <a:ea typeface="+mn-ea"/>
                          <a:cs typeface="+mn-cs"/>
                        </a:rPr>
                        <a:t> </a:t>
                      </a: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171450" indent="-171450">
                        <a:spcBef>
                          <a:spcPts val="600"/>
                        </a:spcBef>
                        <a:buFont typeface="Arial" panose="020B0604020202020204" pitchFamily="34" charset="0"/>
                        <a:buChar char="•"/>
                      </a:pPr>
                      <a:endParaRPr lang="en-US" sz="1200" b="1">
                        <a:solidFill>
                          <a:schemeClr val="tx1"/>
                        </a:solidFill>
                      </a:endParaRP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85815004"/>
                  </a:ext>
                </a:extLst>
              </a:tr>
            </a:tbl>
          </a:graphicData>
        </a:graphic>
      </p:graphicFrame>
      <p:graphicFrame>
        <p:nvGraphicFramePr>
          <p:cNvPr id="4" name="Table 3">
            <a:extLst>
              <a:ext uri="{FF2B5EF4-FFF2-40B4-BE49-F238E27FC236}">
                <a16:creationId xmlns:a16="http://schemas.microsoft.com/office/drawing/2014/main" id="{F2152359-76B2-3837-95C0-0FE3D88CD68B}"/>
              </a:ext>
            </a:extLst>
          </p:cNvPr>
          <p:cNvGraphicFramePr>
            <a:graphicFrameLocks noGrp="1"/>
          </p:cNvGraphicFramePr>
          <p:nvPr>
            <p:extLst>
              <p:ext uri="{D42A27DB-BD31-4B8C-83A1-F6EECF244321}">
                <p14:modId xmlns:p14="http://schemas.microsoft.com/office/powerpoint/2010/main" val="1845878821"/>
              </p:ext>
            </p:extLst>
          </p:nvPr>
        </p:nvGraphicFramePr>
        <p:xfrm>
          <a:off x="6224875" y="3581884"/>
          <a:ext cx="2743200" cy="2721864"/>
        </p:xfrm>
        <a:graphic>
          <a:graphicData uri="http://schemas.openxmlformats.org/drawingml/2006/table">
            <a:tbl>
              <a:tblPr firstRow="1" bandRow="1">
                <a:tableStyleId>{5C22544A-7EE6-4342-B048-85BDC9FD1C3A}</a:tableStyleId>
              </a:tblPr>
              <a:tblGrid>
                <a:gridCol w="182880">
                  <a:extLst>
                    <a:ext uri="{9D8B030D-6E8A-4147-A177-3AD203B41FA5}">
                      <a16:colId xmlns:a16="http://schemas.microsoft.com/office/drawing/2014/main" val="3658698112"/>
                    </a:ext>
                  </a:extLst>
                </a:gridCol>
                <a:gridCol w="2560320">
                  <a:extLst>
                    <a:ext uri="{9D8B030D-6E8A-4147-A177-3AD203B41FA5}">
                      <a16:colId xmlns:a16="http://schemas.microsoft.com/office/drawing/2014/main" val="706844365"/>
                    </a:ext>
                  </a:extLst>
                </a:gridCol>
              </a:tblGrid>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335B"/>
                    </a:solidFill>
                  </a:tcPr>
                </a:tc>
                <a:tc>
                  <a:txBody>
                    <a:bodyPr/>
                    <a:lstStyle/>
                    <a:p>
                      <a:pPr marL="0" indent="0" algn="l">
                        <a:lnSpc>
                          <a:spcPct val="80000"/>
                        </a:lnSpc>
                        <a:buFont typeface="Wingdings" panose="05000000000000000000" pitchFamily="2" charset="2"/>
                        <a:buNone/>
                      </a:pPr>
                      <a:r>
                        <a:rPr lang="en-US" sz="1100" b="0">
                          <a:solidFill>
                            <a:schemeClr val="tx1"/>
                          </a:solidFill>
                        </a:rPr>
                        <a:t>Ritz-Carlton</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335B">
                        <a:alpha val="30196"/>
                      </a:srgbClr>
                    </a:solidFill>
                  </a:tcPr>
                </a:tc>
                <a:extLst>
                  <a:ext uri="{0D108BD9-81ED-4DB2-BD59-A6C34878D82A}">
                    <a16:rowId xmlns:a16="http://schemas.microsoft.com/office/drawing/2014/main" val="1235853369"/>
                  </a:ext>
                </a:extLst>
              </a:tr>
              <a:tr h="453644">
                <a:tc>
                  <a:txBody>
                    <a:bodyPr/>
                    <a:lstStyle/>
                    <a:p>
                      <a:pPr algn="ctr">
                        <a:lnSpc>
                          <a:spcPct val="80000"/>
                        </a:lnSpc>
                      </a:pPr>
                      <a:endParaRPr lang="en-US" sz="1100" b="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5F88BD"/>
                    </a:solidFill>
                  </a:tcPr>
                </a:tc>
                <a:tc>
                  <a:txBody>
                    <a:bodyPr/>
                    <a:lstStyle/>
                    <a:p>
                      <a:pPr marL="0" indent="0" algn="l">
                        <a:lnSpc>
                          <a:spcPct val="80000"/>
                        </a:lnSpc>
                        <a:buFont typeface="Wingdings" panose="05000000000000000000" pitchFamily="2" charset="2"/>
                        <a:buNone/>
                      </a:pPr>
                      <a:r>
                        <a:rPr lang="en-US" sz="1100" b="0">
                          <a:solidFill>
                            <a:schemeClr val="tx1"/>
                          </a:solidFill>
                        </a:rPr>
                        <a:t>Seabourn  </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5F88BD">
                        <a:alpha val="30196"/>
                      </a:srgbClr>
                    </a:solidFill>
                  </a:tcPr>
                </a:tc>
                <a:extLst>
                  <a:ext uri="{0D108BD9-81ED-4DB2-BD59-A6C34878D82A}">
                    <a16:rowId xmlns:a16="http://schemas.microsoft.com/office/drawing/2014/main" val="597323176"/>
                  </a:ext>
                </a:extLst>
              </a:tr>
              <a:tr h="453644">
                <a:tc>
                  <a:txBody>
                    <a:bodyPr/>
                    <a:lstStyle/>
                    <a:p>
                      <a:pPr marL="0" indent="0" algn="ctr">
                        <a:lnSpc>
                          <a:spcPct val="80000"/>
                        </a:lnSpc>
                        <a:buFont typeface="Arial" panose="020B0604020202020204" pitchFamily="34" charset="0"/>
                        <a:buNone/>
                      </a:pPr>
                      <a:endParaRPr lang="en-US" sz="1100">
                        <a:solidFill>
                          <a:srgbClr val="99B5DB"/>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939393"/>
                    </a:solidFill>
                  </a:tcPr>
                </a:tc>
                <a:tc>
                  <a:txBody>
                    <a:bodyPr/>
                    <a:lstStyle/>
                    <a:p>
                      <a:pPr marL="0" indent="0" algn="l">
                        <a:lnSpc>
                          <a:spcPct val="80000"/>
                        </a:lnSpc>
                        <a:buFont typeface="Wingdings" panose="05000000000000000000" pitchFamily="2" charset="2"/>
                        <a:buNone/>
                      </a:pPr>
                      <a:r>
                        <a:rPr lang="en-US" sz="1100" b="0">
                          <a:solidFill>
                            <a:schemeClr val="tx1"/>
                          </a:solidFill>
                        </a:rPr>
                        <a:t>Silversea</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939393">
                        <a:alpha val="30196"/>
                      </a:srgbClr>
                    </a:solidFill>
                  </a:tcPr>
                </a:tc>
                <a:extLst>
                  <a:ext uri="{0D108BD9-81ED-4DB2-BD59-A6C34878D82A}">
                    <a16:rowId xmlns:a16="http://schemas.microsoft.com/office/drawing/2014/main" val="1463495749"/>
                  </a:ext>
                </a:extLst>
              </a:tr>
              <a:tr h="453644">
                <a:tc>
                  <a:txBody>
                    <a:bodyPr/>
                    <a:lstStyle/>
                    <a:p>
                      <a:pPr marL="0" indent="0" algn="ctr">
                        <a:lnSpc>
                          <a:spcPct val="80000"/>
                        </a:lnSpc>
                        <a:buFont typeface="Arial" panose="020B0604020202020204" pitchFamily="34" charset="0"/>
                        <a:buNone/>
                      </a:pPr>
                      <a:endParaRPr lang="en-US" sz="1100">
                        <a:solidFill>
                          <a:srgbClr val="99B5DB"/>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216C"/>
                    </a:solidFill>
                  </a:tcPr>
                </a:tc>
                <a:tc>
                  <a:txBody>
                    <a:bodyPr/>
                    <a:lstStyle/>
                    <a:p>
                      <a:pPr marL="0" indent="0" algn="l">
                        <a:lnSpc>
                          <a:spcPct val="80000"/>
                        </a:lnSpc>
                        <a:buFont typeface="Wingdings" panose="05000000000000000000" pitchFamily="2" charset="2"/>
                        <a:buNone/>
                      </a:pPr>
                      <a:r>
                        <a:rPr lang="en-US" sz="1100" b="0">
                          <a:solidFill>
                            <a:schemeClr val="tx1"/>
                          </a:solidFill>
                        </a:rPr>
                        <a:t>Regent Seven Seas</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216C">
                        <a:alpha val="30196"/>
                      </a:srgbClr>
                    </a:solidFill>
                  </a:tcPr>
                </a:tc>
                <a:extLst>
                  <a:ext uri="{0D108BD9-81ED-4DB2-BD59-A6C34878D82A}">
                    <a16:rowId xmlns:a16="http://schemas.microsoft.com/office/drawing/2014/main" val="249814825"/>
                  </a:ext>
                </a:extLst>
              </a:tr>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4F0304"/>
                    </a:solidFill>
                  </a:tcPr>
                </a:tc>
                <a:tc>
                  <a:txBody>
                    <a:bodyPr/>
                    <a:lstStyle/>
                    <a:p>
                      <a:pPr marL="0" indent="0" algn="l">
                        <a:lnSpc>
                          <a:spcPct val="80000"/>
                        </a:lnSpc>
                        <a:buFont typeface="Wingdings" panose="05000000000000000000" pitchFamily="2" charset="2"/>
                        <a:buNone/>
                      </a:pPr>
                      <a:r>
                        <a:rPr lang="en-US" sz="1100" b="0">
                          <a:solidFill>
                            <a:schemeClr val="tx1"/>
                          </a:solidFill>
                        </a:rPr>
                        <a:t>Orient Express</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4F0304">
                        <a:alpha val="30196"/>
                      </a:srgbClr>
                    </a:solidFill>
                  </a:tcPr>
                </a:tc>
                <a:extLst>
                  <a:ext uri="{0D108BD9-81ED-4DB2-BD59-A6C34878D82A}">
                    <a16:rowId xmlns:a16="http://schemas.microsoft.com/office/drawing/2014/main" val="3573456455"/>
                  </a:ext>
                </a:extLst>
              </a:tr>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DDC38B"/>
                    </a:solidFill>
                  </a:tcPr>
                </a:tc>
                <a:tc>
                  <a:txBody>
                    <a:bodyPr/>
                    <a:lstStyle/>
                    <a:p>
                      <a:pPr marL="0" indent="0" algn="l">
                        <a:lnSpc>
                          <a:spcPct val="80000"/>
                        </a:lnSpc>
                        <a:buFont typeface="Wingdings" panose="05000000000000000000" pitchFamily="2" charset="2"/>
                        <a:buNone/>
                      </a:pPr>
                      <a:r>
                        <a:rPr lang="en-US" sz="1100" b="0">
                          <a:solidFill>
                            <a:schemeClr val="tx1"/>
                          </a:solidFill>
                        </a:rPr>
                        <a:t>Aman</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DDC38B">
                        <a:alpha val="30196"/>
                      </a:srgbClr>
                    </a:solidFill>
                  </a:tcPr>
                </a:tc>
                <a:extLst>
                  <a:ext uri="{0D108BD9-81ED-4DB2-BD59-A6C34878D82A}">
                    <a16:rowId xmlns:a16="http://schemas.microsoft.com/office/drawing/2014/main" val="1049173339"/>
                  </a:ext>
                </a:extLst>
              </a:tr>
            </a:tbl>
          </a:graphicData>
        </a:graphic>
      </p:graphicFrame>
    </p:spTree>
    <p:extLst>
      <p:ext uri="{BB962C8B-B14F-4D97-AF65-F5344CB8AC3E}">
        <p14:creationId xmlns:p14="http://schemas.microsoft.com/office/powerpoint/2010/main" val="4057264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04A8F-CF14-16B8-C950-89A64D0FE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5DD9FB-7184-96BA-F053-C598A693133D}"/>
              </a:ext>
            </a:extLst>
          </p:cNvPr>
          <p:cNvSpPr>
            <a:spLocks noGrp="1"/>
          </p:cNvSpPr>
          <p:nvPr>
            <p:ph type="title"/>
          </p:nvPr>
        </p:nvSpPr>
        <p:spPr/>
        <p:txBody>
          <a:bodyPr/>
          <a:lstStyle/>
          <a:p>
            <a:r>
              <a:rPr lang="en-GB" noProof="1"/>
              <a:t>GLOBAL REPORT</a:t>
            </a:r>
          </a:p>
        </p:txBody>
      </p:sp>
      <p:sp>
        <p:nvSpPr>
          <p:cNvPr id="3" name="Text Placeholder 2">
            <a:extLst>
              <a:ext uri="{FF2B5EF4-FFF2-40B4-BE49-F238E27FC236}">
                <a16:creationId xmlns:a16="http://schemas.microsoft.com/office/drawing/2014/main" id="{CAEF3B8E-952F-7CFE-D298-A16650706676}"/>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6CC7C31A-7004-97D5-61DC-A1A0F62899E6}"/>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Tree>
    <p:extLst>
      <p:ext uri="{BB962C8B-B14F-4D97-AF65-F5344CB8AC3E}">
        <p14:creationId xmlns:p14="http://schemas.microsoft.com/office/powerpoint/2010/main" val="2831307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5BE8-1288-72DE-8EEF-9F49695EC6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18148C3-B3E4-85CF-1356-6FC7885C7D9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1D8D37A6-1678-4BDC-BB22-5BC7EE746497}"/>
              </a:ext>
            </a:extLst>
          </p:cNvPr>
          <p:cNvSpPr>
            <a:spLocks noGrp="1"/>
          </p:cNvSpPr>
          <p:nvPr>
            <p:ph type="title"/>
          </p:nvPr>
        </p:nvSpPr>
        <p:spPr/>
        <p:txBody>
          <a:bodyPr/>
          <a:lstStyle/>
          <a:p>
            <a:r>
              <a:rPr lang="en-US"/>
              <a:t>YACHTS- </a:t>
            </a:r>
            <a:r>
              <a:rPr lang="en-US" i="1"/>
              <a:t>GLOBAL</a:t>
            </a:r>
          </a:p>
        </p:txBody>
      </p:sp>
      <p:sp>
        <p:nvSpPr>
          <p:cNvPr id="6" name="Text Placeholder 5">
            <a:extLst>
              <a:ext uri="{FF2B5EF4-FFF2-40B4-BE49-F238E27FC236}">
                <a16:creationId xmlns:a16="http://schemas.microsoft.com/office/drawing/2014/main" id="{5635C411-BB47-66DD-F721-79D4A2DD2A72}"/>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0AB21660-DEBA-A6C5-9FCA-4744C0D27974}"/>
              </a:ext>
            </a:extLst>
          </p:cNvPr>
          <p:cNvSpPr>
            <a:spLocks noGrp="1"/>
          </p:cNvSpPr>
          <p:nvPr>
            <p:ph type="body" sz="quarter" idx="26"/>
          </p:nvPr>
        </p:nvSpPr>
        <p:spPr>
          <a:xfrm>
            <a:off x="348299" y="1035119"/>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C4DBC3BE-9875-C1B8-B734-5C7581A1CC22}"/>
              </a:ext>
            </a:extLst>
          </p:cNvPr>
          <p:cNvGrpSpPr/>
          <p:nvPr/>
        </p:nvGrpSpPr>
        <p:grpSpPr>
          <a:xfrm>
            <a:off x="348299" y="1392621"/>
            <a:ext cx="7756383" cy="1759368"/>
            <a:chOff x="630382" y="3504093"/>
            <a:chExt cx="3493236" cy="2645148"/>
          </a:xfrm>
        </p:grpSpPr>
        <p:sp>
          <p:nvSpPr>
            <p:cNvPr id="33" name="Rectangle: Rounded Corners 32">
              <a:extLst>
                <a:ext uri="{FF2B5EF4-FFF2-40B4-BE49-F238E27FC236}">
                  <a16:creationId xmlns:a16="http://schemas.microsoft.com/office/drawing/2014/main" id="{D07043CB-2945-EF96-2792-6B9891511EDB}"/>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FFCFC38A-7670-E95A-C102-D1270BF6B87C}"/>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a:solidFill>
                    <a:srgbClr val="FFFFFF"/>
                  </a:solidFill>
                  <a:latin typeface="Helvetica Neue"/>
                </a:rPr>
                <a:t>FOUR SEASONS</a:t>
              </a:r>
              <a:endParaRPr kumimoji="0" lang="en-US" sz="1400" b="1" i="0" u="none" strike="noStrike" kern="1200" cap="none" spc="0" normalizeH="0" baseline="0" noProof="0">
                <a:ln>
                  <a:noFill/>
                </a:ln>
                <a:solidFill>
                  <a:srgbClr val="FFFFFF"/>
                </a:solidFill>
                <a:effectLst/>
                <a:uLnTx/>
                <a:uFillTx/>
                <a:latin typeface="Helvetica Neue"/>
                <a:ea typeface="+mn-ea"/>
                <a:cs typeface="+mn-cs"/>
              </a:endParaRPr>
            </a:p>
          </p:txBody>
        </p:sp>
      </p:grpSp>
      <p:grpSp>
        <p:nvGrpSpPr>
          <p:cNvPr id="36" name="Group 35">
            <a:extLst>
              <a:ext uri="{FF2B5EF4-FFF2-40B4-BE49-F238E27FC236}">
                <a16:creationId xmlns:a16="http://schemas.microsoft.com/office/drawing/2014/main" id="{8DD41603-E27A-02A0-A773-B84A4F8F8FC8}"/>
              </a:ext>
            </a:extLst>
          </p:cNvPr>
          <p:cNvGrpSpPr/>
          <p:nvPr/>
        </p:nvGrpSpPr>
        <p:grpSpPr>
          <a:xfrm>
            <a:off x="348300" y="3252349"/>
            <a:ext cx="3768915" cy="2916404"/>
            <a:chOff x="4286446" y="3503768"/>
            <a:chExt cx="3470145" cy="2641114"/>
          </a:xfrm>
        </p:grpSpPr>
        <p:sp>
          <p:nvSpPr>
            <p:cNvPr id="39" name="Rectangle: Rounded Corners 38">
              <a:extLst>
                <a:ext uri="{FF2B5EF4-FFF2-40B4-BE49-F238E27FC236}">
                  <a16:creationId xmlns:a16="http://schemas.microsoft.com/office/drawing/2014/main" id="{9A326CC4-FC37-49EC-0B44-1C798DCB6161}"/>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F8BAC79E-4203-66F3-AAE4-CE15CD3A5363}"/>
                </a:ext>
              </a:extLst>
            </p:cNvPr>
            <p:cNvSpPr/>
            <p:nvPr/>
          </p:nvSpPr>
          <p:spPr>
            <a:xfrm>
              <a:off x="4286446" y="3514696"/>
              <a:ext cx="3470145" cy="431267"/>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SILVERSEA</a:t>
              </a:r>
            </a:p>
          </p:txBody>
        </p:sp>
      </p:grpSp>
      <p:sp>
        <p:nvSpPr>
          <p:cNvPr id="45" name="Rectangle: Rounded Corners 44">
            <a:extLst>
              <a:ext uri="{FF2B5EF4-FFF2-40B4-BE49-F238E27FC236}">
                <a16:creationId xmlns:a16="http://schemas.microsoft.com/office/drawing/2014/main" id="{8A0AD395-7B7D-401A-4885-7BC760370CDA}"/>
              </a:ext>
            </a:extLst>
          </p:cNvPr>
          <p:cNvSpPr/>
          <p:nvPr/>
        </p:nvSpPr>
        <p:spPr>
          <a:xfrm>
            <a:off x="4310644" y="3331508"/>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6638C26D-F96D-3946-A99F-ED8CA970A95E}"/>
              </a:ext>
            </a:extLst>
          </p:cNvPr>
          <p:cNvSpPr/>
          <p:nvPr/>
        </p:nvSpPr>
        <p:spPr>
          <a:xfrm>
            <a:off x="4310644" y="3264416"/>
            <a:ext cx="3787111" cy="460245"/>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b="1">
                <a:solidFill>
                  <a:srgbClr val="FFFFFF"/>
                </a:solidFill>
              </a:rPr>
              <a:t>REGENT SEVEN SEAS</a:t>
            </a:r>
          </a:p>
        </p:txBody>
      </p:sp>
      <p:sp>
        <p:nvSpPr>
          <p:cNvPr id="19" name="Content Placeholder 8">
            <a:extLst>
              <a:ext uri="{FF2B5EF4-FFF2-40B4-BE49-F238E27FC236}">
                <a16:creationId xmlns:a16="http://schemas.microsoft.com/office/drawing/2014/main" id="{1D018E5C-F204-E75D-7158-599E4430FB98}"/>
              </a:ext>
            </a:extLst>
          </p:cNvPr>
          <p:cNvSpPr txBox="1">
            <a:spLocks/>
          </p:cNvSpPr>
          <p:nvPr/>
        </p:nvSpPr>
        <p:spPr>
          <a:xfrm>
            <a:off x="348229" y="6477366"/>
            <a:ext cx="11094804" cy="480131"/>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Share of Voice by volume of coverage, positive only. Share of Prominence is comprised of human-coded, positive and neutral results, based off targeted tier-1 media lists. Analysis is comprised of US, UK, UAE, Italy, Germany, France, India, Australia, Japan, Korea and China. Share of Prominence is comprised of human-coded, positive and neutral results, based off targeted tier-1 media lists. Analysis is comprised of US, UK, UAE, Italy, Germany, France, India, Australia, Japan, Korea and China. </a:t>
            </a: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endPar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endParaRP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endPar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endParaRPr>
          </a:p>
        </p:txBody>
      </p:sp>
      <p:sp>
        <p:nvSpPr>
          <p:cNvPr id="20" name="TextBox 8">
            <a:extLst>
              <a:ext uri="{FF2B5EF4-FFF2-40B4-BE49-F238E27FC236}">
                <a16:creationId xmlns:a16="http://schemas.microsoft.com/office/drawing/2014/main" id="{9F1BD42D-190D-8308-771B-26622DDC2484}"/>
              </a:ext>
            </a:extLst>
          </p:cNvPr>
          <p:cNvSpPr txBox="1"/>
          <p:nvPr/>
        </p:nvSpPr>
        <p:spPr>
          <a:xfrm>
            <a:off x="275698" y="6657302"/>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JULY 2026.</a:t>
            </a:r>
          </a:p>
        </p:txBody>
      </p:sp>
      <p:graphicFrame>
        <p:nvGraphicFramePr>
          <p:cNvPr id="5" name="Table 4">
            <a:extLst>
              <a:ext uri="{FF2B5EF4-FFF2-40B4-BE49-F238E27FC236}">
                <a16:creationId xmlns:a16="http://schemas.microsoft.com/office/drawing/2014/main" id="{A318C31C-F1C8-E38F-4A0D-9FA9B48B1F5B}"/>
              </a:ext>
            </a:extLst>
          </p:cNvPr>
          <p:cNvGraphicFramePr>
            <a:graphicFrameLocks noGrp="1"/>
          </p:cNvGraphicFramePr>
          <p:nvPr>
            <p:extLst>
              <p:ext uri="{D42A27DB-BD31-4B8C-83A1-F6EECF244321}">
                <p14:modId xmlns:p14="http://schemas.microsoft.com/office/powerpoint/2010/main" val="2470772831"/>
              </p:ext>
            </p:extLst>
          </p:nvPr>
        </p:nvGraphicFramePr>
        <p:xfrm>
          <a:off x="400584" y="6239758"/>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7" name="Text Placeholder 38x7905">
            <a:extLst>
              <a:ext uri="{FF2B5EF4-FFF2-40B4-BE49-F238E27FC236}">
                <a16:creationId xmlns:a16="http://schemas.microsoft.com/office/drawing/2014/main" id="{AA6F5674-489A-1E32-F457-44A2ADCA6978}"/>
              </a:ext>
            </a:extLst>
          </p:cNvPr>
          <p:cNvSpPr txBox="1">
            <a:spLocks/>
          </p:cNvSpPr>
          <p:nvPr/>
        </p:nvSpPr>
        <p:spPr>
          <a:xfrm>
            <a:off x="475168" y="1857170"/>
            <a:ext cx="7276610"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buFont typeface="Arial" panose="020B0604020202020204" pitchFamily="34" charset="0"/>
              <a:buChar char="•"/>
              <a:defRPr/>
            </a:pPr>
            <a:r>
              <a:rPr lang="en-US" sz="1000" i="1">
                <a:solidFill>
                  <a:schemeClr val="tx1"/>
                </a:solidFill>
                <a:cs typeface="Arial"/>
                <a:hlinkClick r:id="rId2">
                  <a:extLst>
                    <a:ext uri="{A12FA001-AC4F-418D-AE19-62706E023703}">
                      <ahyp:hlinkClr xmlns:ahyp="http://schemas.microsoft.com/office/drawing/2018/hyperlinkcolor" val="tx"/>
                    </a:ext>
                  </a:extLst>
                </a:hlinkClick>
              </a:rPr>
              <a:t>Bon Appetit </a:t>
            </a:r>
            <a:r>
              <a:rPr lang="en-CA" sz="1000">
                <a:solidFill>
                  <a:schemeClr val="tx1"/>
                </a:solidFill>
                <a:cs typeface="Arial"/>
              </a:rPr>
              <a:t>offered an exclusive look at a week aboard the Four Seasons I, highlighted its standout culinary experiences </a:t>
            </a:r>
            <a:r>
              <a:rPr lang="en-CA" sz="1000" i="1">
                <a:solidFill>
                  <a:schemeClr val="tx1"/>
                </a:solidFill>
                <a:cs typeface="Arial"/>
                <a:hlinkClick r:id="rId3">
                  <a:extLst>
                    <a:ext uri="{A12FA001-AC4F-418D-AE19-62706E023703}">
                      <ahyp:hlinkClr xmlns:ahyp="http://schemas.microsoft.com/office/drawing/2018/hyperlinkcolor" val="tx"/>
                    </a:ext>
                  </a:extLst>
                </a:hlinkClick>
              </a:rPr>
              <a:t>The Star</a:t>
            </a:r>
            <a:r>
              <a:rPr lang="en-CA" sz="1000" i="1">
                <a:solidFill>
                  <a:schemeClr val="tx1"/>
                </a:solidFill>
                <a:cs typeface="Arial"/>
              </a:rPr>
              <a:t> </a:t>
            </a:r>
            <a:r>
              <a:rPr lang="en-CA" sz="1000">
                <a:solidFill>
                  <a:schemeClr val="tx1"/>
                </a:solidFill>
                <a:cs typeface="Arial"/>
              </a:rPr>
              <a:t>offered a similar review and </a:t>
            </a:r>
            <a:r>
              <a:rPr lang="en-US" sz="1000" i="1">
                <a:solidFill>
                  <a:schemeClr val="tx1"/>
                </a:solidFill>
                <a:hlinkClick r:id="rId4">
                  <a:extLst>
                    <a:ext uri="{A12FA001-AC4F-418D-AE19-62706E023703}">
                      <ahyp:hlinkClr xmlns:ahyp="http://schemas.microsoft.com/office/drawing/2018/hyperlinkcolor" val="tx"/>
                    </a:ext>
                  </a:extLst>
                </a:hlinkClick>
              </a:rPr>
              <a:t>Independent</a:t>
            </a:r>
            <a:r>
              <a:rPr lang="en-US" sz="1000" i="1">
                <a:solidFill>
                  <a:schemeClr val="tx1"/>
                </a:solidFill>
              </a:rPr>
              <a:t> </a:t>
            </a:r>
            <a:r>
              <a:rPr lang="en-US" sz="1000">
                <a:solidFill>
                  <a:schemeClr val="tx1"/>
                </a:solidFill>
              </a:rPr>
              <a:t>included Four Seasons as one of the best new cruise ships launching in 2026. </a:t>
            </a:r>
            <a:endParaRPr lang="en-CA" sz="1000">
              <a:solidFill>
                <a:schemeClr val="tx1"/>
              </a:solidFill>
              <a:cs typeface="Arial"/>
            </a:endParaRPr>
          </a:p>
          <a:p>
            <a:pPr marL="171450" lvl="0" indent="-171450">
              <a:buFont typeface="Arial" panose="020B0604020202020204" pitchFamily="34" charset="0"/>
              <a:buChar char="•"/>
              <a:defRPr/>
            </a:pPr>
            <a:r>
              <a:rPr lang="en-CA" sz="1000">
                <a:solidFill>
                  <a:schemeClr val="tx1"/>
                </a:solidFill>
              </a:rPr>
              <a:t>Four Seasons Yachts commissioned Fincantieri to build its third yacht, expected in 2031 (</a:t>
            </a:r>
            <a:r>
              <a:rPr lang="en-CA" sz="1000" i="1">
                <a:solidFill>
                  <a:schemeClr val="tx1"/>
                </a:solidFill>
                <a:hlinkClick r:id="rId5">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6">
                  <a:extLst>
                    <a:ext uri="{A12FA001-AC4F-418D-AE19-62706E023703}">
                      <ahyp:hlinkClr xmlns:ahyp="http://schemas.microsoft.com/office/drawing/2018/hyperlinkcolor" val="tx"/>
                    </a:ext>
                  </a:extLst>
                </a:hlinkClick>
              </a:rPr>
              <a:t>Travel Pulse</a:t>
            </a:r>
            <a:r>
              <a:rPr lang="en-CA" sz="1000">
                <a:solidFill>
                  <a:schemeClr val="tx1"/>
                </a:solidFill>
              </a:rPr>
              <a:t>; </a:t>
            </a:r>
            <a:r>
              <a:rPr lang="en-CA" sz="1000" i="1">
                <a:solidFill>
                  <a:schemeClr val="tx1"/>
                </a:solidFill>
                <a:hlinkClick r:id="rId7">
                  <a:extLst>
                    <a:ext uri="{A12FA001-AC4F-418D-AE19-62706E023703}">
                      <ahyp:hlinkClr xmlns:ahyp="http://schemas.microsoft.com/office/drawing/2018/hyperlinkcolor" val="tx"/>
                    </a:ext>
                  </a:extLst>
                </a:hlinkClick>
              </a:rPr>
              <a:t>Latte Luxury News</a:t>
            </a:r>
            <a:r>
              <a:rPr lang="en-CA" sz="1000">
                <a:solidFill>
                  <a:schemeClr val="tx1"/>
                </a:solidFill>
              </a:rPr>
              <a:t>; </a:t>
            </a:r>
            <a:r>
              <a:rPr lang="en-CA" sz="1000" i="1">
                <a:solidFill>
                  <a:schemeClr val="tx1"/>
                </a:solidFill>
                <a:hlinkClick r:id="rId8">
                  <a:extLst>
                    <a:ext uri="{A12FA001-AC4F-418D-AE19-62706E023703}">
                      <ahyp:hlinkClr xmlns:ahyp="http://schemas.microsoft.com/office/drawing/2018/hyperlinkcolor" val="tx"/>
                    </a:ext>
                  </a:extLst>
                </a:hlinkClick>
              </a:rPr>
              <a:t>The Independent</a:t>
            </a:r>
            <a:r>
              <a:rPr lang="en-CA" sz="1000">
                <a:solidFill>
                  <a:schemeClr val="tx1"/>
                </a:solidFill>
              </a:rPr>
              <a:t>; </a:t>
            </a:r>
            <a:r>
              <a:rPr lang="en-CA" sz="1000" i="1">
                <a:solidFill>
                  <a:schemeClr val="tx1"/>
                </a:solidFill>
                <a:hlinkClick r:id="rId9">
                  <a:extLst>
                    <a:ext uri="{A12FA001-AC4F-418D-AE19-62706E023703}">
                      <ahyp:hlinkClr xmlns:ahyp="http://schemas.microsoft.com/office/drawing/2018/hyperlinkcolor" val="tx"/>
                    </a:ext>
                  </a:extLst>
                </a:hlinkClick>
              </a:rPr>
              <a:t>FVW</a:t>
            </a:r>
            <a:r>
              <a:rPr lang="en-CA" sz="1000">
                <a:solidFill>
                  <a:schemeClr val="tx1"/>
                </a:solidFill>
              </a:rPr>
              <a:t>) and introduced new private-island experiences for the inaugural Caribbean of Four Seasons I (</a:t>
            </a:r>
            <a:r>
              <a:rPr lang="en-CA" sz="1000" i="1">
                <a:solidFill>
                  <a:schemeClr val="tx1"/>
                </a:solidFill>
                <a:hlinkClick r:id="rId10">
                  <a:extLst>
                    <a:ext uri="{A12FA001-AC4F-418D-AE19-62706E023703}">
                      <ahyp:hlinkClr xmlns:ahyp="http://schemas.microsoft.com/office/drawing/2018/hyperlinkcolor" val="tx"/>
                    </a:ext>
                  </a:extLst>
                </a:hlinkClick>
              </a:rPr>
              <a:t>Global Traveler</a:t>
            </a:r>
            <a:r>
              <a:rPr lang="en-CA" sz="1000" i="1">
                <a:solidFill>
                  <a:schemeClr val="tx1"/>
                </a:solidFill>
              </a:rPr>
              <a:t>, </a:t>
            </a:r>
            <a:r>
              <a:rPr lang="en-CA" sz="1000" i="1">
                <a:solidFill>
                  <a:schemeClr val="tx1"/>
                </a:solidFill>
                <a:hlinkClick r:id="rId4">
                  <a:extLst>
                    <a:ext uri="{A12FA001-AC4F-418D-AE19-62706E023703}">
                      <ahyp:hlinkClr xmlns:ahyp="http://schemas.microsoft.com/office/drawing/2018/hyperlinkcolor" val="tx"/>
                    </a:ext>
                  </a:extLst>
                </a:hlinkClick>
              </a:rPr>
              <a:t>The </a:t>
            </a:r>
            <a:r>
              <a:rPr lang="en-CA" sz="1000" i="1" err="1">
                <a:solidFill>
                  <a:schemeClr val="tx1"/>
                </a:solidFill>
                <a:hlinkClick r:id="rId4">
                  <a:extLst>
                    <a:ext uri="{A12FA001-AC4F-418D-AE19-62706E023703}">
                      <ahyp:hlinkClr xmlns:ahyp="http://schemas.microsoft.com/office/drawing/2018/hyperlinkcolor" val="tx"/>
                    </a:ext>
                  </a:extLst>
                </a:hlinkClick>
              </a:rPr>
              <a:t>Independent</a:t>
            </a:r>
            <a:r>
              <a:rPr lang="en-CA" sz="1000" i="1" err="1">
                <a:solidFill>
                  <a:schemeClr val="tx1"/>
                </a:solidFill>
              </a:rPr>
              <a:t>,</a:t>
            </a:r>
            <a:r>
              <a:rPr lang="en-CA" sz="1000" i="1" err="1">
                <a:solidFill>
                  <a:schemeClr val="tx1"/>
                </a:solidFill>
                <a:hlinkClick r:id="rId11">
                  <a:extLst>
                    <a:ext uri="{A12FA001-AC4F-418D-AE19-62706E023703}">
                      <ahyp:hlinkClr xmlns:ahyp="http://schemas.microsoft.com/office/drawing/2018/hyperlinkcolor" val="tx"/>
                    </a:ext>
                  </a:extLst>
                </a:hlinkClick>
              </a:rPr>
              <a:t>Travel</a:t>
            </a:r>
            <a:r>
              <a:rPr lang="en-CA" sz="1000" i="1">
                <a:solidFill>
                  <a:schemeClr val="tx1"/>
                </a:solidFill>
                <a:hlinkClick r:id="rId11">
                  <a:extLst>
                    <a:ext uri="{A12FA001-AC4F-418D-AE19-62706E023703}">
                      <ahyp:hlinkClr xmlns:ahyp="http://schemas.microsoft.com/office/drawing/2018/hyperlinkcolor" val="tx"/>
                    </a:ext>
                  </a:extLst>
                </a:hlinkClick>
              </a:rPr>
              <a:t> Pulse</a:t>
            </a:r>
            <a:r>
              <a:rPr lang="en-CA" sz="1000" i="1">
                <a:solidFill>
                  <a:schemeClr val="tx1"/>
                </a:solidFill>
              </a:rPr>
              <a:t>).</a:t>
            </a:r>
            <a:endParaRPr lang="en-US" sz="1000" i="1">
              <a:solidFill>
                <a:schemeClr val="tx1"/>
              </a:solidFill>
              <a:cs typeface="Arial"/>
            </a:endParaRPr>
          </a:p>
        </p:txBody>
      </p:sp>
      <p:sp>
        <p:nvSpPr>
          <p:cNvPr id="8" name="Text Placeholder 38x2349">
            <a:extLst>
              <a:ext uri="{FF2B5EF4-FFF2-40B4-BE49-F238E27FC236}">
                <a16:creationId xmlns:a16="http://schemas.microsoft.com/office/drawing/2014/main" id="{C57C2448-77BE-0440-D02F-FF13927F1423}"/>
              </a:ext>
            </a:extLst>
          </p:cNvPr>
          <p:cNvSpPr txBox="1">
            <a:spLocks/>
          </p:cNvSpPr>
          <p:nvPr/>
        </p:nvSpPr>
        <p:spPr>
          <a:xfrm>
            <a:off x="439164" y="3840410"/>
            <a:ext cx="3567000" cy="229920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buFont typeface="Arial" panose="020B0604020202020204" pitchFamily="34" charset="0"/>
              <a:buChar char="•"/>
              <a:defRPr/>
            </a:pPr>
            <a:r>
              <a:rPr lang="en-CA" sz="1000">
                <a:solidFill>
                  <a:schemeClr val="tx1"/>
                </a:solidFill>
                <a:cs typeface="Arial"/>
              </a:rPr>
              <a:t>Silversea unveiled its 2028-29 voyage collection across 497 destinations, including new Northern Europe itineraries, and was named among the best cruise lines of 2026 (</a:t>
            </a:r>
            <a:r>
              <a:rPr lang="en-CA" sz="1000" i="1">
                <a:solidFill>
                  <a:schemeClr val="tx1"/>
                </a:solidFill>
                <a:cs typeface="Arial"/>
                <a:hlinkClick r:id="rId12">
                  <a:extLst>
                    <a:ext uri="{A12FA001-AC4F-418D-AE19-62706E023703}">
                      <ahyp:hlinkClr xmlns:ahyp="http://schemas.microsoft.com/office/drawing/2018/hyperlinkcolor" val="tx"/>
                    </a:ext>
                  </a:extLst>
                </a:hlinkClick>
              </a:rPr>
              <a:t>Travel Market Report</a:t>
            </a:r>
            <a:r>
              <a:rPr lang="en-CA" sz="1000">
                <a:solidFill>
                  <a:schemeClr val="tx1"/>
                </a:solidFill>
                <a:cs typeface="Arial"/>
              </a:rPr>
              <a:t>; </a:t>
            </a:r>
            <a:r>
              <a:rPr lang="en-CA" sz="1000" i="1">
                <a:solidFill>
                  <a:schemeClr val="tx1"/>
                </a:solidFill>
                <a:cs typeface="Arial"/>
                <a:hlinkClick r:id="rId13">
                  <a:extLst>
                    <a:ext uri="{A12FA001-AC4F-418D-AE19-62706E023703}">
                      <ahyp:hlinkClr xmlns:ahyp="http://schemas.microsoft.com/office/drawing/2018/hyperlinkcolor" val="tx"/>
                    </a:ext>
                  </a:extLst>
                </a:hlinkClick>
              </a:rPr>
              <a:t>Breaking Travel News</a:t>
            </a:r>
            <a:r>
              <a:rPr lang="en-CA" sz="1000">
                <a:solidFill>
                  <a:schemeClr val="tx1"/>
                </a:solidFill>
                <a:cs typeface="Arial"/>
              </a:rPr>
              <a:t>; </a:t>
            </a:r>
            <a:r>
              <a:rPr lang="en-CA" sz="1000" i="1">
                <a:solidFill>
                  <a:schemeClr val="tx1"/>
                </a:solidFill>
                <a:cs typeface="Arial"/>
                <a:hlinkClick r:id="rId14">
                  <a:extLst>
                    <a:ext uri="{A12FA001-AC4F-418D-AE19-62706E023703}">
                      <ahyp:hlinkClr xmlns:ahyp="http://schemas.microsoft.com/office/drawing/2018/hyperlinkcolor" val="tx"/>
                    </a:ext>
                  </a:extLst>
                </a:hlinkClick>
              </a:rPr>
              <a:t>FVW</a:t>
            </a:r>
            <a:r>
              <a:rPr lang="en-CA" sz="1000">
                <a:solidFill>
                  <a:schemeClr val="tx1"/>
                </a:solidFill>
                <a:cs typeface="Arial"/>
              </a:rPr>
              <a:t>;)</a:t>
            </a:r>
          </a:p>
          <a:p>
            <a:pPr marL="171450" lvl="0" indent="-171450">
              <a:buFont typeface="Arial" panose="020B0604020202020204" pitchFamily="34" charset="0"/>
              <a:buChar char="•"/>
              <a:defRPr/>
            </a:pPr>
            <a:r>
              <a:rPr lang="en-CA" sz="1000">
                <a:solidFill>
                  <a:schemeClr val="tx1"/>
                </a:solidFill>
                <a:cs typeface="Arial"/>
              </a:rPr>
              <a:t>Silversea Cruises launched golf-themed sailings with </a:t>
            </a:r>
            <a:r>
              <a:rPr lang="en-CA" sz="1000" err="1">
                <a:solidFill>
                  <a:schemeClr val="tx1"/>
                </a:solidFill>
                <a:cs typeface="Arial"/>
              </a:rPr>
              <a:t>PerryGolf</a:t>
            </a:r>
            <a:r>
              <a:rPr lang="en-CA" sz="1000">
                <a:solidFill>
                  <a:schemeClr val="tx1"/>
                </a:solidFill>
                <a:cs typeface="Arial"/>
              </a:rPr>
              <a:t>, including access to Ryder Cup and Open courses (</a:t>
            </a:r>
            <a:r>
              <a:rPr lang="en-CA" sz="1000" i="1">
                <a:solidFill>
                  <a:schemeClr val="tx1"/>
                </a:solidFill>
                <a:cs typeface="Arial"/>
                <a:hlinkClick r:id="rId15">
                  <a:extLst>
                    <a:ext uri="{A12FA001-AC4F-418D-AE19-62706E023703}">
                      <ahyp:hlinkClr xmlns:ahyp="http://schemas.microsoft.com/office/drawing/2018/hyperlinkcolor" val="tx"/>
                    </a:ext>
                  </a:extLst>
                </a:hlinkClick>
              </a:rPr>
              <a:t>Travel Market Report</a:t>
            </a:r>
            <a:r>
              <a:rPr lang="en-CA" sz="1000">
                <a:solidFill>
                  <a:schemeClr val="tx1"/>
                </a:solidFill>
                <a:cs typeface="Arial"/>
              </a:rPr>
              <a:t>; </a:t>
            </a:r>
            <a:r>
              <a:rPr lang="en-CA" sz="1000" i="1">
                <a:solidFill>
                  <a:schemeClr val="tx1"/>
                </a:solidFill>
                <a:cs typeface="Arial"/>
                <a:hlinkClick r:id="rId16">
                  <a:extLst>
                    <a:ext uri="{A12FA001-AC4F-418D-AE19-62706E023703}">
                      <ahyp:hlinkClr xmlns:ahyp="http://schemas.microsoft.com/office/drawing/2018/hyperlinkcolor" val="tx"/>
                    </a:ext>
                  </a:extLst>
                </a:hlinkClick>
              </a:rPr>
              <a:t>The Independent</a:t>
            </a:r>
            <a:r>
              <a:rPr lang="en-CA" sz="1000">
                <a:solidFill>
                  <a:schemeClr val="tx1"/>
                </a:solidFill>
                <a:cs typeface="Arial"/>
              </a:rPr>
              <a:t>).</a:t>
            </a:r>
          </a:p>
          <a:p>
            <a:pPr marL="171450" lvl="0" indent="-171450">
              <a:buFont typeface="Arial" panose="020B0604020202020204" pitchFamily="34" charset="0"/>
              <a:buChar char="•"/>
              <a:defRPr/>
            </a:pPr>
            <a:r>
              <a:rPr lang="en-CA" sz="1000">
                <a:solidFill>
                  <a:schemeClr val="tx1"/>
                </a:solidFill>
                <a:cs typeface="Arial"/>
              </a:rPr>
              <a:t>The cruise line was highlighted for Odyssey-inspired and bucket-list itineraries (</a:t>
            </a:r>
            <a:r>
              <a:rPr lang="en-CA" sz="1000" i="1">
                <a:solidFill>
                  <a:schemeClr val="tx1"/>
                </a:solidFill>
                <a:cs typeface="Arial"/>
                <a:hlinkClick r:id="rId17">
                  <a:extLst>
                    <a:ext uri="{A12FA001-AC4F-418D-AE19-62706E023703}">
                      <ahyp:hlinkClr xmlns:ahyp="http://schemas.microsoft.com/office/drawing/2018/hyperlinkcolor" val="tx"/>
                    </a:ext>
                  </a:extLst>
                </a:hlinkClick>
              </a:rPr>
              <a:t>The Independent</a:t>
            </a:r>
            <a:r>
              <a:rPr lang="en-CA" sz="1000">
                <a:solidFill>
                  <a:schemeClr val="tx1"/>
                </a:solidFill>
                <a:cs typeface="Arial"/>
              </a:rPr>
              <a:t>; </a:t>
            </a:r>
            <a:r>
              <a:rPr lang="en-CA" sz="1000" i="1">
                <a:solidFill>
                  <a:schemeClr val="tx1"/>
                </a:solidFill>
                <a:cs typeface="Arial"/>
                <a:hlinkClick r:id="rId18">
                  <a:extLst>
                    <a:ext uri="{A12FA001-AC4F-418D-AE19-62706E023703}">
                      <ahyp:hlinkClr xmlns:ahyp="http://schemas.microsoft.com/office/drawing/2018/hyperlinkcolor" val="tx"/>
                    </a:ext>
                  </a:extLst>
                </a:hlinkClick>
              </a:rPr>
              <a:t>The Mirror</a:t>
            </a:r>
            <a:r>
              <a:rPr lang="en-CA" sz="1000">
                <a:solidFill>
                  <a:schemeClr val="tx1"/>
                </a:solidFill>
                <a:cs typeface="Arial"/>
              </a:rPr>
              <a:t>).</a:t>
            </a:r>
          </a:p>
        </p:txBody>
      </p:sp>
      <p:sp>
        <p:nvSpPr>
          <p:cNvPr id="9" name="Text Placeholder 38">
            <a:extLst>
              <a:ext uri="{FF2B5EF4-FFF2-40B4-BE49-F238E27FC236}">
                <a16:creationId xmlns:a16="http://schemas.microsoft.com/office/drawing/2014/main" id="{F4C6F3B3-CF2F-7D4C-79BF-8DF7126A8C3F}"/>
              </a:ext>
            </a:extLst>
          </p:cNvPr>
          <p:cNvSpPr txBox="1">
            <a:spLocks/>
          </p:cNvSpPr>
          <p:nvPr/>
        </p:nvSpPr>
        <p:spPr>
          <a:xfrm>
            <a:off x="4503723" y="3878967"/>
            <a:ext cx="3391580" cy="2299207"/>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lnSpc>
                <a:spcPct val="100000"/>
              </a:lnSpc>
              <a:buFont typeface="Arial" panose="020B0604020202020204" pitchFamily="34" charset="0"/>
              <a:buChar char="•"/>
              <a:defRPr/>
            </a:pPr>
            <a:r>
              <a:rPr lang="en-CA" sz="1000">
                <a:solidFill>
                  <a:schemeClr val="tx1"/>
                </a:solidFill>
              </a:rPr>
              <a:t>Regent Seven Seas Cruises introduced larger suites and reduced capacity across its Explore Class, alongside a new sports deck concept and 2026 shore excursions (</a:t>
            </a:r>
            <a:r>
              <a:rPr lang="en-CA" sz="1000" i="1">
                <a:solidFill>
                  <a:schemeClr val="tx1"/>
                </a:solidFill>
                <a:hlinkClick r:id="rId19">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0">
                  <a:extLst>
                    <a:ext uri="{A12FA001-AC4F-418D-AE19-62706E023703}">
                      <ahyp:hlinkClr xmlns:ahyp="http://schemas.microsoft.com/office/drawing/2018/hyperlinkcolor" val="tx"/>
                    </a:ext>
                  </a:extLst>
                </a:hlinkClick>
              </a:rPr>
              <a:t>Luxury Travel</a:t>
            </a:r>
            <a:r>
              <a:rPr lang="en-CA" sz="1000">
                <a:solidFill>
                  <a:schemeClr val="tx1"/>
                </a:solidFill>
              </a:rPr>
              <a:t>; </a:t>
            </a:r>
            <a:r>
              <a:rPr lang="en-CA" sz="1000" i="1">
                <a:solidFill>
                  <a:schemeClr val="tx1"/>
                </a:solidFill>
                <a:hlinkClick r:id="rId21">
                  <a:extLst>
                    <a:ext uri="{A12FA001-AC4F-418D-AE19-62706E023703}">
                      <ahyp:hlinkClr xmlns:ahyp="http://schemas.microsoft.com/office/drawing/2018/hyperlinkcolor" val="tx"/>
                    </a:ext>
                  </a:extLst>
                </a:hlinkClick>
              </a:rPr>
              <a:t>FVW</a:t>
            </a:r>
            <a:r>
              <a:rPr lang="en-CA" sz="1000">
                <a:solidFill>
                  <a:schemeClr val="tx1"/>
                </a:solidFill>
              </a:rPr>
              <a:t>; </a:t>
            </a:r>
            <a:r>
              <a:rPr lang="en-CA" sz="1000" i="1">
                <a:solidFill>
                  <a:schemeClr val="tx1"/>
                </a:solidFill>
                <a:hlinkClick r:id="rId22">
                  <a:extLst>
                    <a:ext uri="{A12FA001-AC4F-418D-AE19-62706E023703}">
                      <ahyp:hlinkClr xmlns:ahyp="http://schemas.microsoft.com/office/drawing/2018/hyperlinkcolor" val="tx"/>
                    </a:ext>
                  </a:extLst>
                </a:hlinkClick>
              </a:rPr>
              <a:t>Travel Market Report</a:t>
            </a:r>
            <a:r>
              <a:rPr lang="en-CA" sz="1000">
                <a:solidFill>
                  <a:schemeClr val="tx1"/>
                </a:solidFill>
              </a:rPr>
              <a:t>).</a:t>
            </a:r>
          </a:p>
          <a:p>
            <a:pPr marL="171450" lvl="0" indent="-171450">
              <a:lnSpc>
                <a:spcPct val="100000"/>
              </a:lnSpc>
              <a:buFont typeface="Arial" panose="020B0604020202020204" pitchFamily="34" charset="0"/>
              <a:buChar char="•"/>
              <a:defRPr/>
            </a:pPr>
            <a:r>
              <a:rPr lang="en-CA" sz="1000">
                <a:solidFill>
                  <a:schemeClr val="tx1"/>
                </a:solidFill>
              </a:rPr>
              <a:t>Regent Seven Seas Cruises marked its 35</a:t>
            </a:r>
            <a:r>
              <a:rPr lang="en-CA" sz="1000" baseline="30000">
                <a:solidFill>
                  <a:schemeClr val="tx1"/>
                </a:solidFill>
              </a:rPr>
              <a:t>th</a:t>
            </a:r>
            <a:r>
              <a:rPr lang="en-CA" sz="1000">
                <a:solidFill>
                  <a:schemeClr val="tx1"/>
                </a:solidFill>
              </a:rPr>
              <a:t> anniversary with special sailings and offers (</a:t>
            </a:r>
            <a:r>
              <a:rPr lang="en-CA" sz="1000" i="1">
                <a:solidFill>
                  <a:schemeClr val="tx1"/>
                </a:solidFill>
                <a:hlinkClick r:id="rId23">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4">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5">
                  <a:extLst>
                    <a:ext uri="{A12FA001-AC4F-418D-AE19-62706E023703}">
                      <ahyp:hlinkClr xmlns:ahyp="http://schemas.microsoft.com/office/drawing/2018/hyperlinkcolor" val="tx"/>
                    </a:ext>
                  </a:extLst>
                </a:hlinkClick>
              </a:rPr>
              <a:t>The Independent</a:t>
            </a:r>
            <a:r>
              <a:rPr lang="en-CA" sz="1000">
                <a:solidFill>
                  <a:schemeClr val="tx1"/>
                </a:solidFill>
              </a:rPr>
              <a:t>) and marked its 35th anniversary with special sailings and offers (</a:t>
            </a:r>
            <a:r>
              <a:rPr lang="en-CA" sz="1000" i="1">
                <a:solidFill>
                  <a:schemeClr val="tx1"/>
                </a:solidFill>
                <a:hlinkClick r:id="rId26">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7">
                  <a:extLst>
                    <a:ext uri="{A12FA001-AC4F-418D-AE19-62706E023703}">
                      <ahyp:hlinkClr xmlns:ahyp="http://schemas.microsoft.com/office/drawing/2018/hyperlinkcolor" val="tx"/>
                    </a:ext>
                  </a:extLst>
                </a:hlinkClick>
              </a:rPr>
              <a:t>Global Traveler</a:t>
            </a:r>
            <a:r>
              <a:rPr lang="en-CA" sz="1000">
                <a:solidFill>
                  <a:schemeClr val="tx1"/>
                </a:solidFill>
              </a:rPr>
              <a:t>; </a:t>
            </a:r>
            <a:r>
              <a:rPr lang="en-CA" sz="1000" i="1">
                <a:solidFill>
                  <a:schemeClr val="tx1"/>
                </a:solidFill>
                <a:hlinkClick r:id="rId28">
                  <a:extLst>
                    <a:ext uri="{A12FA001-AC4F-418D-AE19-62706E023703}">
                      <ahyp:hlinkClr xmlns:ahyp="http://schemas.microsoft.com/office/drawing/2018/hyperlinkcolor" val="tx"/>
                    </a:ext>
                  </a:extLst>
                </a:hlinkClick>
              </a:rPr>
              <a:t>Luxury Travel Magazine</a:t>
            </a:r>
            <a:r>
              <a:rPr lang="en-CA" sz="1000">
                <a:solidFill>
                  <a:schemeClr val="tx1"/>
                </a:solidFill>
              </a:rPr>
              <a:t>).</a:t>
            </a:r>
            <a:endParaRPr lang="en-US" sz="1000">
              <a:solidFill>
                <a:schemeClr val="tx1"/>
              </a:solidFill>
            </a:endParaRPr>
          </a:p>
        </p:txBody>
      </p:sp>
      <p:graphicFrame>
        <p:nvGraphicFramePr>
          <p:cNvPr id="10" name="Graphic_1">
            <a:extLst>
              <a:ext uri="{FF2B5EF4-FFF2-40B4-BE49-F238E27FC236}">
                <a16:creationId xmlns:a16="http://schemas.microsoft.com/office/drawing/2014/main" id="{155A2627-7A5B-05FB-4730-AD2FC506F2D0}"/>
              </a:ext>
            </a:extLst>
          </p:cNvPr>
          <p:cNvGraphicFramePr>
            <a:graphicFrameLocks noChangeAspect="1"/>
          </p:cNvGraphicFramePr>
          <p:nvPr>
            <p:extLst>
              <p:ext uri="{D42A27DB-BD31-4B8C-83A1-F6EECF244321}">
                <p14:modId xmlns:p14="http://schemas.microsoft.com/office/powerpoint/2010/main" val="1779509222"/>
              </p:ext>
            </p:extLst>
          </p:nvPr>
        </p:nvGraphicFramePr>
        <p:xfrm>
          <a:off x="8560241" y="1035119"/>
          <a:ext cx="2743200" cy="2743200"/>
        </p:xfrm>
        <a:graphic>
          <a:graphicData uri="http://schemas.openxmlformats.org/drawingml/2006/chart">
            <c:chart xmlns:c="http://schemas.openxmlformats.org/drawingml/2006/chart" xmlns:r="http://schemas.openxmlformats.org/officeDocument/2006/relationships" r:id="rId29"/>
          </a:graphicData>
        </a:graphic>
      </p:graphicFrame>
      <p:graphicFrame>
        <p:nvGraphicFramePr>
          <p:cNvPr id="11" name="Graphic_2">
            <a:extLst>
              <a:ext uri="{FF2B5EF4-FFF2-40B4-BE49-F238E27FC236}">
                <a16:creationId xmlns:a16="http://schemas.microsoft.com/office/drawing/2014/main" id="{C04CF71B-4A6D-56A7-8D1F-A3CC9F3AB810}"/>
              </a:ext>
            </a:extLst>
          </p:cNvPr>
          <p:cNvGraphicFramePr>
            <a:graphicFrameLocks noChangeAspect="1"/>
          </p:cNvGraphicFramePr>
          <p:nvPr>
            <p:extLst>
              <p:ext uri="{D42A27DB-BD31-4B8C-83A1-F6EECF244321}">
                <p14:modId xmlns:p14="http://schemas.microsoft.com/office/powerpoint/2010/main" val="4127341781"/>
              </p:ext>
            </p:extLst>
          </p:nvPr>
        </p:nvGraphicFramePr>
        <p:xfrm>
          <a:off x="8560241" y="3496558"/>
          <a:ext cx="2743200" cy="2743200"/>
        </p:xfrm>
        <a:graphic>
          <a:graphicData uri="http://schemas.openxmlformats.org/drawingml/2006/chart">
            <c:chart xmlns:c="http://schemas.openxmlformats.org/drawingml/2006/chart" xmlns:r="http://schemas.openxmlformats.org/officeDocument/2006/relationships" r:id="rId30"/>
          </a:graphicData>
        </a:graphic>
      </p:graphicFrame>
      <p:sp>
        <p:nvSpPr>
          <p:cNvPr id="12" name="TextBox 11">
            <a:extLst>
              <a:ext uri="{FF2B5EF4-FFF2-40B4-BE49-F238E27FC236}">
                <a16:creationId xmlns:a16="http://schemas.microsoft.com/office/drawing/2014/main" id="{EE4664D2-3581-0EE2-2B3F-251762BA195A}"/>
              </a:ext>
            </a:extLst>
          </p:cNvPr>
          <p:cNvSpPr txBox="1"/>
          <p:nvPr/>
        </p:nvSpPr>
        <p:spPr>
          <a:xfrm>
            <a:off x="9502667" y="4801223"/>
            <a:ext cx="1125415" cy="307777"/>
          </a:xfrm>
          <a:prstGeom prst="rect">
            <a:avLst/>
          </a:prstGeom>
          <a:noFill/>
        </p:spPr>
        <p:txBody>
          <a:bodyPr wrap="square" rtlCol="0">
            <a:spAutoFit/>
          </a:bodyPr>
          <a:lstStyle/>
          <a:p>
            <a:r>
              <a:rPr lang="en-HK" sz="1400" dirty="0">
                <a:solidFill>
                  <a:schemeClr val="accent1"/>
                </a:solidFill>
                <a:latin typeface="Saol Display Light" panose="00000400000000000000"/>
              </a:rPr>
              <a:t>{{month}}</a:t>
            </a:r>
          </a:p>
        </p:txBody>
      </p:sp>
    </p:spTree>
    <p:extLst>
      <p:ext uri="{BB962C8B-B14F-4D97-AF65-F5344CB8AC3E}">
        <p14:creationId xmlns:p14="http://schemas.microsoft.com/office/powerpoint/2010/main" val="2967023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14A43A-6744-A55A-76AB-C1FF26FAB25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B1F0D62A-0A5B-3B65-3061-FBDE6953104C}"/>
              </a:ext>
            </a:extLst>
          </p:cNvPr>
          <p:cNvSpPr>
            <a:spLocks noGrp="1"/>
          </p:cNvSpPr>
          <p:nvPr>
            <p:ph type="title"/>
          </p:nvPr>
        </p:nvSpPr>
        <p:spPr/>
        <p:txBody>
          <a:bodyPr/>
          <a:lstStyle/>
          <a:p>
            <a:r>
              <a:rPr lang="en-US"/>
              <a:t>SOV/P OVER TIME </a:t>
            </a:r>
            <a:r>
              <a:rPr lang="en-US" i="1"/>
              <a:t>– GLOBAL </a:t>
            </a:r>
          </a:p>
        </p:txBody>
      </p:sp>
      <p:sp>
        <p:nvSpPr>
          <p:cNvPr id="6" name="Text Placeholder 5">
            <a:extLst>
              <a:ext uri="{FF2B5EF4-FFF2-40B4-BE49-F238E27FC236}">
                <a16:creationId xmlns:a16="http://schemas.microsoft.com/office/drawing/2014/main" id="{8385F7AD-6761-D4AC-76CA-1EC4EFD0FE60}"/>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1080D397-8CB6-FE77-C05D-330130F4AFAA}"/>
              </a:ext>
            </a:extLst>
          </p:cNvPr>
          <p:cNvSpPr>
            <a:spLocks noGrp="1"/>
          </p:cNvSpPr>
          <p:nvPr>
            <p:ph type="body" sz="quarter" idx="26"/>
          </p:nvPr>
        </p:nvSpPr>
        <p:spPr>
          <a:xfrm>
            <a:off x="348299" y="1035119"/>
            <a:ext cx="11164824" cy="391908"/>
          </a:xfrm>
        </p:spPr>
        <p:txBody>
          <a:bodyPr/>
          <a:lstStyle/>
          <a:p>
            <a:r>
              <a:rPr lang="en-US" sz="1200" dirty="0"/>
              <a:t>YTD {{month}} 2026</a:t>
            </a:r>
          </a:p>
        </p:txBody>
      </p:sp>
      <p:sp>
        <p:nvSpPr>
          <p:cNvPr id="11" name="Content Placeholder 8">
            <a:extLst>
              <a:ext uri="{FF2B5EF4-FFF2-40B4-BE49-F238E27FC236}">
                <a16:creationId xmlns:a16="http://schemas.microsoft.com/office/drawing/2014/main" id="{3FF6EC4D-E0ED-0799-109E-EFB4FA1BE2B6}"/>
              </a:ext>
            </a:extLst>
          </p:cNvPr>
          <p:cNvSpPr txBox="1">
            <a:spLocks/>
          </p:cNvSpPr>
          <p:nvPr/>
        </p:nvSpPr>
        <p:spPr>
          <a:xfrm>
            <a:off x="340221" y="6505025"/>
            <a:ext cx="11226800" cy="20313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a:ea typeface="+mn-ea"/>
                <a:cs typeface="Arial" panose="020B0604020202020204" pitchFamily="34" charset="0"/>
              </a:rPr>
              <a:t>Share of Prominence is comprised of human-coded, positive and neutral results, based off targeted tier-1 media lists. Analysis is comprised of US, UK, UAE, Italy, Germany, France, India, Australia, Japan, Korea and China. </a:t>
            </a:r>
          </a:p>
        </p:txBody>
      </p:sp>
      <p:sp>
        <p:nvSpPr>
          <p:cNvPr id="12" name="TextBox 8">
            <a:extLst>
              <a:ext uri="{FF2B5EF4-FFF2-40B4-BE49-F238E27FC236}">
                <a16:creationId xmlns:a16="http://schemas.microsoft.com/office/drawing/2014/main" id="{0E551DC1-E915-9464-DAD1-99F535B556AD}"/>
              </a:ext>
            </a:extLst>
          </p:cNvPr>
          <p:cNvSpPr txBox="1"/>
          <p:nvPr/>
        </p:nvSpPr>
        <p:spPr>
          <a:xfrm>
            <a:off x="262737" y="6649457"/>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July 2026.</a:t>
            </a:r>
          </a:p>
        </p:txBody>
      </p:sp>
      <p:graphicFrame>
        <p:nvGraphicFramePr>
          <p:cNvPr id="5" name="Table 4">
            <a:extLst>
              <a:ext uri="{FF2B5EF4-FFF2-40B4-BE49-F238E27FC236}">
                <a16:creationId xmlns:a16="http://schemas.microsoft.com/office/drawing/2014/main" id="{9FFFCF1F-70AB-67A4-0A3D-9780FD7252C1}"/>
              </a:ext>
            </a:extLst>
          </p:cNvPr>
          <p:cNvGraphicFramePr>
            <a:graphicFrameLocks noGrp="1"/>
          </p:cNvGraphicFramePr>
          <p:nvPr>
            <p:extLst>
              <p:ext uri="{D42A27DB-BD31-4B8C-83A1-F6EECF244321}">
                <p14:modId xmlns:p14="http://schemas.microsoft.com/office/powerpoint/2010/main" val="3950388318"/>
              </p:ext>
            </p:extLst>
          </p:nvPr>
        </p:nvGraphicFramePr>
        <p:xfrm>
          <a:off x="400584" y="6111088"/>
          <a:ext cx="11104443" cy="39190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391908">
                <a:tc>
                  <a:txBody>
                    <a:bodyPr/>
                    <a:lstStyle/>
                    <a:p>
                      <a:pPr algn="ctr">
                        <a:lnSpc>
                          <a:spcPct val="80000"/>
                        </a:lnSpc>
                      </a:pPr>
                      <a:r>
                        <a:rPr lang="en-US" sz="14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14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14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14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1400" b="0">
                          <a:solidFill>
                            <a:schemeClr val="bg1"/>
                          </a:solidFill>
                        </a:rPr>
                        <a:t>Ritz-Carlton</a:t>
                      </a:r>
                      <a:endParaRPr lang="en-US" sz="14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1400" b="0"/>
                        <a:t>Aman</a:t>
                      </a:r>
                      <a:endParaRPr lang="en-US" sz="14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14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graphicFrame>
        <p:nvGraphicFramePr>
          <p:cNvPr id="7" name="Graphic_3">
            <a:extLst>
              <a:ext uri="{FF2B5EF4-FFF2-40B4-BE49-F238E27FC236}">
                <a16:creationId xmlns:a16="http://schemas.microsoft.com/office/drawing/2014/main" id="{062448DF-6EFD-8D3D-0FC1-46C9658146A9}"/>
              </a:ext>
            </a:extLst>
          </p:cNvPr>
          <p:cNvGraphicFramePr/>
          <p:nvPr>
            <p:extLst>
              <p:ext uri="{D42A27DB-BD31-4B8C-83A1-F6EECF244321}">
                <p14:modId xmlns:p14="http://schemas.microsoft.com/office/powerpoint/2010/main" val="2952009113"/>
              </p:ext>
            </p:extLst>
          </p:nvPr>
        </p:nvGraphicFramePr>
        <p:xfrm>
          <a:off x="586104" y="1457979"/>
          <a:ext cx="10866756" cy="461727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8273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4997-53FE-C134-442A-0C4A3B7EE483}"/>
            </a:ext>
          </a:extLst>
        </p:cNvPr>
        <p:cNvGrpSpPr/>
        <p:nvPr/>
      </p:nvGrpSpPr>
      <p:grpSpPr>
        <a:xfrm>
          <a:off x="0" y="0"/>
          <a:ext cx="0" cy="0"/>
          <a:chOff x="0" y="0"/>
          <a:chExt cx="0" cy="0"/>
        </a:xfrm>
      </p:grpSpPr>
      <p:graphicFrame>
        <p:nvGraphicFramePr>
          <p:cNvPr id="8" name="Table_1">
            <a:extLst>
              <a:ext uri="{FF2B5EF4-FFF2-40B4-BE49-F238E27FC236}">
                <a16:creationId xmlns:a16="http://schemas.microsoft.com/office/drawing/2014/main" id="{556919E7-A048-A86D-B0DF-7BC8332A4AF2}"/>
              </a:ext>
            </a:extLst>
          </p:cNvPr>
          <p:cNvGraphicFramePr>
            <a:graphicFrameLocks noGrp="1"/>
          </p:cNvGraphicFramePr>
          <p:nvPr>
            <p:extLst>
              <p:ext uri="{D42A27DB-BD31-4B8C-83A1-F6EECF244321}">
                <p14:modId xmlns:p14="http://schemas.microsoft.com/office/powerpoint/2010/main" val="43967428"/>
              </p:ext>
            </p:extLst>
          </p:nvPr>
        </p:nvGraphicFramePr>
        <p:xfrm>
          <a:off x="438618" y="1518763"/>
          <a:ext cx="11223816" cy="4623816"/>
        </p:xfrm>
        <a:graphic>
          <a:graphicData uri="http://schemas.openxmlformats.org/drawingml/2006/table">
            <a:tbl>
              <a:tblPr firstRow="1" bandRow="1">
                <a:tableStyleId>{8EC20E35-A176-4012-BC5E-935CFFF8708E}</a:tableStyleId>
              </a:tblPr>
              <a:tblGrid>
                <a:gridCol w="1417742">
                  <a:extLst>
                    <a:ext uri="{9D8B030D-6E8A-4147-A177-3AD203B41FA5}">
                      <a16:colId xmlns:a16="http://schemas.microsoft.com/office/drawing/2014/main" val="20000"/>
                    </a:ext>
                  </a:extLst>
                </a:gridCol>
                <a:gridCol w="718501">
                  <a:extLst>
                    <a:ext uri="{9D8B030D-6E8A-4147-A177-3AD203B41FA5}">
                      <a16:colId xmlns:a16="http://schemas.microsoft.com/office/drawing/2014/main" val="20001"/>
                    </a:ext>
                  </a:extLst>
                </a:gridCol>
                <a:gridCol w="712081">
                  <a:extLst>
                    <a:ext uri="{9D8B030D-6E8A-4147-A177-3AD203B41FA5}">
                      <a16:colId xmlns:a16="http://schemas.microsoft.com/office/drawing/2014/main" val="20002"/>
                    </a:ext>
                  </a:extLst>
                </a:gridCol>
                <a:gridCol w="712081">
                  <a:extLst>
                    <a:ext uri="{9D8B030D-6E8A-4147-A177-3AD203B41FA5}">
                      <a16:colId xmlns:a16="http://schemas.microsoft.com/office/drawing/2014/main" val="20003"/>
                    </a:ext>
                  </a:extLst>
                </a:gridCol>
                <a:gridCol w="712081">
                  <a:extLst>
                    <a:ext uri="{9D8B030D-6E8A-4147-A177-3AD203B41FA5}">
                      <a16:colId xmlns:a16="http://schemas.microsoft.com/office/drawing/2014/main" val="20004"/>
                    </a:ext>
                  </a:extLst>
                </a:gridCol>
                <a:gridCol w="712081">
                  <a:extLst>
                    <a:ext uri="{9D8B030D-6E8A-4147-A177-3AD203B41FA5}">
                      <a16:colId xmlns:a16="http://schemas.microsoft.com/office/drawing/2014/main" val="20005"/>
                    </a:ext>
                  </a:extLst>
                </a:gridCol>
                <a:gridCol w="712081">
                  <a:extLst>
                    <a:ext uri="{9D8B030D-6E8A-4147-A177-3AD203B41FA5}">
                      <a16:colId xmlns:a16="http://schemas.microsoft.com/office/drawing/2014/main" val="20006"/>
                    </a:ext>
                  </a:extLst>
                </a:gridCol>
                <a:gridCol w="712081">
                  <a:extLst>
                    <a:ext uri="{9D8B030D-6E8A-4147-A177-3AD203B41FA5}">
                      <a16:colId xmlns:a16="http://schemas.microsoft.com/office/drawing/2014/main" val="20007"/>
                    </a:ext>
                  </a:extLst>
                </a:gridCol>
                <a:gridCol w="712081">
                  <a:extLst>
                    <a:ext uri="{9D8B030D-6E8A-4147-A177-3AD203B41FA5}">
                      <a16:colId xmlns:a16="http://schemas.microsoft.com/office/drawing/2014/main" val="20008"/>
                    </a:ext>
                  </a:extLst>
                </a:gridCol>
                <a:gridCol w="712081">
                  <a:extLst>
                    <a:ext uri="{9D8B030D-6E8A-4147-A177-3AD203B41FA5}">
                      <a16:colId xmlns:a16="http://schemas.microsoft.com/office/drawing/2014/main" val="20009"/>
                    </a:ext>
                  </a:extLst>
                </a:gridCol>
                <a:gridCol w="712081">
                  <a:extLst>
                    <a:ext uri="{9D8B030D-6E8A-4147-A177-3AD203B41FA5}">
                      <a16:colId xmlns:a16="http://schemas.microsoft.com/office/drawing/2014/main" val="20010"/>
                    </a:ext>
                  </a:extLst>
                </a:gridCol>
                <a:gridCol w="712081">
                  <a:extLst>
                    <a:ext uri="{9D8B030D-6E8A-4147-A177-3AD203B41FA5}">
                      <a16:colId xmlns:a16="http://schemas.microsoft.com/office/drawing/2014/main" val="20011"/>
                    </a:ext>
                  </a:extLst>
                </a:gridCol>
                <a:gridCol w="712081">
                  <a:extLst>
                    <a:ext uri="{9D8B030D-6E8A-4147-A177-3AD203B41FA5}">
                      <a16:colId xmlns:a16="http://schemas.microsoft.com/office/drawing/2014/main" val="20012"/>
                    </a:ext>
                  </a:extLst>
                </a:gridCol>
                <a:gridCol w="627341">
                  <a:extLst>
                    <a:ext uri="{9D8B030D-6E8A-4147-A177-3AD203B41FA5}">
                      <a16:colId xmlns:a16="http://schemas.microsoft.com/office/drawing/2014/main" val="3914247390"/>
                    </a:ext>
                  </a:extLst>
                </a:gridCol>
                <a:gridCol w="627341">
                  <a:extLst>
                    <a:ext uri="{9D8B030D-6E8A-4147-A177-3AD203B41FA5}">
                      <a16:colId xmlns:a16="http://schemas.microsoft.com/office/drawing/2014/main" val="216464160"/>
                    </a:ext>
                  </a:extLst>
                </a:gridCol>
              </a:tblGrid>
              <a:tr h="0">
                <a:tc>
                  <a:txBody>
                    <a:bodyPr/>
                    <a:lstStyle/>
                    <a:p>
                      <a:pPr algn="ctr"/>
                      <a:r>
                        <a:rPr lang="en-US" sz="1000" b="0" i="0" dirty="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Pct val="25000"/>
                        <a:buFontTx/>
                        <a:buNone/>
                        <a:defRPr/>
                      </a:pPr>
                      <a:r>
                        <a:rPr lang="en-US" sz="1200" b="0" i="0" u="none" strike="noStrike" dirty="0">
                          <a:solidFill>
                            <a:schemeClr val="bg1"/>
                          </a:solidFill>
                          <a:effectLst/>
                          <a:latin typeface="Century Gothic" panose="020B0502020202020204" pitchFamily="34" charset="0"/>
                        </a:rPr>
                        <a:t>Four Seasons</a:t>
                      </a:r>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2">
                  <a:txBody>
                    <a:bodyPr/>
                    <a:lstStyle/>
                    <a:p>
                      <a:pPr algn="ctr">
                        <a:lnSpc>
                          <a:spcPct val="80000"/>
                        </a:lnSpc>
                      </a:pPr>
                      <a:r>
                        <a:rPr lang="en-US" sz="1200" b="0"/>
                        <a:t>Regent Seven Seas</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solidFill>
                  </a:tcPr>
                </a:tc>
                <a:tc gridSpan="2">
                  <a:txBody>
                    <a:bodyPr/>
                    <a:lstStyle/>
                    <a:p>
                      <a:pPr algn="ctr">
                        <a:lnSpc>
                          <a:spcPct val="80000"/>
                        </a:lnSpc>
                      </a:pPr>
                      <a:r>
                        <a:rPr lang="en-US" sz="1200" b="0"/>
                        <a:t>Silversea</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solidFill>
                  </a:tcPr>
                </a:tc>
                <a:tc gridSpan="2">
                  <a:txBody>
                    <a:bodyPr/>
                    <a:lstStyle/>
                    <a:p>
                      <a:pPr algn="ctr">
                        <a:lnSpc>
                          <a:spcPct val="80000"/>
                        </a:lnSpc>
                      </a:pPr>
                      <a:r>
                        <a:rPr lang="en-US" sz="1200" b="0">
                          <a:solidFill>
                            <a:schemeClr val="bg1"/>
                          </a:solidFill>
                        </a:rPr>
                        <a:t>Ritz-Carlton</a:t>
                      </a:r>
                      <a:endParaRPr lang="en-US" sz="1200" b="0"/>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solidFill>
                  </a:tcPr>
                </a:tc>
                <a:tc gridSpan="2">
                  <a:txBody>
                    <a:bodyPr/>
                    <a:lstStyle/>
                    <a:p>
                      <a:pPr algn="ctr">
                        <a:lnSpc>
                          <a:spcPct val="80000"/>
                        </a:lnSpc>
                      </a:pPr>
                      <a:r>
                        <a:rPr lang="en-US" sz="1200" b="0"/>
                        <a:t>Seabourn</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solidFill>
                  </a:tcPr>
                </a:tc>
                <a:tc gridSpan="2">
                  <a:txBody>
                    <a:bodyPr/>
                    <a:lstStyle/>
                    <a:p>
                      <a:pPr algn="ctr">
                        <a:lnSpc>
                          <a:spcPct val="80000"/>
                        </a:lnSpc>
                      </a:pPr>
                      <a:r>
                        <a:rPr lang="en-US" sz="1200" b="0"/>
                        <a:t>Aman</a:t>
                      </a:r>
                      <a:endParaRPr lang="en-US" sz="1200" b="0">
                        <a:solidFill>
                          <a:schemeClr val="bg1"/>
                        </a:solidFill>
                      </a:endParaRP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gridSpan="2">
                  <a:txBody>
                    <a:bodyPr/>
                    <a:lstStyle/>
                    <a:p>
                      <a:pPr algn="ctr">
                        <a:lnSpc>
                          <a:spcPct val="80000"/>
                        </a:lnSpc>
                      </a:pPr>
                      <a:r>
                        <a:rPr lang="en-US" sz="1200" b="0" dirty="0">
                          <a:solidFill>
                            <a:schemeClr val="bg1"/>
                          </a:solidFill>
                        </a:rPr>
                        <a:t>Orient </a:t>
                      </a:r>
                    </a:p>
                    <a:p>
                      <a:pPr algn="ctr">
                        <a:lnSpc>
                          <a:spcPct val="80000"/>
                        </a:lnSpc>
                      </a:pPr>
                      <a:r>
                        <a:rPr lang="en-US" sz="1200" b="0" dirty="0">
                          <a:solidFill>
                            <a:schemeClr val="bg1"/>
                          </a:solidFill>
                        </a:rPr>
                        <a:t>Express</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algn="ctr"/>
                      <a:r>
                        <a:rPr lang="en-US" sz="1000" b="0" i="0" dirty="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art_fs</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art_reg</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art_sil</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art_rit</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art_sea</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art_ama</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marL="0" marR="0" lvl="0" indent="0" algn="ctr" rtl="0" eaLnBrk="1" fontAlgn="ctr" latinLnBrk="0" hangingPunct="1">
                        <a:lnSpc>
                          <a:spcPct val="100000"/>
                        </a:lnSpc>
                        <a:spcBef>
                          <a:spcPts val="0"/>
                        </a:spcBef>
                        <a:spcAft>
                          <a:spcPts val="0"/>
                        </a:spcAft>
                        <a:buClrTx/>
                        <a:buSzTx/>
                        <a:buFontTx/>
                        <a:buNone/>
                      </a:pP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art_ori</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dirty="0">
                          <a:solidFill>
                            <a:schemeClr val="tx1"/>
                          </a:solidFill>
                          <a:effectLst/>
                          <a:latin typeface="+mn-lt"/>
                        </a:rPr>
                        <a:t>% SOPF*</a:t>
                      </a:r>
                      <a:endParaRPr lang="en-US" sz="900" b="1" i="0" u="none" strike="noStrike" dirty="0">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extLst>
                  <a:ext uri="{0D108BD9-81ED-4DB2-BD59-A6C34878D82A}">
                    <a16:rowId xmlns:a16="http://schemas.microsoft.com/office/drawing/2014/main" val="10002"/>
                  </a:ext>
                </a:extLst>
              </a:tr>
              <a:tr h="475488">
                <a:tc>
                  <a:txBody>
                    <a:bodyPr/>
                    <a:lstStyle/>
                    <a:p>
                      <a:pPr algn="l" fontAlgn="b"/>
                      <a:r>
                        <a:rPr lang="en-US" sz="900" b="1" i="0" u="none" strike="noStrike">
                          <a:solidFill>
                            <a:schemeClr val="tx1"/>
                          </a:solidFill>
                          <a:effectLst/>
                          <a:latin typeface="+mn-lt"/>
                        </a:rPr>
                        <a:t>HEADLINES</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3"/>
                  </a:ext>
                </a:extLst>
              </a:tr>
              <a:tr h="475488">
                <a:tc>
                  <a:txBody>
                    <a:bodyPr/>
                    <a:lstStyle/>
                    <a:p>
                      <a:pPr algn="l" fontAlgn="b"/>
                      <a:r>
                        <a:rPr lang="en-US" sz="900" b="1" i="0" u="none" strike="noStrike">
                          <a:solidFill>
                            <a:schemeClr val="tx1"/>
                          </a:solidFill>
                          <a:effectLst/>
                          <a:latin typeface="+mn-lt"/>
                        </a:rPr>
                        <a:t>EXCLUSIVE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4"/>
                  </a:ext>
                </a:extLst>
              </a:tr>
              <a:tr h="475488">
                <a:tc>
                  <a:txBody>
                    <a:bodyPr/>
                    <a:lstStyle/>
                    <a:p>
                      <a:pPr algn="l" fontAlgn="b"/>
                      <a:r>
                        <a:rPr lang="en-US" sz="900" b="1" i="0" u="none" strike="noStrike">
                          <a:solidFill>
                            <a:schemeClr val="tx1"/>
                          </a:solidFill>
                          <a:effectLst/>
                          <a:latin typeface="+mn-lt"/>
                        </a:rPr>
                        <a:t>LEAD</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5"/>
                  </a:ext>
                </a:extLst>
              </a:tr>
              <a:tr h="475488">
                <a:tc>
                  <a:txBody>
                    <a:bodyPr/>
                    <a:lstStyle/>
                    <a:p>
                      <a:pPr algn="l" fontAlgn="b"/>
                      <a:r>
                        <a:rPr lang="en-US" sz="900" b="1" i="0" u="none" strike="noStrike">
                          <a:solidFill>
                            <a:schemeClr val="tx1"/>
                          </a:solidFill>
                          <a:effectLst/>
                          <a:latin typeface="+mn-lt"/>
                        </a:rPr>
                        <a:t>EXTENT OF </a:t>
                      </a:r>
                      <a:br>
                        <a:rPr lang="en-US" sz="900" b="1" i="0" u="none" strike="noStrike">
                          <a:solidFill>
                            <a:schemeClr val="tx1"/>
                          </a:solidFill>
                          <a:effectLst/>
                          <a:latin typeface="+mn-lt"/>
                        </a:rPr>
                      </a:br>
                      <a:r>
                        <a:rPr lang="en-US" sz="900" b="1" i="0" u="none" strike="noStrike">
                          <a:solidFill>
                            <a:schemeClr val="tx1"/>
                          </a:solidFill>
                          <a:effectLst/>
                          <a:latin typeface="+mn-lt"/>
                        </a:rPr>
                        <a:t>MENTION 2+</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6"/>
                  </a:ext>
                </a:extLst>
              </a:tr>
              <a:tr h="475488">
                <a:tc>
                  <a:txBody>
                    <a:bodyPr/>
                    <a:lstStyle/>
                    <a:p>
                      <a:pPr algn="l" fontAlgn="b"/>
                      <a:r>
                        <a:rPr lang="en-US" sz="900" b="1" i="0" u="none" strike="noStrike">
                          <a:solidFill>
                            <a:schemeClr val="tx1"/>
                          </a:solidFill>
                          <a:effectLst/>
                          <a:latin typeface="+mn-lt"/>
                        </a:rPr>
                        <a:t>VISUAL</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7"/>
                  </a:ext>
                </a:extLst>
              </a:tr>
              <a:tr h="475488">
                <a:tc>
                  <a:txBody>
                    <a:bodyPr/>
                    <a:lstStyle/>
                    <a:p>
                      <a:pPr algn="l" fontAlgn="b"/>
                      <a:r>
                        <a:rPr lang="en-US" sz="900" b="1" i="0" u="none" strike="noStrike">
                          <a:solidFill>
                            <a:schemeClr val="tx1"/>
                          </a:solidFill>
                          <a:effectLst/>
                          <a:latin typeface="+mn-lt"/>
                        </a:rPr>
                        <a:t>POSITIVE TONE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8"/>
                  </a:ext>
                </a:extLst>
              </a:tr>
              <a:tr h="457200">
                <a:tc>
                  <a:txBody>
                    <a:bodyPr/>
                    <a:lstStyle/>
                    <a:p>
                      <a:pPr algn="ctr" rtl="0" fontAlgn="ctr"/>
                      <a:r>
                        <a:rPr lang="en-US" sz="1050" b="1" i="0" u="none" strike="noStrike">
                          <a:solidFill>
                            <a:schemeClr val="bg1"/>
                          </a:solidFill>
                          <a:effectLst/>
                          <a:latin typeface="+mn-lt"/>
                        </a:rPr>
                        <a:t>TOTAL AVERAGE SOP</a:t>
                      </a:r>
                      <a:endParaRPr lang="en-US" sz="700" b="1" i="0" u="none" strike="noStrike">
                        <a:solidFill>
                          <a:schemeClr val="bg1"/>
                        </a:solidFill>
                        <a:effectLst/>
                        <a:latin typeface="+mn-lt"/>
                      </a:endParaRPr>
                    </a:p>
                  </a:txBody>
                  <a:tcPr marL="0" marR="4445" marT="0"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fs_total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si_total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ri_total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am_total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or_total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D14F7AC3-ED33-92BA-5366-293F4C5D45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5BDDFEB-A734-D3E6-02F2-A9A626D2E1EC}"/>
              </a:ext>
            </a:extLst>
          </p:cNvPr>
          <p:cNvSpPr>
            <a:spLocks noGrp="1"/>
          </p:cNvSpPr>
          <p:nvPr>
            <p:ph type="title"/>
          </p:nvPr>
        </p:nvSpPr>
        <p:spPr/>
        <p:txBody>
          <a:bodyPr/>
          <a:lstStyle/>
          <a:p>
            <a:r>
              <a:rPr lang="en-US">
                <a:latin typeface="Saol Display Light"/>
              </a:rPr>
              <a:t>PROMINENCE FACTOR OVERVIEW </a:t>
            </a:r>
            <a:r>
              <a:rPr lang="en-US" i="1">
                <a:latin typeface="Saol Display Light"/>
              </a:rPr>
              <a:t>– GLOBAL</a:t>
            </a:r>
            <a:endParaRPr lang="en-US"/>
          </a:p>
        </p:txBody>
      </p:sp>
      <p:sp>
        <p:nvSpPr>
          <p:cNvPr id="6" name="Text Placeholder 5">
            <a:extLst>
              <a:ext uri="{FF2B5EF4-FFF2-40B4-BE49-F238E27FC236}">
                <a16:creationId xmlns:a16="http://schemas.microsoft.com/office/drawing/2014/main" id="{9AF321D4-5C6A-A8CE-6D7D-39DB575264B1}"/>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4D3CAB2A-243C-3DC1-0E9B-78B0716E766B}"/>
              </a:ext>
            </a:extLst>
          </p:cNvPr>
          <p:cNvSpPr>
            <a:spLocks noGrp="1"/>
          </p:cNvSpPr>
          <p:nvPr>
            <p:ph type="body" sz="quarter" idx="26"/>
          </p:nvPr>
        </p:nvSpPr>
        <p:spPr>
          <a:xfrm>
            <a:off x="348299" y="1035119"/>
            <a:ext cx="11164824" cy="391908"/>
          </a:xfrm>
        </p:spPr>
        <p:txBody>
          <a:bodyPr/>
          <a:lstStyle/>
          <a:p>
            <a:r>
              <a:rPr lang="en-US" sz="1200" dirty="0"/>
              <a:t>YTD {{month}} 2026</a:t>
            </a:r>
          </a:p>
        </p:txBody>
      </p:sp>
      <p:sp>
        <p:nvSpPr>
          <p:cNvPr id="7" name="TextBox 6">
            <a:extLst>
              <a:ext uri="{FF2B5EF4-FFF2-40B4-BE49-F238E27FC236}">
                <a16:creationId xmlns:a16="http://schemas.microsoft.com/office/drawing/2014/main" id="{8C53E9C9-2BD0-6240-383C-4B4949966F2B}"/>
              </a:ext>
            </a:extLst>
          </p:cNvPr>
          <p:cNvSpPr txBox="1"/>
          <p:nvPr/>
        </p:nvSpPr>
        <p:spPr>
          <a:xfrm>
            <a:off x="460692" y="5962563"/>
            <a:ext cx="3207929"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mn-cs"/>
              </a:rPr>
              <a:t>* Share of Prominence Factor achieved across the competitive set</a:t>
            </a:r>
          </a:p>
        </p:txBody>
      </p:sp>
      <p:grpSp>
        <p:nvGrpSpPr>
          <p:cNvPr id="23" name="Group 22">
            <a:extLst>
              <a:ext uri="{FF2B5EF4-FFF2-40B4-BE49-F238E27FC236}">
                <a16:creationId xmlns:a16="http://schemas.microsoft.com/office/drawing/2014/main" id="{D88EB310-9420-3099-9DF9-FE6AAA78E88F}"/>
              </a:ext>
            </a:extLst>
          </p:cNvPr>
          <p:cNvGrpSpPr/>
          <p:nvPr/>
        </p:nvGrpSpPr>
        <p:grpSpPr>
          <a:xfrm>
            <a:off x="504154" y="2799481"/>
            <a:ext cx="325976" cy="2677537"/>
            <a:chOff x="781746" y="2832714"/>
            <a:chExt cx="325976" cy="2677537"/>
          </a:xfrm>
        </p:grpSpPr>
        <p:pic>
          <p:nvPicPr>
            <p:cNvPr id="24" name="Graphic 23" descr="Star with solid fill">
              <a:extLst>
                <a:ext uri="{FF2B5EF4-FFF2-40B4-BE49-F238E27FC236}">
                  <a16:creationId xmlns:a16="http://schemas.microsoft.com/office/drawing/2014/main" id="{3BF96362-82C7-C246-A6C2-D3B3C386E0BA}"/>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1746" y="3297601"/>
              <a:ext cx="325976" cy="309378"/>
            </a:xfrm>
            <a:prstGeom prst="rect">
              <a:avLst/>
            </a:prstGeom>
          </p:spPr>
        </p:pic>
        <p:pic>
          <p:nvPicPr>
            <p:cNvPr id="25" name="Graphic 24" descr="Document with solid fill">
              <a:extLst>
                <a:ext uri="{FF2B5EF4-FFF2-40B4-BE49-F238E27FC236}">
                  <a16:creationId xmlns:a16="http://schemas.microsoft.com/office/drawing/2014/main" id="{714685E2-D7FD-D18A-EAA8-74BA20EF394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7158" y="3783894"/>
              <a:ext cx="275153" cy="315380"/>
            </a:xfrm>
            <a:prstGeom prst="rect">
              <a:avLst/>
            </a:prstGeom>
          </p:spPr>
        </p:pic>
        <p:pic>
          <p:nvPicPr>
            <p:cNvPr id="26" name="Graphic 25" descr="Image with solid fill">
              <a:extLst>
                <a:ext uri="{FF2B5EF4-FFF2-40B4-BE49-F238E27FC236}">
                  <a16:creationId xmlns:a16="http://schemas.microsoft.com/office/drawing/2014/main" id="{66A7F5FA-C49D-F543-5DBD-685F01B9CFC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1639" y="4706329"/>
              <a:ext cx="306191" cy="350957"/>
            </a:xfrm>
            <a:prstGeom prst="rect">
              <a:avLst/>
            </a:prstGeom>
          </p:spPr>
        </p:pic>
        <p:pic>
          <p:nvPicPr>
            <p:cNvPr id="27" name="Graphic 26" descr="Newspaper with solid fill">
              <a:extLst>
                <a:ext uri="{FF2B5EF4-FFF2-40B4-BE49-F238E27FC236}">
                  <a16:creationId xmlns:a16="http://schemas.microsoft.com/office/drawing/2014/main" id="{2774DC14-ADD9-6ABA-DC18-EF8396433656}"/>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02379" y="2832714"/>
              <a:ext cx="284711" cy="326336"/>
            </a:xfrm>
            <a:prstGeom prst="rect">
              <a:avLst/>
            </a:prstGeom>
          </p:spPr>
        </p:pic>
        <p:pic>
          <p:nvPicPr>
            <p:cNvPr id="28" name="Graphic 27" descr="Thumbs up sign with solid fill">
              <a:extLst>
                <a:ext uri="{FF2B5EF4-FFF2-40B4-BE49-F238E27FC236}">
                  <a16:creationId xmlns:a16="http://schemas.microsoft.com/office/drawing/2014/main" id="{B4707FDC-AA58-983B-4A20-1B9DBD06267F}"/>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05390" y="5190818"/>
              <a:ext cx="278689" cy="319433"/>
            </a:xfrm>
            <a:prstGeom prst="rect">
              <a:avLst/>
            </a:prstGeom>
          </p:spPr>
        </p:pic>
        <p:pic>
          <p:nvPicPr>
            <p:cNvPr id="29" name="Graphic 28" descr="Harvey Balls 80% with solid fill">
              <a:extLst>
                <a:ext uri="{FF2B5EF4-FFF2-40B4-BE49-F238E27FC236}">
                  <a16:creationId xmlns:a16="http://schemas.microsoft.com/office/drawing/2014/main" id="{C20DA9D8-0A85-3FDE-296A-2E3DFB73633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89889" y="4254253"/>
              <a:ext cx="309690" cy="318544"/>
            </a:xfrm>
            <a:prstGeom prst="rect">
              <a:avLst/>
            </a:prstGeom>
          </p:spPr>
        </p:pic>
      </p:grpSp>
      <p:sp>
        <p:nvSpPr>
          <p:cNvPr id="9" name="Content Placeholder 8">
            <a:extLst>
              <a:ext uri="{FF2B5EF4-FFF2-40B4-BE49-F238E27FC236}">
                <a16:creationId xmlns:a16="http://schemas.microsoft.com/office/drawing/2014/main" id="{0E634472-B318-50FD-8808-01CE2C0D6353}"/>
              </a:ext>
            </a:extLst>
          </p:cNvPr>
          <p:cNvSpPr txBox="1"/>
          <p:nvPr/>
        </p:nvSpPr>
        <p:spPr>
          <a:xfrm>
            <a:off x="438618" y="6471356"/>
            <a:ext cx="10883900" cy="215444"/>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kumimoji="0" lang="en-US" sz="800" b="0" i="0" u="none" strike="noStrike" kern="1200" cap="none" spc="0" normalizeH="0" baseline="0" noProof="0" dirty="0">
                <a:ln>
                  <a:noFill/>
                </a:ln>
                <a:solidFill>
                  <a:srgbClr val="000000"/>
                </a:solidFill>
                <a:effectLst/>
                <a:uLnTx/>
                <a:uFillTx/>
                <a:latin typeface="Helvetica Neue"/>
                <a:ea typeface="+mn-ea"/>
                <a:cs typeface="Arial" panose="020B0604020202020204" pitchFamily="34" charset="0"/>
              </a:rPr>
              <a:t>“Global” prominence analysis is comprised of US, UK, Italy, France, Germany, UAE, China, India, Australia, Japan, Korea. </a:t>
            </a:r>
          </a:p>
        </p:txBody>
      </p:sp>
      <p:sp>
        <p:nvSpPr>
          <p:cNvPr id="10" name="TextBox 8">
            <a:extLst>
              <a:ext uri="{FF2B5EF4-FFF2-40B4-BE49-F238E27FC236}">
                <a16:creationId xmlns:a16="http://schemas.microsoft.com/office/drawing/2014/main" id="{97D7D7FB-8648-A7D0-6871-0C16AF9D17C4}"/>
              </a:ext>
            </a:extLst>
          </p:cNvPr>
          <p:cNvSpPr txBox="1"/>
          <p:nvPr/>
        </p:nvSpPr>
        <p:spPr>
          <a:xfrm>
            <a:off x="348299" y="6663552"/>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dirty="0">
                <a:ln>
                  <a:noFill/>
                </a:ln>
                <a:solidFill>
                  <a:srgbClr val="000000"/>
                </a:solidFill>
                <a:effectLst/>
                <a:uLnTx/>
                <a:uFillTx/>
                <a:latin typeface="Helvetica Neue"/>
                <a:ea typeface="+mn-ea"/>
                <a:cs typeface="+mn-cs"/>
              </a:rPr>
              <a:t>"China multichannel weights have been updated to reflect a 65 "social" and 35 "traditional" weighting scheme" - effective </a:t>
            </a:r>
            <a:r>
              <a:rPr lang="en-US" sz="700" i="1" dirty="0">
                <a:solidFill>
                  <a:srgbClr val="000000"/>
                </a:solidFill>
                <a:latin typeface="Helvetica Neue"/>
              </a:rPr>
              <a:t>July</a:t>
            </a:r>
            <a:r>
              <a:rPr kumimoji="0" lang="en-US" sz="700" b="0" i="1" u="none" strike="noStrike" kern="1200" cap="none" spc="0" normalizeH="0" baseline="0" noProof="0" dirty="0">
                <a:ln>
                  <a:noFill/>
                </a:ln>
                <a:solidFill>
                  <a:srgbClr val="000000"/>
                </a:solidFill>
                <a:effectLst/>
                <a:uLnTx/>
                <a:uFillTx/>
                <a:latin typeface="Helvetica Neue"/>
                <a:ea typeface="+mn-ea"/>
                <a:cs typeface="+mn-cs"/>
              </a:rPr>
              <a:t> 2026.</a:t>
            </a:r>
          </a:p>
        </p:txBody>
      </p:sp>
      <p:sp>
        <p:nvSpPr>
          <p:cNvPr id="11" name="Rounded Rectangle 6">
            <a:extLst>
              <a:ext uri="{FF2B5EF4-FFF2-40B4-BE49-F238E27FC236}">
                <a16:creationId xmlns:a16="http://schemas.microsoft.com/office/drawing/2014/main" id="{3427252C-8E74-7C99-3EAA-E6B474ED0CB7}"/>
              </a:ext>
            </a:extLst>
          </p:cNvPr>
          <p:cNvSpPr/>
          <p:nvPr/>
        </p:nvSpPr>
        <p:spPr>
          <a:xfrm>
            <a:off x="2690413" y="3682630"/>
            <a:ext cx="492179" cy="1789135"/>
          </a:xfrm>
          <a:prstGeom prst="roundRect">
            <a:avLst>
              <a:gd name="adj" fmla="val 48000"/>
            </a:avLst>
          </a:prstGeom>
          <a:noFill/>
          <a:ln w="15875">
            <a:solidFill>
              <a:srgbClr val="3C44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Tree>
    <p:extLst>
      <p:ext uri="{BB962C8B-B14F-4D97-AF65-F5344CB8AC3E}">
        <p14:creationId xmlns:p14="http://schemas.microsoft.com/office/powerpoint/2010/main" val="791596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9D2E9-4FAE-A8FA-540E-26A2D3F4C19D}"/>
            </a:ext>
          </a:extLst>
        </p:cNvPr>
        <p:cNvGrpSpPr/>
        <p:nvPr/>
      </p:nvGrpSpPr>
      <p:grpSpPr>
        <a:xfrm>
          <a:off x="0" y="0"/>
          <a:ext cx="0" cy="0"/>
          <a:chOff x="0" y="0"/>
          <a:chExt cx="0" cy="0"/>
        </a:xfrm>
      </p:grpSpPr>
      <p:graphicFrame>
        <p:nvGraphicFramePr>
          <p:cNvPr id="5" name="Table_2">
            <a:extLst>
              <a:ext uri="{FF2B5EF4-FFF2-40B4-BE49-F238E27FC236}">
                <a16:creationId xmlns:a16="http://schemas.microsoft.com/office/drawing/2014/main" id="{E8C9843D-DFBD-8B21-E367-3696A28BBC46}"/>
              </a:ext>
            </a:extLst>
          </p:cNvPr>
          <p:cNvGraphicFramePr>
            <a:graphicFrameLocks noGrp="1"/>
          </p:cNvGraphicFramePr>
          <p:nvPr>
            <p:extLst>
              <p:ext uri="{D42A27DB-BD31-4B8C-83A1-F6EECF244321}">
                <p14:modId xmlns:p14="http://schemas.microsoft.com/office/powerpoint/2010/main" val="3244850342"/>
              </p:ext>
            </p:extLst>
          </p:nvPr>
        </p:nvGraphicFramePr>
        <p:xfrm>
          <a:off x="392349" y="1540510"/>
          <a:ext cx="11434128" cy="4660282"/>
        </p:xfrm>
        <a:graphic>
          <a:graphicData uri="http://schemas.openxmlformats.org/drawingml/2006/table">
            <a:tbl>
              <a:tblPr firstRow="1" bandRow="1">
                <a:tableStyleId>{8EC20E35-A176-4012-BC5E-935CFFF8708E}</a:tableStyleId>
              </a:tblPr>
              <a:tblGrid>
                <a:gridCol w="1444308">
                  <a:extLst>
                    <a:ext uri="{9D8B030D-6E8A-4147-A177-3AD203B41FA5}">
                      <a16:colId xmlns:a16="http://schemas.microsoft.com/office/drawing/2014/main" val="20000"/>
                    </a:ext>
                  </a:extLst>
                </a:gridCol>
                <a:gridCol w="731964">
                  <a:extLst>
                    <a:ext uri="{9D8B030D-6E8A-4147-A177-3AD203B41FA5}">
                      <a16:colId xmlns:a16="http://schemas.microsoft.com/office/drawing/2014/main" val="20001"/>
                    </a:ext>
                  </a:extLst>
                </a:gridCol>
                <a:gridCol w="725424">
                  <a:extLst>
                    <a:ext uri="{9D8B030D-6E8A-4147-A177-3AD203B41FA5}">
                      <a16:colId xmlns:a16="http://schemas.microsoft.com/office/drawing/2014/main" val="20002"/>
                    </a:ext>
                  </a:extLst>
                </a:gridCol>
                <a:gridCol w="725424">
                  <a:extLst>
                    <a:ext uri="{9D8B030D-6E8A-4147-A177-3AD203B41FA5}">
                      <a16:colId xmlns:a16="http://schemas.microsoft.com/office/drawing/2014/main" val="20003"/>
                    </a:ext>
                  </a:extLst>
                </a:gridCol>
                <a:gridCol w="725424">
                  <a:extLst>
                    <a:ext uri="{9D8B030D-6E8A-4147-A177-3AD203B41FA5}">
                      <a16:colId xmlns:a16="http://schemas.microsoft.com/office/drawing/2014/main" val="20004"/>
                    </a:ext>
                  </a:extLst>
                </a:gridCol>
                <a:gridCol w="725424">
                  <a:extLst>
                    <a:ext uri="{9D8B030D-6E8A-4147-A177-3AD203B41FA5}">
                      <a16:colId xmlns:a16="http://schemas.microsoft.com/office/drawing/2014/main" val="20005"/>
                    </a:ext>
                  </a:extLst>
                </a:gridCol>
                <a:gridCol w="725424">
                  <a:extLst>
                    <a:ext uri="{9D8B030D-6E8A-4147-A177-3AD203B41FA5}">
                      <a16:colId xmlns:a16="http://schemas.microsoft.com/office/drawing/2014/main" val="20006"/>
                    </a:ext>
                  </a:extLst>
                </a:gridCol>
                <a:gridCol w="725424">
                  <a:extLst>
                    <a:ext uri="{9D8B030D-6E8A-4147-A177-3AD203B41FA5}">
                      <a16:colId xmlns:a16="http://schemas.microsoft.com/office/drawing/2014/main" val="20007"/>
                    </a:ext>
                  </a:extLst>
                </a:gridCol>
                <a:gridCol w="725424">
                  <a:extLst>
                    <a:ext uri="{9D8B030D-6E8A-4147-A177-3AD203B41FA5}">
                      <a16:colId xmlns:a16="http://schemas.microsoft.com/office/drawing/2014/main" val="20008"/>
                    </a:ext>
                  </a:extLst>
                </a:gridCol>
                <a:gridCol w="725424">
                  <a:extLst>
                    <a:ext uri="{9D8B030D-6E8A-4147-A177-3AD203B41FA5}">
                      <a16:colId xmlns:a16="http://schemas.microsoft.com/office/drawing/2014/main" val="20009"/>
                    </a:ext>
                  </a:extLst>
                </a:gridCol>
                <a:gridCol w="725424">
                  <a:extLst>
                    <a:ext uri="{9D8B030D-6E8A-4147-A177-3AD203B41FA5}">
                      <a16:colId xmlns:a16="http://schemas.microsoft.com/office/drawing/2014/main" val="20010"/>
                    </a:ext>
                  </a:extLst>
                </a:gridCol>
                <a:gridCol w="725424">
                  <a:extLst>
                    <a:ext uri="{9D8B030D-6E8A-4147-A177-3AD203B41FA5}">
                      <a16:colId xmlns:a16="http://schemas.microsoft.com/office/drawing/2014/main" val="20011"/>
                    </a:ext>
                  </a:extLst>
                </a:gridCol>
                <a:gridCol w="725424">
                  <a:extLst>
                    <a:ext uri="{9D8B030D-6E8A-4147-A177-3AD203B41FA5}">
                      <a16:colId xmlns:a16="http://schemas.microsoft.com/office/drawing/2014/main" val="20012"/>
                    </a:ext>
                  </a:extLst>
                </a:gridCol>
                <a:gridCol w="639096">
                  <a:extLst>
                    <a:ext uri="{9D8B030D-6E8A-4147-A177-3AD203B41FA5}">
                      <a16:colId xmlns:a16="http://schemas.microsoft.com/office/drawing/2014/main" val="3914247390"/>
                    </a:ext>
                  </a:extLst>
                </a:gridCol>
                <a:gridCol w="639096">
                  <a:extLst>
                    <a:ext uri="{9D8B030D-6E8A-4147-A177-3AD203B41FA5}">
                      <a16:colId xmlns:a16="http://schemas.microsoft.com/office/drawing/2014/main" val="216464160"/>
                    </a:ext>
                  </a:extLst>
                </a:gridCol>
              </a:tblGrid>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Pct val="25000"/>
                        <a:buFontTx/>
                        <a:buNone/>
                        <a:defRPr/>
                      </a:pPr>
                      <a:r>
                        <a:rPr lang="en-US" sz="1200" b="0" i="0" u="none" strike="noStrike">
                          <a:solidFill>
                            <a:schemeClr val="bg1"/>
                          </a:solidFill>
                          <a:effectLst/>
                          <a:latin typeface="Century Gothic" panose="020B0502020202020204" pitchFamily="34" charset="0"/>
                        </a:rPr>
                        <a:t>Four Seasons</a:t>
                      </a:r>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2">
                  <a:txBody>
                    <a:bodyPr/>
                    <a:lstStyle/>
                    <a:p>
                      <a:pPr algn="ctr">
                        <a:lnSpc>
                          <a:spcPct val="80000"/>
                        </a:lnSpc>
                      </a:pPr>
                      <a:r>
                        <a:rPr lang="en-US" sz="1200" b="0"/>
                        <a:t>Regent Seven Seas</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solidFill>
                  </a:tcPr>
                </a:tc>
                <a:tc gridSpan="2">
                  <a:txBody>
                    <a:bodyPr/>
                    <a:lstStyle/>
                    <a:p>
                      <a:pPr algn="ctr">
                        <a:lnSpc>
                          <a:spcPct val="80000"/>
                        </a:lnSpc>
                      </a:pPr>
                      <a:r>
                        <a:rPr lang="en-US" sz="1200" b="0"/>
                        <a:t>Silversea</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solidFill>
                  </a:tcPr>
                </a:tc>
                <a:tc gridSpan="2">
                  <a:txBody>
                    <a:bodyPr/>
                    <a:lstStyle/>
                    <a:p>
                      <a:pPr algn="ctr">
                        <a:lnSpc>
                          <a:spcPct val="80000"/>
                        </a:lnSpc>
                      </a:pPr>
                      <a:r>
                        <a:rPr lang="en-US" sz="1200" b="0">
                          <a:solidFill>
                            <a:schemeClr val="bg1"/>
                          </a:solidFill>
                        </a:rPr>
                        <a:t>Ritz-Carlton</a:t>
                      </a:r>
                      <a:endParaRPr lang="en-US" sz="1200" b="0"/>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solidFill>
                  </a:tcPr>
                </a:tc>
                <a:tc gridSpan="2">
                  <a:txBody>
                    <a:bodyPr/>
                    <a:lstStyle/>
                    <a:p>
                      <a:pPr algn="ctr">
                        <a:lnSpc>
                          <a:spcPct val="80000"/>
                        </a:lnSpc>
                      </a:pPr>
                      <a:r>
                        <a:rPr lang="en-US" sz="1200" b="0"/>
                        <a:t>Seabourn</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solidFill>
                  </a:tcPr>
                </a:tc>
                <a:tc gridSpan="2">
                  <a:txBody>
                    <a:bodyPr/>
                    <a:lstStyle/>
                    <a:p>
                      <a:pPr algn="ctr">
                        <a:lnSpc>
                          <a:spcPct val="80000"/>
                        </a:lnSpc>
                      </a:pPr>
                      <a:r>
                        <a:rPr lang="en-US" sz="1200" b="0"/>
                        <a:t>Aman</a:t>
                      </a:r>
                      <a:endParaRPr lang="en-US" sz="1200" b="0">
                        <a:solidFill>
                          <a:schemeClr val="bg1"/>
                        </a:solidFill>
                      </a:endParaRP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gridSpan="2">
                  <a:txBody>
                    <a:bodyPr/>
                    <a:lstStyle/>
                    <a:p>
                      <a:pPr algn="ctr">
                        <a:lnSpc>
                          <a:spcPct val="80000"/>
                        </a:lnSpc>
                      </a:pPr>
                      <a:r>
                        <a:rPr lang="en-US" sz="1200" b="0">
                          <a:solidFill>
                            <a:schemeClr val="bg1"/>
                          </a:solidFill>
                        </a:rPr>
                        <a:t>Orient </a:t>
                      </a:r>
                    </a:p>
                    <a:p>
                      <a:pPr algn="ctr">
                        <a:lnSpc>
                          <a:spcPct val="80000"/>
                        </a:lnSpc>
                      </a:pPr>
                      <a:r>
                        <a:rPr lang="en-US" sz="1200" b="0">
                          <a:solidFill>
                            <a:schemeClr val="bg1"/>
                          </a:solidFill>
                        </a:rPr>
                        <a:t>Express</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art_fs</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art_reg</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art_sil</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art_rit</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art_sea</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art_ama</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marL="0" marR="0" lvl="0" indent="0" algn="ctr" rtl="0" eaLnBrk="1" fontAlgn="ctr" latinLnBrk="0" hangingPunct="1">
                        <a:lnSpc>
                          <a:spcPct val="100000"/>
                        </a:lnSpc>
                        <a:spcBef>
                          <a:spcPts val="0"/>
                        </a:spcBef>
                        <a:spcAft>
                          <a:spcPts val="0"/>
                        </a:spcAft>
                        <a:buClrTx/>
                        <a:buSzTx/>
                        <a:buFontTx/>
                        <a:buNone/>
                      </a:pP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art_ori</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dirty="0">
                          <a:solidFill>
                            <a:schemeClr val="tx1"/>
                          </a:solidFill>
                          <a:effectLst/>
                          <a:latin typeface="+mn-lt"/>
                        </a:rPr>
                        <a:t>% SOPF*</a:t>
                      </a:r>
                      <a:endParaRPr lang="en-US" sz="900" b="1" i="0" u="none" strike="noStrike" dirty="0">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extLst>
                  <a:ext uri="{0D108BD9-81ED-4DB2-BD59-A6C34878D82A}">
                    <a16:rowId xmlns:a16="http://schemas.microsoft.com/office/drawing/2014/main" val="10002"/>
                  </a:ext>
                </a:extLst>
              </a:tr>
              <a:tr h="475488">
                <a:tc>
                  <a:txBody>
                    <a:bodyPr/>
                    <a:lstStyle/>
                    <a:p>
                      <a:pPr algn="l" fontAlgn="b"/>
                      <a:r>
                        <a:rPr lang="en-US" sz="900" b="1" i="0" u="none" strike="noStrike">
                          <a:solidFill>
                            <a:schemeClr val="tx1"/>
                          </a:solidFill>
                          <a:effectLst/>
                          <a:latin typeface="+mn-lt"/>
                        </a:rPr>
                        <a:t>HEADLINES</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3"/>
                  </a:ext>
                </a:extLst>
              </a:tr>
              <a:tr h="511954">
                <a:tc>
                  <a:txBody>
                    <a:bodyPr/>
                    <a:lstStyle/>
                    <a:p>
                      <a:pPr algn="l" fontAlgn="b"/>
                      <a:r>
                        <a:rPr lang="en-US" sz="900" b="1" i="0" u="none" strike="noStrike">
                          <a:solidFill>
                            <a:schemeClr val="tx1"/>
                          </a:solidFill>
                          <a:effectLst/>
                          <a:latin typeface="+mn-lt"/>
                        </a:rPr>
                        <a:t>EXCLUSIVE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4"/>
                  </a:ext>
                </a:extLst>
              </a:tr>
              <a:tr h="475488">
                <a:tc>
                  <a:txBody>
                    <a:bodyPr/>
                    <a:lstStyle/>
                    <a:p>
                      <a:pPr algn="l" fontAlgn="b"/>
                      <a:r>
                        <a:rPr lang="en-US" sz="900" b="1" i="0" u="none" strike="noStrike">
                          <a:solidFill>
                            <a:schemeClr val="tx1"/>
                          </a:solidFill>
                          <a:effectLst/>
                          <a:latin typeface="+mn-lt"/>
                        </a:rPr>
                        <a:t>LEAD</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5"/>
                  </a:ext>
                </a:extLst>
              </a:tr>
              <a:tr h="475488">
                <a:tc>
                  <a:txBody>
                    <a:bodyPr/>
                    <a:lstStyle/>
                    <a:p>
                      <a:pPr algn="l" fontAlgn="b"/>
                      <a:r>
                        <a:rPr lang="en-US" sz="900" b="1" i="0" u="none" strike="noStrike">
                          <a:solidFill>
                            <a:schemeClr val="tx1"/>
                          </a:solidFill>
                          <a:effectLst/>
                          <a:latin typeface="+mn-lt"/>
                        </a:rPr>
                        <a:t>EXTENT OF </a:t>
                      </a:r>
                      <a:br>
                        <a:rPr lang="en-US" sz="900" b="1" i="0" u="none" strike="noStrike">
                          <a:solidFill>
                            <a:schemeClr val="tx1"/>
                          </a:solidFill>
                          <a:effectLst/>
                          <a:latin typeface="+mn-lt"/>
                        </a:rPr>
                      </a:br>
                      <a:r>
                        <a:rPr lang="en-US" sz="900" b="1" i="0" u="none" strike="noStrike">
                          <a:solidFill>
                            <a:schemeClr val="tx1"/>
                          </a:solidFill>
                          <a:effectLst/>
                          <a:latin typeface="+mn-lt"/>
                        </a:rPr>
                        <a:t>MENTION 2+</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6"/>
                  </a:ext>
                </a:extLst>
              </a:tr>
              <a:tr h="475488">
                <a:tc>
                  <a:txBody>
                    <a:bodyPr/>
                    <a:lstStyle/>
                    <a:p>
                      <a:pPr algn="l" fontAlgn="b"/>
                      <a:r>
                        <a:rPr lang="en-US" sz="900" b="1" i="0" u="none" strike="noStrike">
                          <a:solidFill>
                            <a:schemeClr val="tx1"/>
                          </a:solidFill>
                          <a:effectLst/>
                          <a:latin typeface="+mn-lt"/>
                        </a:rPr>
                        <a:t>VISUAL</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7"/>
                  </a:ext>
                </a:extLst>
              </a:tr>
              <a:tr h="475488">
                <a:tc>
                  <a:txBody>
                    <a:bodyPr/>
                    <a:lstStyle/>
                    <a:p>
                      <a:pPr algn="l" fontAlgn="b"/>
                      <a:r>
                        <a:rPr lang="en-US" sz="900" b="1" i="0" u="none" strike="noStrike">
                          <a:solidFill>
                            <a:schemeClr val="tx1"/>
                          </a:solidFill>
                          <a:effectLst/>
                          <a:latin typeface="+mn-lt"/>
                        </a:rPr>
                        <a:t>POSITIVE TONE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8"/>
                  </a:ext>
                </a:extLst>
              </a:tr>
              <a:tr h="457200">
                <a:tc>
                  <a:txBody>
                    <a:bodyPr/>
                    <a:lstStyle/>
                    <a:p>
                      <a:pPr algn="ctr" rtl="0" fontAlgn="ctr"/>
                      <a:r>
                        <a:rPr lang="en-US" sz="1050" b="1" i="0" u="none" strike="noStrike">
                          <a:solidFill>
                            <a:schemeClr val="bg1"/>
                          </a:solidFill>
                          <a:effectLst/>
                          <a:latin typeface="+mn-lt"/>
                        </a:rPr>
                        <a:t>TOTAL AVERAGE SOP</a:t>
                      </a:r>
                      <a:endParaRPr lang="en-US" sz="700" b="1" i="0" u="none" strike="noStrike">
                        <a:solidFill>
                          <a:schemeClr val="bg1"/>
                        </a:solidFill>
                        <a:effectLst/>
                        <a:latin typeface="+mn-lt"/>
                      </a:endParaRPr>
                    </a:p>
                  </a:txBody>
                  <a:tcPr marL="0" marR="4445" marT="0"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fs_total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si_total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ri_total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am_total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or_total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FA023591-03F5-D48A-3F2B-EE675E21B5A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07FBEBBB-EED8-78C2-4867-86853AF6A939}"/>
              </a:ext>
            </a:extLst>
          </p:cNvPr>
          <p:cNvSpPr>
            <a:spLocks noGrp="1"/>
          </p:cNvSpPr>
          <p:nvPr>
            <p:ph type="title"/>
          </p:nvPr>
        </p:nvSpPr>
        <p:spPr/>
        <p:txBody>
          <a:bodyPr/>
          <a:lstStyle/>
          <a:p>
            <a:r>
              <a:rPr lang="en-US">
                <a:latin typeface="Saol Display Light"/>
              </a:rPr>
              <a:t>PROMINENCE FACTOR OVERVIEW </a:t>
            </a:r>
            <a:r>
              <a:rPr lang="en-US" i="1">
                <a:latin typeface="Saol Display Light"/>
              </a:rPr>
              <a:t>– GLOBAL</a:t>
            </a:r>
            <a:endParaRPr lang="en-US"/>
          </a:p>
        </p:txBody>
      </p:sp>
      <p:sp>
        <p:nvSpPr>
          <p:cNvPr id="6" name="Text Placeholder 5">
            <a:extLst>
              <a:ext uri="{FF2B5EF4-FFF2-40B4-BE49-F238E27FC236}">
                <a16:creationId xmlns:a16="http://schemas.microsoft.com/office/drawing/2014/main" id="{595A864C-A861-DD28-082A-307115CADBA1}"/>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D2F6C226-35EE-75CF-612A-FDE2135C1A88}"/>
              </a:ext>
            </a:extLst>
          </p:cNvPr>
          <p:cNvSpPr>
            <a:spLocks noGrp="1"/>
          </p:cNvSpPr>
          <p:nvPr>
            <p:ph type="body" sz="quarter" idx="26"/>
          </p:nvPr>
        </p:nvSpPr>
        <p:spPr>
          <a:xfrm>
            <a:off x="348299" y="1035119"/>
            <a:ext cx="11164824" cy="391908"/>
          </a:xfrm>
        </p:spPr>
        <p:txBody>
          <a:bodyPr/>
          <a:lstStyle/>
          <a:p>
            <a:r>
              <a:rPr lang="en-US" sz="1200" dirty="0"/>
              <a:t>{{month}} 2026</a:t>
            </a:r>
          </a:p>
        </p:txBody>
      </p:sp>
      <p:sp>
        <p:nvSpPr>
          <p:cNvPr id="7" name="TextBox 6">
            <a:extLst>
              <a:ext uri="{FF2B5EF4-FFF2-40B4-BE49-F238E27FC236}">
                <a16:creationId xmlns:a16="http://schemas.microsoft.com/office/drawing/2014/main" id="{2A5B078E-2A8D-003E-1299-3D5386256ACA}"/>
              </a:ext>
            </a:extLst>
          </p:cNvPr>
          <p:cNvSpPr txBox="1"/>
          <p:nvPr/>
        </p:nvSpPr>
        <p:spPr>
          <a:xfrm>
            <a:off x="460692" y="5991138"/>
            <a:ext cx="3207929"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mn-cs"/>
              </a:rPr>
              <a:t>* Share of Prominence Factor achieved across the competitive set</a:t>
            </a:r>
          </a:p>
        </p:txBody>
      </p:sp>
      <p:grpSp>
        <p:nvGrpSpPr>
          <p:cNvPr id="23" name="Group 22">
            <a:extLst>
              <a:ext uri="{FF2B5EF4-FFF2-40B4-BE49-F238E27FC236}">
                <a16:creationId xmlns:a16="http://schemas.microsoft.com/office/drawing/2014/main" id="{B970445B-C39F-3C9F-EC89-FABB0AF92AC4}"/>
              </a:ext>
            </a:extLst>
          </p:cNvPr>
          <p:cNvGrpSpPr/>
          <p:nvPr/>
        </p:nvGrpSpPr>
        <p:grpSpPr>
          <a:xfrm>
            <a:off x="504154" y="2799481"/>
            <a:ext cx="325976" cy="2677537"/>
            <a:chOff x="781746" y="2832714"/>
            <a:chExt cx="325976" cy="2677537"/>
          </a:xfrm>
        </p:grpSpPr>
        <p:pic>
          <p:nvPicPr>
            <p:cNvPr id="24" name="Graphic 23" descr="Star with solid fill">
              <a:extLst>
                <a:ext uri="{FF2B5EF4-FFF2-40B4-BE49-F238E27FC236}">
                  <a16:creationId xmlns:a16="http://schemas.microsoft.com/office/drawing/2014/main" id="{BB30EDA6-8D56-0F3E-7092-27DD9097E85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81746" y="3297601"/>
              <a:ext cx="325976" cy="309378"/>
            </a:xfrm>
            <a:prstGeom prst="rect">
              <a:avLst/>
            </a:prstGeom>
          </p:spPr>
        </p:pic>
        <p:pic>
          <p:nvPicPr>
            <p:cNvPr id="25" name="Graphic 24" descr="Document with solid fill">
              <a:extLst>
                <a:ext uri="{FF2B5EF4-FFF2-40B4-BE49-F238E27FC236}">
                  <a16:creationId xmlns:a16="http://schemas.microsoft.com/office/drawing/2014/main" id="{8A1CE9FB-D16C-62D1-E088-B7352166ABA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58" y="3783894"/>
              <a:ext cx="275153" cy="315380"/>
            </a:xfrm>
            <a:prstGeom prst="rect">
              <a:avLst/>
            </a:prstGeom>
          </p:spPr>
        </p:pic>
        <p:pic>
          <p:nvPicPr>
            <p:cNvPr id="26" name="Graphic 25" descr="Image with solid fill">
              <a:extLst>
                <a:ext uri="{FF2B5EF4-FFF2-40B4-BE49-F238E27FC236}">
                  <a16:creationId xmlns:a16="http://schemas.microsoft.com/office/drawing/2014/main" id="{104450BB-BB7F-A8FC-BC42-42367036443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91639" y="4706329"/>
              <a:ext cx="306191" cy="350957"/>
            </a:xfrm>
            <a:prstGeom prst="rect">
              <a:avLst/>
            </a:prstGeom>
          </p:spPr>
        </p:pic>
        <p:pic>
          <p:nvPicPr>
            <p:cNvPr id="27" name="Graphic 26" descr="Newspaper with solid fill">
              <a:extLst>
                <a:ext uri="{FF2B5EF4-FFF2-40B4-BE49-F238E27FC236}">
                  <a16:creationId xmlns:a16="http://schemas.microsoft.com/office/drawing/2014/main" id="{95F01508-C7FC-672B-B58C-7F8B28AD932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02379" y="2832714"/>
              <a:ext cx="284711" cy="326336"/>
            </a:xfrm>
            <a:prstGeom prst="rect">
              <a:avLst/>
            </a:prstGeom>
          </p:spPr>
        </p:pic>
        <p:pic>
          <p:nvPicPr>
            <p:cNvPr id="28" name="Graphic 27" descr="Thumbs up sign with solid fill">
              <a:extLst>
                <a:ext uri="{FF2B5EF4-FFF2-40B4-BE49-F238E27FC236}">
                  <a16:creationId xmlns:a16="http://schemas.microsoft.com/office/drawing/2014/main" id="{4AF7B05C-CD44-E0F6-8B60-262766D471C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05390" y="5190818"/>
              <a:ext cx="278689" cy="319433"/>
            </a:xfrm>
            <a:prstGeom prst="rect">
              <a:avLst/>
            </a:prstGeom>
          </p:spPr>
        </p:pic>
        <p:pic>
          <p:nvPicPr>
            <p:cNvPr id="29" name="Graphic 28" descr="Harvey Balls 80% with solid fill">
              <a:extLst>
                <a:ext uri="{FF2B5EF4-FFF2-40B4-BE49-F238E27FC236}">
                  <a16:creationId xmlns:a16="http://schemas.microsoft.com/office/drawing/2014/main" id="{81718B69-A80D-7027-C03E-FCC9206B6B9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889" y="4254253"/>
              <a:ext cx="309690" cy="318544"/>
            </a:xfrm>
            <a:prstGeom prst="rect">
              <a:avLst/>
            </a:prstGeom>
          </p:spPr>
        </p:pic>
      </p:grpSp>
      <p:sp>
        <p:nvSpPr>
          <p:cNvPr id="9" name="Content Placeholder 8">
            <a:extLst>
              <a:ext uri="{FF2B5EF4-FFF2-40B4-BE49-F238E27FC236}">
                <a16:creationId xmlns:a16="http://schemas.microsoft.com/office/drawing/2014/main" id="{14B755CE-3E52-D8A9-86D4-880D6D46BCE3}"/>
              </a:ext>
            </a:extLst>
          </p:cNvPr>
          <p:cNvSpPr txBox="1"/>
          <p:nvPr/>
        </p:nvSpPr>
        <p:spPr>
          <a:xfrm>
            <a:off x="348299" y="6309319"/>
            <a:ext cx="10883900" cy="215444"/>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kumimoji="0" lang="en-US" sz="800" b="0" i="0" u="none" strike="noStrike" kern="1200" cap="none" spc="0" normalizeH="0" baseline="0" noProof="0">
                <a:ln>
                  <a:noFill/>
                </a:ln>
                <a:solidFill>
                  <a:srgbClr val="000000"/>
                </a:solidFill>
                <a:effectLst/>
                <a:uLnTx/>
                <a:uFillTx/>
                <a:latin typeface="Helvetica Neue"/>
                <a:ea typeface="+mn-ea"/>
                <a:cs typeface="Arial" panose="020B0604020202020204" pitchFamily="34" charset="0"/>
              </a:rPr>
              <a:t>“Global” prominence analysis is comprised of US, UK, Italy, France, Germany, UAE, China, India, Australia, Japan, Korea. </a:t>
            </a:r>
          </a:p>
        </p:txBody>
      </p:sp>
      <p:sp>
        <p:nvSpPr>
          <p:cNvPr id="10" name="TextBox 8">
            <a:extLst>
              <a:ext uri="{FF2B5EF4-FFF2-40B4-BE49-F238E27FC236}">
                <a16:creationId xmlns:a16="http://schemas.microsoft.com/office/drawing/2014/main" id="{FC3A8F55-FAED-33E0-EED9-B3295381D27A}"/>
              </a:ext>
            </a:extLst>
          </p:cNvPr>
          <p:cNvSpPr txBox="1"/>
          <p:nvPr/>
        </p:nvSpPr>
        <p:spPr>
          <a:xfrm>
            <a:off x="270815" y="6464384"/>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a:t>
            </a:r>
            <a:r>
              <a:rPr lang="en-US" sz="700" i="1">
                <a:solidFill>
                  <a:srgbClr val="000000"/>
                </a:solidFill>
                <a:latin typeface="Helvetica Neue"/>
              </a:rPr>
              <a:t>July</a:t>
            </a:r>
            <a:r>
              <a:rPr kumimoji="0" lang="en-US" sz="700" b="0" i="1" u="none" strike="noStrike" kern="1200" cap="none" spc="0" normalizeH="0" baseline="0" noProof="0">
                <a:ln>
                  <a:noFill/>
                </a:ln>
                <a:solidFill>
                  <a:srgbClr val="000000"/>
                </a:solidFill>
                <a:effectLst/>
                <a:uLnTx/>
                <a:uFillTx/>
                <a:latin typeface="Helvetica Neue"/>
                <a:ea typeface="+mn-ea"/>
                <a:cs typeface="+mn-cs"/>
              </a:rPr>
              <a:t> 2026.</a:t>
            </a:r>
          </a:p>
        </p:txBody>
      </p:sp>
      <p:sp>
        <p:nvSpPr>
          <p:cNvPr id="13" name="Rounded Rectangle 6">
            <a:extLst>
              <a:ext uri="{FF2B5EF4-FFF2-40B4-BE49-F238E27FC236}">
                <a16:creationId xmlns:a16="http://schemas.microsoft.com/office/drawing/2014/main" id="{B7CC6C00-A35F-E257-9B93-1261F097FB20}"/>
              </a:ext>
            </a:extLst>
          </p:cNvPr>
          <p:cNvSpPr/>
          <p:nvPr/>
        </p:nvSpPr>
        <p:spPr>
          <a:xfrm>
            <a:off x="2682575" y="3712027"/>
            <a:ext cx="492179" cy="865364"/>
          </a:xfrm>
          <a:prstGeom prst="roundRect">
            <a:avLst>
              <a:gd name="adj" fmla="val 48000"/>
            </a:avLst>
          </a:prstGeom>
          <a:noFill/>
          <a:ln w="15875">
            <a:solidFill>
              <a:srgbClr val="3C44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Tree>
    <p:extLst>
      <p:ext uri="{BB962C8B-B14F-4D97-AF65-F5344CB8AC3E}">
        <p14:creationId xmlns:p14="http://schemas.microsoft.com/office/powerpoint/2010/main" val="2546441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5F101-58A1-254F-62C5-013A81CC95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15ECD3-6240-3E28-11A1-A9DD8D4784AD}"/>
              </a:ext>
            </a:extLst>
          </p:cNvPr>
          <p:cNvSpPr>
            <a:spLocks noGrp="1"/>
          </p:cNvSpPr>
          <p:nvPr>
            <p:ph type="title"/>
          </p:nvPr>
        </p:nvSpPr>
        <p:spPr>
          <a:xfrm>
            <a:off x="347471" y="2395728"/>
            <a:ext cx="8226257" cy="2286000"/>
          </a:xfrm>
        </p:spPr>
        <p:txBody>
          <a:bodyPr/>
          <a:lstStyle/>
          <a:p>
            <a:r>
              <a:rPr lang="en-US" sz="7200" i="1">
                <a:latin typeface="Saol Display Light"/>
              </a:rPr>
              <a:t>SHARE OF VOICE &amp; PROMINENCE: REGIONAL BREAKOUTS</a:t>
            </a:r>
          </a:p>
        </p:txBody>
      </p:sp>
      <p:sp>
        <p:nvSpPr>
          <p:cNvPr id="3" name="Text Placeholder 2">
            <a:extLst>
              <a:ext uri="{FF2B5EF4-FFF2-40B4-BE49-F238E27FC236}">
                <a16:creationId xmlns:a16="http://schemas.microsoft.com/office/drawing/2014/main" id="{72982D24-B63B-A021-A7D9-064E8380B74B}"/>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48982D7C-4272-8881-F1E5-B0BA4CC50FA3}"/>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Tree>
    <p:extLst>
      <p:ext uri="{BB962C8B-B14F-4D97-AF65-F5344CB8AC3E}">
        <p14:creationId xmlns:p14="http://schemas.microsoft.com/office/powerpoint/2010/main" val="3974461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21E6C-CB7B-411E-6048-61A1F8AAB7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EACF2-25B4-53F0-0335-980997EC6173}"/>
              </a:ext>
            </a:extLst>
          </p:cNvPr>
          <p:cNvSpPr>
            <a:spLocks noGrp="1"/>
          </p:cNvSpPr>
          <p:nvPr>
            <p:ph type="title"/>
          </p:nvPr>
        </p:nvSpPr>
        <p:spPr>
          <a:xfrm>
            <a:off x="347471" y="2395728"/>
            <a:ext cx="8226257" cy="2286000"/>
          </a:xfrm>
        </p:spPr>
        <p:txBody>
          <a:bodyPr/>
          <a:lstStyle/>
          <a:p>
            <a:r>
              <a:rPr lang="en-US" sz="7200" i="1">
                <a:latin typeface="Saol Display Light"/>
              </a:rPr>
              <a:t>AMERICAS</a:t>
            </a:r>
          </a:p>
        </p:txBody>
      </p:sp>
      <p:sp>
        <p:nvSpPr>
          <p:cNvPr id="3" name="Text Placeholder 2">
            <a:extLst>
              <a:ext uri="{FF2B5EF4-FFF2-40B4-BE49-F238E27FC236}">
                <a16:creationId xmlns:a16="http://schemas.microsoft.com/office/drawing/2014/main" id="{7EDE4B16-52A3-D2D7-20B2-B91CE0B3EF02}"/>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EB9641DF-C449-664D-BDFD-6178BC3D9CA7}"/>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5" name="TextBox 1">
            <a:extLst>
              <a:ext uri="{FF2B5EF4-FFF2-40B4-BE49-F238E27FC236}">
                <a16:creationId xmlns:a16="http://schemas.microsoft.com/office/drawing/2014/main" id="{747BFD7E-14D0-850F-391E-94E9116F6156}"/>
              </a:ext>
            </a:extLst>
          </p:cNvPr>
          <p:cNvSpPr txBox="1"/>
          <p:nvPr/>
        </p:nvSpPr>
        <p:spPr>
          <a:xfrm>
            <a:off x="347471" y="6345614"/>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ea typeface="+mn-ea"/>
                <a:cs typeface="+mn-cs"/>
              </a:rPr>
              <a:t>All media coverage in this section includes AMERICAS publications for both Four Seasons and its competitors. </a:t>
            </a:r>
            <a:endParaRPr kumimoji="0" lang="en-US" sz="1000" b="0" i="0" u="none" strike="noStrike" kern="1200" cap="none" spc="0" normalizeH="0" baseline="0" noProof="0">
              <a:ln>
                <a:noFill/>
              </a:ln>
              <a:solidFill>
                <a:srgbClr val="FFFFFF"/>
              </a:solidFill>
              <a:effectLst/>
              <a:uLnTx/>
              <a:uFillTx/>
              <a:ea typeface="+mn-ea"/>
              <a:cs typeface="+mn-cs"/>
            </a:endParaRPr>
          </a:p>
        </p:txBody>
      </p:sp>
    </p:spTree>
    <p:extLst>
      <p:ext uri="{BB962C8B-B14F-4D97-AF65-F5344CB8AC3E}">
        <p14:creationId xmlns:p14="http://schemas.microsoft.com/office/powerpoint/2010/main" val="863405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AF0A3-24BB-BA20-8193-0FA378FF925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2E5C64-A62C-F6CE-BF0B-8EDBCBCAC46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B7A262D-BD9A-1467-575C-9E235AE865BF}"/>
              </a:ext>
            </a:extLst>
          </p:cNvPr>
          <p:cNvSpPr>
            <a:spLocks noGrp="1"/>
          </p:cNvSpPr>
          <p:nvPr>
            <p:ph type="title"/>
          </p:nvPr>
        </p:nvSpPr>
        <p:spPr>
          <a:xfrm>
            <a:off x="746439" y="560748"/>
            <a:ext cx="11164824" cy="594360"/>
          </a:xfrm>
        </p:spPr>
        <p:txBody>
          <a:bodyPr/>
          <a:lstStyle/>
          <a:p>
            <a:r>
              <a:rPr lang="en-US"/>
              <a:t>YACHTS - AMERICAS</a:t>
            </a:r>
            <a:br>
              <a:rPr lang="en-US"/>
            </a:br>
            <a:endParaRPr lang="en-US"/>
          </a:p>
        </p:txBody>
      </p:sp>
      <p:sp>
        <p:nvSpPr>
          <p:cNvPr id="6" name="Text Placeholder 5">
            <a:extLst>
              <a:ext uri="{FF2B5EF4-FFF2-40B4-BE49-F238E27FC236}">
                <a16:creationId xmlns:a16="http://schemas.microsoft.com/office/drawing/2014/main" id="{C17796C0-FEDC-9904-268E-25D33DDB2375}"/>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A9E979D6-6CC5-5A71-788D-9EB6907E1A8E}"/>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A544FE4B-72B3-0D86-733B-46DC55B104FF}"/>
              </a:ext>
            </a:extLst>
          </p:cNvPr>
          <p:cNvGrpSpPr/>
          <p:nvPr/>
        </p:nvGrpSpPr>
        <p:grpSpPr>
          <a:xfrm>
            <a:off x="746439" y="1404688"/>
            <a:ext cx="7756383" cy="1759368"/>
            <a:chOff x="630382" y="3504093"/>
            <a:chExt cx="3493236" cy="2645148"/>
          </a:xfrm>
        </p:grpSpPr>
        <p:sp>
          <p:nvSpPr>
            <p:cNvPr id="33" name="Rectangle: Rounded Corners 32">
              <a:extLst>
                <a:ext uri="{FF2B5EF4-FFF2-40B4-BE49-F238E27FC236}">
                  <a16:creationId xmlns:a16="http://schemas.microsoft.com/office/drawing/2014/main" id="{316E811F-DE90-E463-A968-12C5EAA1B116}"/>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A4D00C52-1643-5DF7-A049-EC59D70A4CB4}"/>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28E485C1-EBCD-1198-3731-5FD0AE65430B}"/>
              </a:ext>
            </a:extLst>
          </p:cNvPr>
          <p:cNvGrpSpPr/>
          <p:nvPr/>
        </p:nvGrpSpPr>
        <p:grpSpPr>
          <a:xfrm>
            <a:off x="728243" y="3255702"/>
            <a:ext cx="3768915" cy="2916404"/>
            <a:chOff x="4286446" y="3503768"/>
            <a:chExt cx="3470145" cy="2641114"/>
          </a:xfrm>
        </p:grpSpPr>
        <p:sp>
          <p:nvSpPr>
            <p:cNvPr id="39" name="Rectangle: Rounded Corners 38">
              <a:extLst>
                <a:ext uri="{FF2B5EF4-FFF2-40B4-BE49-F238E27FC236}">
                  <a16:creationId xmlns:a16="http://schemas.microsoft.com/office/drawing/2014/main" id="{DE9E7EAB-B25C-2CCD-1491-D8710F35373B}"/>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8F261D1C-033C-4AB4-073B-1F05D7A882D8}"/>
                </a:ext>
              </a:extLst>
            </p:cNvPr>
            <p:cNvSpPr/>
            <p:nvPr/>
          </p:nvSpPr>
          <p:spPr>
            <a:xfrm>
              <a:off x="4286446" y="3514696"/>
              <a:ext cx="3470145" cy="431267"/>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SILVERSEA</a:t>
              </a:r>
            </a:p>
          </p:txBody>
        </p:sp>
      </p:grpSp>
      <p:sp>
        <p:nvSpPr>
          <p:cNvPr id="45" name="Rectangle: Rounded Corners 44">
            <a:extLst>
              <a:ext uri="{FF2B5EF4-FFF2-40B4-BE49-F238E27FC236}">
                <a16:creationId xmlns:a16="http://schemas.microsoft.com/office/drawing/2014/main" id="{79398ABF-CB09-289E-BB9E-691D83176779}"/>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CAD9CE0D-7295-C059-ACFB-FF8223C105D1}"/>
              </a:ext>
            </a:extLst>
          </p:cNvPr>
          <p:cNvSpPr/>
          <p:nvPr/>
        </p:nvSpPr>
        <p:spPr>
          <a:xfrm>
            <a:off x="4695911" y="3243435"/>
            <a:ext cx="3787111" cy="460245"/>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aphicFrame>
        <p:nvGraphicFramePr>
          <p:cNvPr id="11" name="Table 10">
            <a:extLst>
              <a:ext uri="{FF2B5EF4-FFF2-40B4-BE49-F238E27FC236}">
                <a16:creationId xmlns:a16="http://schemas.microsoft.com/office/drawing/2014/main" id="{F03B79D8-239A-125D-785A-48D30D0C18FB}"/>
              </a:ext>
            </a:extLst>
          </p:cNvPr>
          <p:cNvGraphicFramePr>
            <a:graphicFrameLocks noGrp="1"/>
          </p:cNvGraphicFramePr>
          <p:nvPr>
            <p:extLst>
              <p:ext uri="{D42A27DB-BD31-4B8C-83A1-F6EECF244321}">
                <p14:modId xmlns:p14="http://schemas.microsoft.com/office/powerpoint/2010/main" val="2660170894"/>
              </p:ext>
            </p:extLst>
          </p:nvPr>
        </p:nvGraphicFramePr>
        <p:xfrm>
          <a:off x="763052" y="6251086"/>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2" name="Content Placeholder 8">
            <a:extLst>
              <a:ext uri="{FF2B5EF4-FFF2-40B4-BE49-F238E27FC236}">
                <a16:creationId xmlns:a16="http://schemas.microsoft.com/office/drawing/2014/main" id="{ECE7A26C-49EC-464F-A353-C2BDD63EA2E8}"/>
              </a:ext>
            </a:extLst>
          </p:cNvPr>
          <p:cNvSpPr txBox="1">
            <a:spLocks/>
          </p:cNvSpPr>
          <p:nvPr/>
        </p:nvSpPr>
        <p:spPr>
          <a:xfrm>
            <a:off x="600536" y="6485980"/>
            <a:ext cx="4029363"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a:t>
            </a:r>
          </a:p>
        </p:txBody>
      </p:sp>
      <p:sp>
        <p:nvSpPr>
          <p:cNvPr id="15" name="Content Placeholder 8x2798">
            <a:extLst>
              <a:ext uri="{FF2B5EF4-FFF2-40B4-BE49-F238E27FC236}">
                <a16:creationId xmlns:a16="http://schemas.microsoft.com/office/drawing/2014/main" id="{815C3D25-9B18-70C3-EC3D-0FFCB3909A1E}"/>
              </a:ext>
            </a:extLst>
          </p:cNvPr>
          <p:cNvSpPr txBox="1">
            <a:spLocks/>
          </p:cNvSpPr>
          <p:nvPr/>
        </p:nvSpPr>
        <p:spPr>
          <a:xfrm>
            <a:off x="577446" y="6717432"/>
            <a:ext cx="7925376" cy="286232"/>
          </a:xfrm>
          <a:prstGeom prst="rect">
            <a:avLst/>
          </a:prstGeom>
        </p:spPr>
        <p:txBody>
          <a:bodyPr vert="horz" wrap="square" lIns="0" tIns="45720" rIns="91440" bIns="45720" rtlCol="0">
            <a:spAutoFit/>
          </a:bodyPr>
          <a:lstStyle>
            <a:defPPr>
              <a:defRPr lang="en-US"/>
            </a:defPPr>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All SOP key drivers contain at least 2+ prominence factors  such as headline, lead, multiple-mention, exclusivity, visuals, and positive sentiment.</a:t>
            </a:r>
          </a:p>
          <a:p>
            <a:pPr>
              <a:spcBef>
                <a:spcPts val="0"/>
              </a:spcBef>
            </a:pPr>
            <a:endParaRPr lang="en-US" sz="700" b="0" i="1">
              <a:solidFill>
                <a:schemeClr val="accent1"/>
              </a:solidFill>
              <a:latin typeface="+mn-lt"/>
            </a:endParaRPr>
          </a:p>
        </p:txBody>
      </p:sp>
      <p:sp>
        <p:nvSpPr>
          <p:cNvPr id="16" name="Content Placeholder 8x7812">
            <a:extLst>
              <a:ext uri="{FF2B5EF4-FFF2-40B4-BE49-F238E27FC236}">
                <a16:creationId xmlns:a16="http://schemas.microsoft.com/office/drawing/2014/main" id="{4B001983-5E97-D721-A851-ABE272917F62}"/>
              </a:ext>
            </a:extLst>
          </p:cNvPr>
          <p:cNvSpPr txBox="1">
            <a:spLocks/>
          </p:cNvSpPr>
          <p:nvPr/>
        </p:nvSpPr>
        <p:spPr>
          <a:xfrm>
            <a:off x="593609" y="6599654"/>
            <a:ext cx="10321245"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Prominence is comprised of human-coded, positive and neutral results, based off targeted tier-1 media lists. Analysis is comprised of US, UK, UAE, Italy, Germany, France, India, Australia, Japan, Korea and China. </a:t>
            </a:r>
          </a:p>
        </p:txBody>
      </p:sp>
      <p:sp>
        <p:nvSpPr>
          <p:cNvPr id="17" name="Text Placeholder 38x7905">
            <a:extLst>
              <a:ext uri="{FF2B5EF4-FFF2-40B4-BE49-F238E27FC236}">
                <a16:creationId xmlns:a16="http://schemas.microsoft.com/office/drawing/2014/main" id="{A38FF170-FCFB-DDE4-9FA9-BDE71E9082FF}"/>
              </a:ext>
            </a:extLst>
          </p:cNvPr>
          <p:cNvSpPr txBox="1">
            <a:spLocks/>
          </p:cNvSpPr>
          <p:nvPr/>
        </p:nvSpPr>
        <p:spPr>
          <a:xfrm>
            <a:off x="934919" y="1869530"/>
            <a:ext cx="7287594"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Four Seasons I received reviews highlighting its culinary and onboard experiences</a:t>
            </a:r>
            <a:r>
              <a:rPr lang="en-CA"/>
              <a:t> (</a:t>
            </a:r>
            <a:r>
              <a:rPr lang="en-US" i="1">
                <a:solidFill>
                  <a:schemeClr val="tx1"/>
                </a:solidFill>
                <a:cs typeface="Arial"/>
                <a:hlinkClick r:id="rId3">
                  <a:extLst>
                    <a:ext uri="{A12FA001-AC4F-418D-AE19-62706E023703}">
                      <ahyp:hlinkClr xmlns:ahyp="http://schemas.microsoft.com/office/drawing/2018/hyperlinkcolor" val="tx"/>
                    </a:ext>
                  </a:extLst>
                </a:hlinkClick>
              </a:rPr>
              <a:t>Bon Appetit</a:t>
            </a:r>
            <a:r>
              <a:rPr lang="en-US" i="1">
                <a:solidFill>
                  <a:schemeClr val="tx1"/>
                </a:solidFill>
                <a:cs typeface="Arial"/>
              </a:rPr>
              <a:t>,</a:t>
            </a:r>
            <a:r>
              <a:rPr lang="en-CA"/>
              <a:t> </a:t>
            </a:r>
            <a:r>
              <a:rPr lang="en-CA" i="1">
                <a:solidFill>
                  <a:schemeClr val="tx1"/>
                </a:solidFill>
                <a:cs typeface="Arial"/>
                <a:hlinkClick r:id="rId4">
                  <a:extLst>
                    <a:ext uri="{A12FA001-AC4F-418D-AE19-62706E023703}">
                      <ahyp:hlinkClr xmlns:ahyp="http://schemas.microsoft.com/office/drawing/2018/hyperlinkcolor" val="tx"/>
                    </a:ext>
                  </a:extLst>
                </a:hlinkClick>
              </a:rPr>
              <a:t>The Star</a:t>
            </a:r>
            <a:r>
              <a:rPr lang="en-CA" i="1">
                <a:solidFill>
                  <a:schemeClr val="tx1"/>
                </a:solidFill>
                <a:cs typeface="Arial"/>
              </a:rPr>
              <a:t>) </a:t>
            </a:r>
          </a:p>
          <a:p>
            <a:pPr marL="171450" indent="-171450">
              <a:buFont typeface="Arial" panose="020B0604020202020204" pitchFamily="34" charset="0"/>
              <a:buChar char="•"/>
            </a:pPr>
            <a:r>
              <a:rPr lang="en-CA">
                <a:solidFill>
                  <a:schemeClr val="tx1"/>
                </a:solidFill>
              </a:rPr>
              <a:t>Four Seasons Yachts commissioned Fincantieri to build a third Yacht and introduced new private-island experiences for the inaugural Caribbean season of Four Seasons I (</a:t>
            </a:r>
            <a:r>
              <a:rPr lang="en-CA" i="1">
                <a:solidFill>
                  <a:schemeClr val="tx1"/>
                </a:solidFill>
                <a:hlinkClick r:id="rId5">
                  <a:extLst>
                    <a:ext uri="{A12FA001-AC4F-418D-AE19-62706E023703}">
                      <ahyp:hlinkClr xmlns:ahyp="http://schemas.microsoft.com/office/drawing/2018/hyperlinkcolor" val="tx"/>
                    </a:ext>
                  </a:extLst>
                </a:hlinkClick>
              </a:rPr>
              <a:t>Travel Market Report</a:t>
            </a:r>
            <a:r>
              <a:rPr lang="en-CA">
                <a:solidFill>
                  <a:schemeClr val="tx1"/>
                </a:solidFill>
              </a:rPr>
              <a:t>; </a:t>
            </a:r>
            <a:r>
              <a:rPr lang="en-CA" i="1">
                <a:solidFill>
                  <a:schemeClr val="tx1"/>
                </a:solidFill>
                <a:hlinkClick r:id="rId6">
                  <a:extLst>
                    <a:ext uri="{A12FA001-AC4F-418D-AE19-62706E023703}">
                      <ahyp:hlinkClr xmlns:ahyp="http://schemas.microsoft.com/office/drawing/2018/hyperlinkcolor" val="tx"/>
                    </a:ext>
                  </a:extLst>
                </a:hlinkClick>
              </a:rPr>
              <a:t>Travel Pulse</a:t>
            </a:r>
            <a:r>
              <a:rPr lang="en-CA" i="1">
                <a:solidFill>
                  <a:schemeClr val="tx1"/>
                </a:solidFill>
              </a:rPr>
              <a:t>, </a:t>
            </a:r>
            <a:r>
              <a:rPr lang="en-CA" i="1">
                <a:solidFill>
                  <a:schemeClr val="tx1"/>
                </a:solidFill>
                <a:hlinkClick r:id="rId7">
                  <a:extLst>
                    <a:ext uri="{A12FA001-AC4F-418D-AE19-62706E023703}">
                      <ahyp:hlinkClr xmlns:ahyp="http://schemas.microsoft.com/office/drawing/2018/hyperlinkcolor" val="tx"/>
                    </a:ext>
                  </a:extLst>
                </a:hlinkClick>
              </a:rPr>
              <a:t>Global Traveler</a:t>
            </a:r>
            <a:r>
              <a:rPr lang="en-CA">
                <a:solidFill>
                  <a:schemeClr val="tx1"/>
                </a:solidFill>
              </a:rPr>
              <a:t>;).</a:t>
            </a:r>
            <a:endParaRPr lang="en-US" i="1">
              <a:solidFill>
                <a:schemeClr val="tx1"/>
              </a:solidFill>
              <a:cs typeface="Arial"/>
            </a:endParaRPr>
          </a:p>
        </p:txBody>
      </p:sp>
      <p:sp>
        <p:nvSpPr>
          <p:cNvPr id="21" name="Text Placeholder 38x2349">
            <a:extLst>
              <a:ext uri="{FF2B5EF4-FFF2-40B4-BE49-F238E27FC236}">
                <a16:creationId xmlns:a16="http://schemas.microsoft.com/office/drawing/2014/main" id="{E29E226A-5EE6-2BCB-C7AE-CA3D53289FD3}"/>
              </a:ext>
            </a:extLst>
          </p:cNvPr>
          <p:cNvSpPr txBox="1">
            <a:spLocks/>
          </p:cNvSpPr>
          <p:nvPr/>
        </p:nvSpPr>
        <p:spPr>
          <a:xfrm>
            <a:off x="934919" y="3862768"/>
            <a:ext cx="3379156" cy="2030637"/>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Silversea unveiled its 2028-29 deployment across 497 destinations and was named among the best cruise lines of 2026 (</a:t>
            </a:r>
            <a:r>
              <a:rPr lang="en-CA" i="1">
                <a:solidFill>
                  <a:schemeClr val="tx1"/>
                </a:solidFill>
                <a:hlinkClick r:id="rId8">
                  <a:extLst>
                    <a:ext uri="{A12FA001-AC4F-418D-AE19-62706E023703}">
                      <ahyp:hlinkClr xmlns:ahyp="http://schemas.microsoft.com/office/drawing/2018/hyperlinkcolor" val="tx"/>
                    </a:ext>
                  </a:extLst>
                </a:hlinkClick>
              </a:rPr>
              <a:t>Travel Market Report</a:t>
            </a:r>
            <a:r>
              <a:rPr lang="en-CA">
                <a:solidFill>
                  <a:schemeClr val="tx1"/>
                </a:solidFill>
              </a:rPr>
              <a:t>).</a:t>
            </a:r>
          </a:p>
          <a:p>
            <a:pPr marL="171450" indent="-171450">
              <a:buFont typeface="Arial" panose="020B0604020202020204" pitchFamily="34" charset="0"/>
              <a:buChar char="•"/>
            </a:pPr>
            <a:r>
              <a:rPr lang="en-CA">
                <a:solidFill>
                  <a:schemeClr val="tx1"/>
                </a:solidFill>
              </a:rPr>
              <a:t>Silversea Cruises also launched golf-themed sailings in partnership with </a:t>
            </a:r>
            <a:r>
              <a:rPr lang="en-CA" err="1">
                <a:solidFill>
                  <a:schemeClr val="tx1"/>
                </a:solidFill>
              </a:rPr>
              <a:t>PerryGolf</a:t>
            </a:r>
            <a:r>
              <a:rPr lang="en-CA">
                <a:solidFill>
                  <a:schemeClr val="tx1"/>
                </a:solidFill>
              </a:rPr>
              <a:t> (</a:t>
            </a:r>
            <a:r>
              <a:rPr lang="en-CA" i="1">
                <a:solidFill>
                  <a:schemeClr val="tx1"/>
                </a:solidFill>
                <a:hlinkClick r:id="rId9">
                  <a:extLst>
                    <a:ext uri="{A12FA001-AC4F-418D-AE19-62706E023703}">
                      <ahyp:hlinkClr xmlns:ahyp="http://schemas.microsoft.com/office/drawing/2018/hyperlinkcolor" val="tx"/>
                    </a:ext>
                  </a:extLst>
                </a:hlinkClick>
              </a:rPr>
              <a:t>Travel Market Report</a:t>
            </a:r>
            <a:r>
              <a:rPr lang="en-CA">
                <a:solidFill>
                  <a:schemeClr val="tx1"/>
                </a:solidFill>
              </a:rPr>
              <a:t>).</a:t>
            </a:r>
            <a:endParaRPr lang="en-CA">
              <a:solidFill>
                <a:schemeClr val="tx1"/>
              </a:solidFill>
              <a:cs typeface="Arial"/>
            </a:endParaRPr>
          </a:p>
        </p:txBody>
      </p:sp>
      <p:sp>
        <p:nvSpPr>
          <p:cNvPr id="22" name="Text Placeholder 38">
            <a:extLst>
              <a:ext uri="{FF2B5EF4-FFF2-40B4-BE49-F238E27FC236}">
                <a16:creationId xmlns:a16="http://schemas.microsoft.com/office/drawing/2014/main" id="{73602A73-B1E6-5636-6B57-58E22F15F922}"/>
              </a:ext>
            </a:extLst>
          </p:cNvPr>
          <p:cNvSpPr txBox="1">
            <a:spLocks/>
          </p:cNvSpPr>
          <p:nvPr/>
        </p:nvSpPr>
        <p:spPr>
          <a:xfrm>
            <a:off x="4889826" y="3843070"/>
            <a:ext cx="3258612" cy="2050336"/>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CA">
                <a:solidFill>
                  <a:schemeClr val="tx1"/>
                </a:solidFill>
              </a:rPr>
              <a:t>Regent Seven Seas introduced larger suites and reduced capacity across its Explorer Class, alongside a new sports deck concept, shore excursions and 35</a:t>
            </a:r>
            <a:r>
              <a:rPr lang="en-CA" baseline="30000">
                <a:solidFill>
                  <a:schemeClr val="tx1"/>
                </a:solidFill>
              </a:rPr>
              <a:t>th</a:t>
            </a:r>
            <a:r>
              <a:rPr lang="en-CA">
                <a:solidFill>
                  <a:schemeClr val="tx1"/>
                </a:solidFill>
              </a:rPr>
              <a:t> anniversary sailings (</a:t>
            </a:r>
            <a:r>
              <a:rPr lang="en-CA" i="1">
                <a:solidFill>
                  <a:schemeClr val="tx1"/>
                </a:solidFill>
                <a:hlinkClick r:id="rId10">
                  <a:extLst>
                    <a:ext uri="{A12FA001-AC4F-418D-AE19-62706E023703}">
                      <ahyp:hlinkClr xmlns:ahyp="http://schemas.microsoft.com/office/drawing/2018/hyperlinkcolor" val="tx"/>
                    </a:ext>
                  </a:extLst>
                </a:hlinkClick>
              </a:rPr>
              <a:t>Travel Market Report</a:t>
            </a:r>
            <a:r>
              <a:rPr lang="en-CA">
                <a:solidFill>
                  <a:schemeClr val="tx1"/>
                </a:solidFill>
              </a:rPr>
              <a:t>;</a:t>
            </a:r>
            <a:r>
              <a:rPr lang="en-CA" i="1">
                <a:solidFill>
                  <a:schemeClr val="tx1"/>
                </a:solidFill>
                <a:hlinkClick r:id="rId11">
                  <a:extLst>
                    <a:ext uri="{A12FA001-AC4F-418D-AE19-62706E023703}">
                      <ahyp:hlinkClr xmlns:ahyp="http://schemas.microsoft.com/office/drawing/2018/hyperlinkcolor" val="tx"/>
                    </a:ext>
                  </a:extLst>
                </a:hlinkClick>
              </a:rPr>
              <a:t> Global Traveler</a:t>
            </a:r>
            <a:r>
              <a:rPr lang="en-CA" i="1">
                <a:solidFill>
                  <a:schemeClr val="tx1"/>
                </a:solidFill>
              </a:rPr>
              <a:t>,</a:t>
            </a:r>
            <a:r>
              <a:rPr lang="en-CA">
                <a:solidFill>
                  <a:schemeClr val="tx1"/>
                </a:solidFill>
              </a:rPr>
              <a:t> </a:t>
            </a:r>
            <a:r>
              <a:rPr lang="en-CA" i="1">
                <a:solidFill>
                  <a:schemeClr val="tx1"/>
                </a:solidFill>
                <a:hlinkClick r:id="rId12">
                  <a:extLst>
                    <a:ext uri="{A12FA001-AC4F-418D-AE19-62706E023703}">
                      <ahyp:hlinkClr xmlns:ahyp="http://schemas.microsoft.com/office/drawing/2018/hyperlinkcolor" val="tx"/>
                    </a:ext>
                  </a:extLst>
                </a:hlinkClick>
              </a:rPr>
              <a:t>Luxury Travel</a:t>
            </a:r>
            <a:r>
              <a:rPr lang="en-CA" i="1">
                <a:solidFill>
                  <a:schemeClr val="tx1"/>
                </a:solidFill>
              </a:rPr>
              <a:t>,)</a:t>
            </a:r>
            <a:endParaRPr lang="en-CA">
              <a:solidFill>
                <a:schemeClr val="tx1"/>
              </a:solidFill>
            </a:endParaRPr>
          </a:p>
        </p:txBody>
      </p:sp>
      <p:graphicFrame>
        <p:nvGraphicFramePr>
          <p:cNvPr id="23" name="Graphic_4">
            <a:extLst>
              <a:ext uri="{FF2B5EF4-FFF2-40B4-BE49-F238E27FC236}">
                <a16:creationId xmlns:a16="http://schemas.microsoft.com/office/drawing/2014/main" id="{4CD2FD98-DFF4-65E7-BA22-8BC3CFC6624D}"/>
              </a:ext>
            </a:extLst>
          </p:cNvPr>
          <p:cNvGraphicFramePr>
            <a:graphicFrameLocks noChangeAspect="1"/>
          </p:cNvGraphicFramePr>
          <p:nvPr>
            <p:extLst>
              <p:ext uri="{D42A27DB-BD31-4B8C-83A1-F6EECF244321}">
                <p14:modId xmlns:p14="http://schemas.microsoft.com/office/powerpoint/2010/main" val="563902775"/>
              </p:ext>
            </p:extLst>
          </p:nvPr>
        </p:nvGraphicFramePr>
        <p:xfrm>
          <a:off x="8894784" y="1028922"/>
          <a:ext cx="2743200" cy="27432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24" name="Graphic_5">
            <a:extLst>
              <a:ext uri="{FF2B5EF4-FFF2-40B4-BE49-F238E27FC236}">
                <a16:creationId xmlns:a16="http://schemas.microsoft.com/office/drawing/2014/main" id="{07E3AFAD-AE6A-9C92-EDEA-9F7E6363AC4A}"/>
              </a:ext>
            </a:extLst>
          </p:cNvPr>
          <p:cNvGraphicFramePr>
            <a:graphicFrameLocks noChangeAspect="1"/>
          </p:cNvGraphicFramePr>
          <p:nvPr>
            <p:extLst>
              <p:ext uri="{D42A27DB-BD31-4B8C-83A1-F6EECF244321}">
                <p14:modId xmlns:p14="http://schemas.microsoft.com/office/powerpoint/2010/main" val="2096989756"/>
              </p:ext>
            </p:extLst>
          </p:nvPr>
        </p:nvGraphicFramePr>
        <p:xfrm>
          <a:off x="8925264" y="3513042"/>
          <a:ext cx="2743200" cy="2743200"/>
        </p:xfrm>
        <a:graphic>
          <a:graphicData uri="http://schemas.openxmlformats.org/drawingml/2006/chart">
            <c:chart xmlns:c="http://schemas.openxmlformats.org/drawingml/2006/chart" xmlns:r="http://schemas.openxmlformats.org/officeDocument/2006/relationships" r:id="rId14"/>
          </a:graphicData>
        </a:graphic>
      </p:graphicFrame>
      <p:sp>
        <p:nvSpPr>
          <p:cNvPr id="25" name="TextBox 24">
            <a:extLst>
              <a:ext uri="{FF2B5EF4-FFF2-40B4-BE49-F238E27FC236}">
                <a16:creationId xmlns:a16="http://schemas.microsoft.com/office/drawing/2014/main" id="{B7DBF065-6DB5-0286-78B1-F261A4E0FFBA}"/>
              </a:ext>
            </a:extLst>
          </p:cNvPr>
          <p:cNvSpPr txBox="1"/>
          <p:nvPr/>
        </p:nvSpPr>
        <p:spPr>
          <a:xfrm>
            <a:off x="9859633" y="4823495"/>
            <a:ext cx="1125415" cy="307777"/>
          </a:xfrm>
          <a:prstGeom prst="rect">
            <a:avLst/>
          </a:prstGeom>
          <a:noFill/>
        </p:spPr>
        <p:txBody>
          <a:bodyPr wrap="square" rtlCol="0">
            <a:spAutoFit/>
          </a:bodyPr>
          <a:lstStyle/>
          <a:p>
            <a:r>
              <a:rPr lang="en-HK" sz="1400" dirty="0">
                <a:solidFill>
                  <a:schemeClr val="accent1"/>
                </a:solidFill>
                <a:latin typeface="Saol Display Light" panose="00000400000000000000"/>
              </a:rPr>
              <a:t>{{month}}</a:t>
            </a:r>
          </a:p>
        </p:txBody>
      </p:sp>
    </p:spTree>
    <p:extLst>
      <p:ext uri="{BB962C8B-B14F-4D97-AF65-F5344CB8AC3E}">
        <p14:creationId xmlns:p14="http://schemas.microsoft.com/office/powerpoint/2010/main" val="654949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CA06-7E2D-440E-07AE-0D8F8917F7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0D14D-7D9A-7230-A013-F1DCD3FCD5E7}"/>
              </a:ext>
            </a:extLst>
          </p:cNvPr>
          <p:cNvSpPr>
            <a:spLocks noGrp="1"/>
          </p:cNvSpPr>
          <p:nvPr>
            <p:ph type="title"/>
          </p:nvPr>
        </p:nvSpPr>
        <p:spPr>
          <a:xfrm>
            <a:off x="347471" y="2395728"/>
            <a:ext cx="8226257" cy="2286000"/>
          </a:xfrm>
        </p:spPr>
        <p:txBody>
          <a:bodyPr/>
          <a:lstStyle/>
          <a:p>
            <a:r>
              <a:rPr lang="en-US" sz="7200" i="1">
                <a:latin typeface="Saol Display Light"/>
              </a:rPr>
              <a:t>EMEA</a:t>
            </a:r>
          </a:p>
        </p:txBody>
      </p:sp>
      <p:sp>
        <p:nvSpPr>
          <p:cNvPr id="3" name="Text Placeholder 2">
            <a:extLst>
              <a:ext uri="{FF2B5EF4-FFF2-40B4-BE49-F238E27FC236}">
                <a16:creationId xmlns:a16="http://schemas.microsoft.com/office/drawing/2014/main" id="{49476A03-31C9-CBCE-A68A-FA41BDB28364}"/>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B782E3C3-1159-5E14-44A0-7D3848B2D73B}"/>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6" name="TextBox 1">
            <a:extLst>
              <a:ext uri="{FF2B5EF4-FFF2-40B4-BE49-F238E27FC236}">
                <a16:creationId xmlns:a16="http://schemas.microsoft.com/office/drawing/2014/main" id="{4B877918-7EDE-E7FE-4EE2-F17004C52F41}"/>
              </a:ext>
            </a:extLst>
          </p:cNvPr>
          <p:cNvSpPr txBox="1"/>
          <p:nvPr/>
        </p:nvSpPr>
        <p:spPr>
          <a:xfrm>
            <a:off x="347471" y="6345614"/>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Helvetica Neue"/>
                <a:ea typeface="+mn-ea"/>
                <a:cs typeface="+mn-cs"/>
              </a:rPr>
              <a:t>All media coverage in this section includes EMEA publications for both Four Seasons and its competitors. </a:t>
            </a:r>
            <a:endParaRPr kumimoji="0" lang="en-US" sz="1000" b="0" i="0" u="none" strike="noStrike" kern="1200" cap="none" spc="0" normalizeH="0" baseline="0" noProof="0">
              <a:ln>
                <a:noFill/>
              </a:ln>
              <a:solidFill>
                <a:srgbClr val="FFFFFF"/>
              </a:solidFill>
              <a:effectLst/>
              <a:uLnTx/>
              <a:uFillTx/>
              <a:latin typeface="Helvetica Neue"/>
              <a:ea typeface="+mn-ea"/>
              <a:cs typeface="+mn-cs"/>
            </a:endParaRPr>
          </a:p>
        </p:txBody>
      </p:sp>
    </p:spTree>
    <p:extLst>
      <p:ext uri="{BB962C8B-B14F-4D97-AF65-F5344CB8AC3E}">
        <p14:creationId xmlns:p14="http://schemas.microsoft.com/office/powerpoint/2010/main" val="566659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5071-2CB6-1560-A86C-832F1E50B4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6A31825-B3D4-EE2E-14B0-4449198ECBD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8F56474-8DEE-F5FF-C000-AB3A12C2995C}"/>
              </a:ext>
            </a:extLst>
          </p:cNvPr>
          <p:cNvSpPr>
            <a:spLocks noGrp="1"/>
          </p:cNvSpPr>
          <p:nvPr>
            <p:ph type="title"/>
          </p:nvPr>
        </p:nvSpPr>
        <p:spPr>
          <a:xfrm>
            <a:off x="746439" y="560748"/>
            <a:ext cx="11164824" cy="594360"/>
          </a:xfrm>
        </p:spPr>
        <p:txBody>
          <a:bodyPr/>
          <a:lstStyle/>
          <a:p>
            <a:r>
              <a:rPr lang="en-US"/>
              <a:t>YACHTS - </a:t>
            </a:r>
            <a:r>
              <a:rPr lang="en-US" i="1"/>
              <a:t>EMEA</a:t>
            </a:r>
            <a:endParaRPr lang="en-US"/>
          </a:p>
        </p:txBody>
      </p:sp>
      <p:sp>
        <p:nvSpPr>
          <p:cNvPr id="6" name="Text Placeholder 5">
            <a:extLst>
              <a:ext uri="{FF2B5EF4-FFF2-40B4-BE49-F238E27FC236}">
                <a16:creationId xmlns:a16="http://schemas.microsoft.com/office/drawing/2014/main" id="{10D60BCE-81D8-E00E-6814-BB419640E85A}"/>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9B9C1FF6-963B-7274-67EB-9DF836EB892F}"/>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64F8C93A-FC2D-7E59-A8AA-5A48344A34EE}"/>
              </a:ext>
            </a:extLst>
          </p:cNvPr>
          <p:cNvGrpSpPr/>
          <p:nvPr/>
        </p:nvGrpSpPr>
        <p:grpSpPr>
          <a:xfrm>
            <a:off x="746439" y="1404688"/>
            <a:ext cx="7756383" cy="1759368"/>
            <a:chOff x="630382" y="3504093"/>
            <a:chExt cx="3493236" cy="2645148"/>
          </a:xfrm>
        </p:grpSpPr>
        <p:sp>
          <p:nvSpPr>
            <p:cNvPr id="33" name="Rectangle: Rounded Corners 32">
              <a:extLst>
                <a:ext uri="{FF2B5EF4-FFF2-40B4-BE49-F238E27FC236}">
                  <a16:creationId xmlns:a16="http://schemas.microsoft.com/office/drawing/2014/main" id="{6A5C05CF-6A61-5799-D39B-40DE15847290}"/>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8581DDEB-B650-2B5F-11BD-622E5911E4CC}"/>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AA992C8C-882B-3002-9060-B8F43ACBCD54}"/>
              </a:ext>
            </a:extLst>
          </p:cNvPr>
          <p:cNvGrpSpPr/>
          <p:nvPr/>
        </p:nvGrpSpPr>
        <p:grpSpPr>
          <a:xfrm>
            <a:off x="728243" y="3255702"/>
            <a:ext cx="3768915" cy="2916404"/>
            <a:chOff x="4286446" y="3503768"/>
            <a:chExt cx="3470145" cy="2641114"/>
          </a:xfrm>
        </p:grpSpPr>
        <p:sp>
          <p:nvSpPr>
            <p:cNvPr id="39" name="Rectangle: Rounded Corners 38">
              <a:extLst>
                <a:ext uri="{FF2B5EF4-FFF2-40B4-BE49-F238E27FC236}">
                  <a16:creationId xmlns:a16="http://schemas.microsoft.com/office/drawing/2014/main" id="{3C317902-54F3-16ED-83AB-5BAAA223A5F7}"/>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F1C42ECA-CEC6-7587-C286-56DCBE61DEE9}"/>
                </a:ext>
              </a:extLst>
            </p:cNvPr>
            <p:cNvSpPr/>
            <p:nvPr/>
          </p:nvSpPr>
          <p:spPr>
            <a:xfrm>
              <a:off x="4286446" y="3514696"/>
              <a:ext cx="3470145" cy="431267"/>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pSp>
      <p:sp>
        <p:nvSpPr>
          <p:cNvPr id="45" name="Rectangle: Rounded Corners 44">
            <a:extLst>
              <a:ext uri="{FF2B5EF4-FFF2-40B4-BE49-F238E27FC236}">
                <a16:creationId xmlns:a16="http://schemas.microsoft.com/office/drawing/2014/main" id="{766882B1-E089-0266-45D8-4C1F7C30E25B}"/>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EFC509FE-8331-EF61-21B3-4217EBE4D38F}"/>
              </a:ext>
            </a:extLst>
          </p:cNvPr>
          <p:cNvSpPr/>
          <p:nvPr/>
        </p:nvSpPr>
        <p:spPr>
          <a:xfrm>
            <a:off x="4695911" y="3243435"/>
            <a:ext cx="3787111" cy="460245"/>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b="1">
                <a:solidFill>
                  <a:srgbClr val="FFFFFF"/>
                </a:solidFill>
              </a:rPr>
              <a:t>SILVERSEA</a:t>
            </a:r>
          </a:p>
        </p:txBody>
      </p:sp>
      <p:graphicFrame>
        <p:nvGraphicFramePr>
          <p:cNvPr id="11" name="Table 10">
            <a:extLst>
              <a:ext uri="{FF2B5EF4-FFF2-40B4-BE49-F238E27FC236}">
                <a16:creationId xmlns:a16="http://schemas.microsoft.com/office/drawing/2014/main" id="{A77FF3F4-70C8-C1BC-305A-6166BE0B39F4}"/>
              </a:ext>
            </a:extLst>
          </p:cNvPr>
          <p:cNvGraphicFramePr>
            <a:graphicFrameLocks noGrp="1"/>
          </p:cNvGraphicFramePr>
          <p:nvPr/>
        </p:nvGraphicFramePr>
        <p:xfrm>
          <a:off x="763052" y="6251086"/>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2" name="Content Placeholder 8">
            <a:extLst>
              <a:ext uri="{FF2B5EF4-FFF2-40B4-BE49-F238E27FC236}">
                <a16:creationId xmlns:a16="http://schemas.microsoft.com/office/drawing/2014/main" id="{D87FEABF-C636-7083-85DE-67E30E48BD8B}"/>
              </a:ext>
            </a:extLst>
          </p:cNvPr>
          <p:cNvSpPr txBox="1">
            <a:spLocks/>
          </p:cNvSpPr>
          <p:nvPr/>
        </p:nvSpPr>
        <p:spPr>
          <a:xfrm>
            <a:off x="600536" y="6485980"/>
            <a:ext cx="4029363"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a:t>
            </a:r>
          </a:p>
        </p:txBody>
      </p:sp>
      <p:sp>
        <p:nvSpPr>
          <p:cNvPr id="15" name="Content Placeholder 8x2798">
            <a:extLst>
              <a:ext uri="{FF2B5EF4-FFF2-40B4-BE49-F238E27FC236}">
                <a16:creationId xmlns:a16="http://schemas.microsoft.com/office/drawing/2014/main" id="{5CDDE744-A778-24A1-6DAB-5886DC5E0628}"/>
              </a:ext>
            </a:extLst>
          </p:cNvPr>
          <p:cNvSpPr txBox="1">
            <a:spLocks/>
          </p:cNvSpPr>
          <p:nvPr/>
        </p:nvSpPr>
        <p:spPr>
          <a:xfrm>
            <a:off x="577446" y="6717432"/>
            <a:ext cx="7925376" cy="286232"/>
          </a:xfrm>
          <a:prstGeom prst="rect">
            <a:avLst/>
          </a:prstGeom>
        </p:spPr>
        <p:txBody>
          <a:bodyPr vert="horz" wrap="square" lIns="0" tIns="45720" rIns="91440" bIns="45720" rtlCol="0">
            <a:spAutoFit/>
          </a:bodyPr>
          <a:lstStyle>
            <a:defPPr>
              <a:defRPr lang="en-US"/>
            </a:defPPr>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All SOP key drivers contain at least 2+ prominence factors  such as headline, lead, multiple-mention, exclusivity, visuals, and positive sentiment.</a:t>
            </a:r>
          </a:p>
          <a:p>
            <a:pPr>
              <a:spcBef>
                <a:spcPts val="0"/>
              </a:spcBef>
            </a:pPr>
            <a:endParaRPr lang="en-US" sz="700" b="0" i="1">
              <a:solidFill>
                <a:schemeClr val="accent1"/>
              </a:solidFill>
              <a:latin typeface="+mn-lt"/>
            </a:endParaRPr>
          </a:p>
        </p:txBody>
      </p:sp>
      <p:sp>
        <p:nvSpPr>
          <p:cNvPr id="16" name="Content Placeholder 8x7812">
            <a:extLst>
              <a:ext uri="{FF2B5EF4-FFF2-40B4-BE49-F238E27FC236}">
                <a16:creationId xmlns:a16="http://schemas.microsoft.com/office/drawing/2014/main" id="{6282D685-E689-A0C4-1B17-957D82F4627D}"/>
              </a:ext>
            </a:extLst>
          </p:cNvPr>
          <p:cNvSpPr txBox="1">
            <a:spLocks/>
          </p:cNvSpPr>
          <p:nvPr/>
        </p:nvSpPr>
        <p:spPr>
          <a:xfrm>
            <a:off x="593609" y="6599654"/>
            <a:ext cx="10321245"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Prominence is comprised of human-coded, positive and neutral results, based off targeted tier-1 media lists. Analysis is comprised of US, UK, UAE, Italy, Germany, France, India, Australia, Japan, Korea and China. </a:t>
            </a:r>
          </a:p>
        </p:txBody>
      </p:sp>
      <p:sp>
        <p:nvSpPr>
          <p:cNvPr id="7" name="Text Placeholder 38x7905">
            <a:extLst>
              <a:ext uri="{FF2B5EF4-FFF2-40B4-BE49-F238E27FC236}">
                <a16:creationId xmlns:a16="http://schemas.microsoft.com/office/drawing/2014/main" id="{2786FCAE-C78E-73D1-8F31-60814AB36E3D}"/>
              </a:ext>
            </a:extLst>
          </p:cNvPr>
          <p:cNvSpPr txBox="1">
            <a:spLocks/>
          </p:cNvSpPr>
          <p:nvPr/>
        </p:nvSpPr>
        <p:spPr>
          <a:xfrm>
            <a:off x="929000" y="1887785"/>
            <a:ext cx="6931580"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Four Seasons Yachts commissioned a third Yacht for delivery in 2031, while Four Seasons I received additional recognition following its 2026 debut (</a:t>
            </a:r>
            <a:r>
              <a:rPr lang="en-CA" i="1">
                <a:solidFill>
                  <a:schemeClr val="tx1"/>
                </a:solidFill>
                <a:hlinkClick r:id="rId3">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4">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5">
                  <a:extLst>
                    <a:ext uri="{A12FA001-AC4F-418D-AE19-62706E023703}">
                      <ahyp:hlinkClr xmlns:ahyp="http://schemas.microsoft.com/office/drawing/2018/hyperlinkcolor" val="tx"/>
                    </a:ext>
                  </a:extLst>
                </a:hlinkClick>
              </a:rPr>
              <a:t>FVW</a:t>
            </a:r>
            <a:r>
              <a:rPr lang="en-CA">
                <a:solidFill>
                  <a:schemeClr val="tx1"/>
                </a:solidFill>
              </a:rPr>
              <a:t>)</a:t>
            </a:r>
            <a:endParaRPr lang="en-US">
              <a:solidFill>
                <a:schemeClr val="tx1"/>
              </a:solidFill>
            </a:endParaRPr>
          </a:p>
        </p:txBody>
      </p:sp>
      <p:sp>
        <p:nvSpPr>
          <p:cNvPr id="8" name="Text Placeholder 38x2349">
            <a:extLst>
              <a:ext uri="{FF2B5EF4-FFF2-40B4-BE49-F238E27FC236}">
                <a16:creationId xmlns:a16="http://schemas.microsoft.com/office/drawing/2014/main" id="{0199C63B-182B-439B-859D-87F1ABF27929}"/>
              </a:ext>
            </a:extLst>
          </p:cNvPr>
          <p:cNvSpPr txBox="1">
            <a:spLocks/>
          </p:cNvSpPr>
          <p:nvPr/>
        </p:nvSpPr>
        <p:spPr>
          <a:xfrm>
            <a:off x="872723" y="3836284"/>
            <a:ext cx="3522067" cy="187517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cs typeface="Arial"/>
              </a:rPr>
              <a:t>Regent Seven Seas spotlighted Seven Seas Prestige’s new sports deck and announced 56 new shore excursions (</a:t>
            </a:r>
            <a:r>
              <a:rPr lang="en-CA" i="1">
                <a:solidFill>
                  <a:schemeClr val="tx1"/>
                </a:solidFill>
                <a:cs typeface="Arial"/>
                <a:hlinkClick r:id="rId6">
                  <a:extLst>
                    <a:ext uri="{A12FA001-AC4F-418D-AE19-62706E023703}">
                      <ahyp:hlinkClr xmlns:ahyp="http://schemas.microsoft.com/office/drawing/2018/hyperlinkcolor" val="tx"/>
                    </a:ext>
                  </a:extLst>
                </a:hlinkClick>
              </a:rPr>
              <a:t>The Independent</a:t>
            </a:r>
            <a:r>
              <a:rPr lang="en-CA">
                <a:solidFill>
                  <a:schemeClr val="tx1"/>
                </a:solidFill>
                <a:cs typeface="Arial"/>
              </a:rPr>
              <a:t>; </a:t>
            </a:r>
            <a:r>
              <a:rPr lang="en-CA" i="1">
                <a:solidFill>
                  <a:schemeClr val="tx1"/>
                </a:solidFill>
                <a:cs typeface="Arial"/>
                <a:hlinkClick r:id="rId7">
                  <a:extLst>
                    <a:ext uri="{A12FA001-AC4F-418D-AE19-62706E023703}">
                      <ahyp:hlinkClr xmlns:ahyp="http://schemas.microsoft.com/office/drawing/2018/hyperlinkcolor" val="tx"/>
                    </a:ext>
                  </a:extLst>
                </a:hlinkClick>
              </a:rPr>
              <a:t>Breaking Travel News</a:t>
            </a:r>
            <a:r>
              <a:rPr lang="en-CA">
                <a:solidFill>
                  <a:schemeClr val="tx1"/>
                </a:solidFill>
                <a:cs typeface="Arial"/>
              </a:rPr>
              <a:t>).</a:t>
            </a:r>
          </a:p>
          <a:p>
            <a:pPr marL="171450" indent="-171450">
              <a:buFont typeface="Arial" panose="020B0604020202020204" pitchFamily="34" charset="0"/>
              <a:buChar char="•"/>
            </a:pPr>
            <a:r>
              <a:rPr lang="en-CA">
                <a:solidFill>
                  <a:schemeClr val="tx1"/>
                </a:solidFill>
                <a:cs typeface="Arial"/>
              </a:rPr>
              <a:t>The cruise line celebrated 35 years at sea and expanded its 2026 festive offerings (</a:t>
            </a:r>
            <a:r>
              <a:rPr lang="en-CA" i="1">
                <a:solidFill>
                  <a:schemeClr val="tx1"/>
                </a:solidFill>
                <a:cs typeface="Arial"/>
                <a:hlinkClick r:id="rId8">
                  <a:extLst>
                    <a:ext uri="{A12FA001-AC4F-418D-AE19-62706E023703}">
                      <ahyp:hlinkClr xmlns:ahyp="http://schemas.microsoft.com/office/drawing/2018/hyperlinkcolor" val="tx"/>
                    </a:ext>
                  </a:extLst>
                </a:hlinkClick>
              </a:rPr>
              <a:t>Breaking Travel News</a:t>
            </a:r>
            <a:r>
              <a:rPr lang="en-CA">
                <a:solidFill>
                  <a:schemeClr val="tx1"/>
                </a:solidFill>
                <a:cs typeface="Arial"/>
              </a:rPr>
              <a:t>; </a:t>
            </a:r>
            <a:r>
              <a:rPr lang="en-CA" i="1">
                <a:solidFill>
                  <a:schemeClr val="tx1"/>
                </a:solidFill>
                <a:cs typeface="Arial"/>
                <a:hlinkClick r:id="rId9">
                  <a:extLst>
                    <a:ext uri="{A12FA001-AC4F-418D-AE19-62706E023703}">
                      <ahyp:hlinkClr xmlns:ahyp="http://schemas.microsoft.com/office/drawing/2018/hyperlinkcolor" val="tx"/>
                    </a:ext>
                  </a:extLst>
                </a:hlinkClick>
              </a:rPr>
              <a:t>TIP</a:t>
            </a:r>
            <a:r>
              <a:rPr lang="en-CA">
                <a:solidFill>
                  <a:schemeClr val="tx1"/>
                </a:solidFill>
                <a:cs typeface="Arial"/>
              </a:rPr>
              <a:t>; </a:t>
            </a:r>
            <a:r>
              <a:rPr lang="en-CA" i="1" err="1">
                <a:solidFill>
                  <a:srgbClr val="3C441E"/>
                </a:solidFill>
                <a:cs typeface="Arial"/>
                <a:hlinkClick r:id="rId10">
                  <a:extLst>
                    <a:ext uri="{A12FA001-AC4F-418D-AE19-62706E023703}">
                      <ahyp:hlinkClr xmlns:ahyp="http://schemas.microsoft.com/office/drawing/2018/hyperlinkcolor" val="tx"/>
                    </a:ext>
                  </a:extLst>
                </a:hlinkClick>
              </a:rPr>
              <a:t>Touristik</a:t>
            </a:r>
            <a:r>
              <a:rPr lang="en-CA" i="1">
                <a:solidFill>
                  <a:srgbClr val="3C441E"/>
                </a:solidFill>
                <a:cs typeface="Arial"/>
                <a:hlinkClick r:id="rId10">
                  <a:extLst>
                    <a:ext uri="{A12FA001-AC4F-418D-AE19-62706E023703}">
                      <ahyp:hlinkClr xmlns:ahyp="http://schemas.microsoft.com/office/drawing/2018/hyperlinkcolor" val="tx"/>
                    </a:ext>
                  </a:extLst>
                </a:hlinkClick>
              </a:rPr>
              <a:t> </a:t>
            </a:r>
            <a:r>
              <a:rPr lang="en-CA" i="1" err="1">
                <a:solidFill>
                  <a:schemeClr val="tx1"/>
                </a:solidFill>
                <a:cs typeface="Arial"/>
                <a:hlinkClick r:id="rId10">
                  <a:extLst>
                    <a:ext uri="{A12FA001-AC4F-418D-AE19-62706E023703}">
                      <ahyp:hlinkClr xmlns:ahyp="http://schemas.microsoft.com/office/drawing/2018/hyperlinkcolor" val="tx"/>
                    </a:ext>
                  </a:extLst>
                </a:hlinkClick>
              </a:rPr>
              <a:t>Aktuell</a:t>
            </a:r>
            <a:r>
              <a:rPr lang="en-CA">
                <a:solidFill>
                  <a:schemeClr val="tx1"/>
                </a:solidFill>
                <a:cs typeface="Arial"/>
              </a:rPr>
              <a:t>; </a:t>
            </a:r>
            <a:r>
              <a:rPr lang="en-CA" i="1">
                <a:solidFill>
                  <a:schemeClr val="tx1"/>
                </a:solidFill>
                <a:cs typeface="Arial"/>
                <a:hlinkClick r:id="rId11">
                  <a:extLst>
                    <a:ext uri="{A12FA001-AC4F-418D-AE19-62706E023703}">
                      <ahyp:hlinkClr xmlns:ahyp="http://schemas.microsoft.com/office/drawing/2018/hyperlinkcolor" val="tx"/>
                    </a:ext>
                  </a:extLst>
                </a:hlinkClick>
              </a:rPr>
              <a:t>FVW</a:t>
            </a:r>
            <a:r>
              <a:rPr lang="en-CA">
                <a:solidFill>
                  <a:schemeClr val="tx1"/>
                </a:solidFill>
                <a:cs typeface="Arial"/>
              </a:rPr>
              <a:t>;).</a:t>
            </a:r>
          </a:p>
          <a:p>
            <a:pPr marL="171450" indent="-171450">
              <a:buFont typeface="Arial" panose="020B0604020202020204" pitchFamily="34" charset="0"/>
              <a:buChar char="•"/>
            </a:pPr>
            <a:r>
              <a:rPr lang="en-CA">
                <a:solidFill>
                  <a:schemeClr val="tx1"/>
                </a:solidFill>
                <a:cs typeface="Arial"/>
              </a:rPr>
              <a:t>Regent Seven Seas Cruises will remove 29 suites to reduce onboard capacity (</a:t>
            </a:r>
            <a:r>
              <a:rPr lang="en-CA" i="1">
                <a:solidFill>
                  <a:schemeClr val="tx1"/>
                </a:solidFill>
                <a:cs typeface="Arial"/>
                <a:hlinkClick r:id="rId12">
                  <a:extLst>
                    <a:ext uri="{A12FA001-AC4F-418D-AE19-62706E023703}">
                      <ahyp:hlinkClr xmlns:ahyp="http://schemas.microsoft.com/office/drawing/2018/hyperlinkcolor" val="tx"/>
                    </a:ext>
                  </a:extLst>
                </a:hlinkClick>
              </a:rPr>
              <a:t>FVW</a:t>
            </a:r>
            <a:r>
              <a:rPr lang="en-CA">
                <a:solidFill>
                  <a:schemeClr val="tx1"/>
                </a:solidFill>
                <a:cs typeface="Arial"/>
              </a:rPr>
              <a:t>).</a:t>
            </a:r>
          </a:p>
        </p:txBody>
      </p:sp>
      <p:sp>
        <p:nvSpPr>
          <p:cNvPr id="13" name="Text Placeholder 38">
            <a:extLst>
              <a:ext uri="{FF2B5EF4-FFF2-40B4-BE49-F238E27FC236}">
                <a16:creationId xmlns:a16="http://schemas.microsoft.com/office/drawing/2014/main" id="{474DB2CE-4DA8-AB2C-71A3-0DC97DF98AD7}"/>
              </a:ext>
            </a:extLst>
          </p:cNvPr>
          <p:cNvSpPr txBox="1">
            <a:spLocks/>
          </p:cNvSpPr>
          <p:nvPr/>
        </p:nvSpPr>
        <p:spPr>
          <a:xfrm>
            <a:off x="4847300" y="3803820"/>
            <a:ext cx="3284663" cy="1663491"/>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Silversea Cruises launched golf-themed sailings visiting Ryder Cup and Open courses (</a:t>
            </a:r>
            <a:r>
              <a:rPr lang="en-CA" i="1">
                <a:solidFill>
                  <a:schemeClr val="tx1"/>
                </a:solidFill>
                <a:hlinkClick r:id="rId13">
                  <a:extLst>
                    <a:ext uri="{A12FA001-AC4F-418D-AE19-62706E023703}">
                      <ahyp:hlinkClr xmlns:ahyp="http://schemas.microsoft.com/office/drawing/2018/hyperlinkcolor" val="tx"/>
                    </a:ext>
                  </a:extLst>
                </a:hlinkClick>
              </a:rPr>
              <a:t>The Independent</a:t>
            </a:r>
            <a:r>
              <a:rPr lang="en-CA">
                <a:solidFill>
                  <a:schemeClr val="tx1"/>
                </a:solidFill>
              </a:rPr>
              <a:t>).</a:t>
            </a:r>
          </a:p>
          <a:p>
            <a:pPr marL="171450" indent="-171450">
              <a:buFont typeface="Arial" panose="020B0604020202020204" pitchFamily="34" charset="0"/>
              <a:buChar char="•"/>
            </a:pPr>
            <a:r>
              <a:rPr lang="en-CA">
                <a:solidFill>
                  <a:schemeClr val="tx1"/>
                </a:solidFill>
              </a:rPr>
              <a:t>Silversea Cruises was also highlighted for </a:t>
            </a:r>
            <a:r>
              <a:rPr lang="en-CA" i="1">
                <a:solidFill>
                  <a:schemeClr val="tx1"/>
                </a:solidFill>
              </a:rPr>
              <a:t>The Odyssey</a:t>
            </a:r>
            <a:r>
              <a:rPr lang="en-CA">
                <a:solidFill>
                  <a:schemeClr val="tx1"/>
                </a:solidFill>
              </a:rPr>
              <a:t>-inspired and bucket-list itineraries (</a:t>
            </a:r>
            <a:r>
              <a:rPr lang="en-CA" i="1">
                <a:solidFill>
                  <a:schemeClr val="tx1"/>
                </a:solidFill>
                <a:hlinkClick r:id="rId14">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15">
                  <a:extLst>
                    <a:ext uri="{A12FA001-AC4F-418D-AE19-62706E023703}">
                      <ahyp:hlinkClr xmlns:ahyp="http://schemas.microsoft.com/office/drawing/2018/hyperlinkcolor" val="tx"/>
                    </a:ext>
                  </a:extLst>
                </a:hlinkClick>
              </a:rPr>
              <a:t>The Mirror</a:t>
            </a:r>
            <a:r>
              <a:rPr lang="en-CA">
                <a:solidFill>
                  <a:schemeClr val="tx1"/>
                </a:solidFill>
              </a:rPr>
              <a:t>).</a:t>
            </a:r>
          </a:p>
          <a:p>
            <a:pPr marL="171450" indent="-171450">
              <a:buFont typeface="Arial" panose="020B0604020202020204" pitchFamily="34" charset="0"/>
              <a:buChar char="•"/>
            </a:pPr>
            <a:r>
              <a:rPr lang="en-CA">
                <a:solidFill>
                  <a:schemeClr val="tx1"/>
                </a:solidFill>
              </a:rPr>
              <a:t>The cruise line unveiled its 2028–29 voyage collection spanning 497 destinations and introduced new Northern Europe voyages (</a:t>
            </a:r>
            <a:r>
              <a:rPr lang="en-CA" i="1">
                <a:solidFill>
                  <a:schemeClr val="tx1"/>
                </a:solidFill>
                <a:hlinkClick r:id="rId16">
                  <a:extLst>
                    <a:ext uri="{A12FA001-AC4F-418D-AE19-62706E023703}">
                      <ahyp:hlinkClr xmlns:ahyp="http://schemas.microsoft.com/office/drawing/2018/hyperlinkcolor" val="tx"/>
                    </a:ext>
                  </a:extLst>
                </a:hlinkClick>
              </a:rPr>
              <a:t>FVW</a:t>
            </a:r>
            <a:r>
              <a:rPr lang="en-CA">
                <a:solidFill>
                  <a:schemeClr val="tx1"/>
                </a:solidFill>
              </a:rPr>
              <a:t>).</a:t>
            </a:r>
          </a:p>
        </p:txBody>
      </p:sp>
      <p:graphicFrame>
        <p:nvGraphicFramePr>
          <p:cNvPr id="14" name="Graphic_5">
            <a:extLst>
              <a:ext uri="{FF2B5EF4-FFF2-40B4-BE49-F238E27FC236}">
                <a16:creationId xmlns:a16="http://schemas.microsoft.com/office/drawing/2014/main" id="{25A8AB60-DC14-FE13-FFF9-4CAB21CEB8FA}"/>
              </a:ext>
            </a:extLst>
          </p:cNvPr>
          <p:cNvGraphicFramePr>
            <a:graphicFrameLocks noChangeAspect="1"/>
          </p:cNvGraphicFramePr>
          <p:nvPr>
            <p:extLst>
              <p:ext uri="{D42A27DB-BD31-4B8C-83A1-F6EECF244321}">
                <p14:modId xmlns:p14="http://schemas.microsoft.com/office/powerpoint/2010/main" val="3283734072"/>
              </p:ext>
            </p:extLst>
          </p:nvPr>
        </p:nvGraphicFramePr>
        <p:xfrm>
          <a:off x="8823821" y="1016146"/>
          <a:ext cx="2743200" cy="2743200"/>
        </p:xfrm>
        <a:graphic>
          <a:graphicData uri="http://schemas.openxmlformats.org/drawingml/2006/chart">
            <c:chart xmlns:c="http://schemas.openxmlformats.org/drawingml/2006/chart" xmlns:r="http://schemas.openxmlformats.org/officeDocument/2006/relationships" r:id="rId17"/>
          </a:graphicData>
        </a:graphic>
      </p:graphicFrame>
      <p:graphicFrame>
        <p:nvGraphicFramePr>
          <p:cNvPr id="18" name="Graphic_6">
            <a:extLst>
              <a:ext uri="{FF2B5EF4-FFF2-40B4-BE49-F238E27FC236}">
                <a16:creationId xmlns:a16="http://schemas.microsoft.com/office/drawing/2014/main" id="{7198999D-7A0F-AC8E-BC8E-CB0A1BCEE3A4}"/>
              </a:ext>
            </a:extLst>
          </p:cNvPr>
          <p:cNvGraphicFramePr>
            <a:graphicFrameLocks noChangeAspect="1"/>
          </p:cNvGraphicFramePr>
          <p:nvPr>
            <p:extLst>
              <p:ext uri="{D42A27DB-BD31-4B8C-83A1-F6EECF244321}">
                <p14:modId xmlns:p14="http://schemas.microsoft.com/office/powerpoint/2010/main" val="2589986579"/>
              </p:ext>
            </p:extLst>
          </p:nvPr>
        </p:nvGraphicFramePr>
        <p:xfrm>
          <a:off x="8892401" y="3507886"/>
          <a:ext cx="2743200" cy="2743200"/>
        </p:xfrm>
        <a:graphic>
          <a:graphicData uri="http://schemas.openxmlformats.org/drawingml/2006/chart">
            <c:chart xmlns:c="http://schemas.openxmlformats.org/drawingml/2006/chart" xmlns:r="http://schemas.openxmlformats.org/officeDocument/2006/relationships" r:id="rId18"/>
          </a:graphicData>
        </a:graphic>
      </p:graphicFrame>
      <p:sp>
        <p:nvSpPr>
          <p:cNvPr id="19" name="TextBox 18">
            <a:extLst>
              <a:ext uri="{FF2B5EF4-FFF2-40B4-BE49-F238E27FC236}">
                <a16:creationId xmlns:a16="http://schemas.microsoft.com/office/drawing/2014/main" id="{8106AA41-3A51-C76F-8F7A-D74FE847CEC0}"/>
              </a:ext>
            </a:extLst>
          </p:cNvPr>
          <p:cNvSpPr txBox="1"/>
          <p:nvPr/>
        </p:nvSpPr>
        <p:spPr>
          <a:xfrm>
            <a:off x="9852668" y="4843649"/>
            <a:ext cx="1125415" cy="307777"/>
          </a:xfrm>
          <a:prstGeom prst="rect">
            <a:avLst/>
          </a:prstGeom>
          <a:noFill/>
        </p:spPr>
        <p:txBody>
          <a:bodyPr wrap="square" rtlCol="0">
            <a:spAutoFit/>
          </a:bodyPr>
          <a:lstStyle/>
          <a:p>
            <a:r>
              <a:rPr lang="en-HK" sz="1400" dirty="0">
                <a:solidFill>
                  <a:schemeClr val="accent6"/>
                </a:solidFill>
                <a:latin typeface="Saol Display Light" panose="00000400000000000000"/>
              </a:rPr>
              <a:t>{{month}}</a:t>
            </a:r>
          </a:p>
        </p:txBody>
      </p:sp>
    </p:spTree>
    <p:extLst>
      <p:ext uri="{BB962C8B-B14F-4D97-AF65-F5344CB8AC3E}">
        <p14:creationId xmlns:p14="http://schemas.microsoft.com/office/powerpoint/2010/main" val="32061175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52C53-071F-34E1-8EC0-D63EC26187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AA65F-D22F-8E28-1FC0-17EB45C17EB0}"/>
              </a:ext>
            </a:extLst>
          </p:cNvPr>
          <p:cNvSpPr>
            <a:spLocks noGrp="1"/>
          </p:cNvSpPr>
          <p:nvPr>
            <p:ph type="title"/>
          </p:nvPr>
        </p:nvSpPr>
        <p:spPr>
          <a:xfrm>
            <a:off x="347471" y="2395728"/>
            <a:ext cx="8226257" cy="2286000"/>
          </a:xfrm>
        </p:spPr>
        <p:txBody>
          <a:bodyPr/>
          <a:lstStyle/>
          <a:p>
            <a:r>
              <a:rPr lang="en-US" sz="7200" i="1">
                <a:latin typeface="Saol Display Light"/>
              </a:rPr>
              <a:t>APAC</a:t>
            </a:r>
          </a:p>
        </p:txBody>
      </p:sp>
      <p:sp>
        <p:nvSpPr>
          <p:cNvPr id="3" name="Text Placeholder 2">
            <a:extLst>
              <a:ext uri="{FF2B5EF4-FFF2-40B4-BE49-F238E27FC236}">
                <a16:creationId xmlns:a16="http://schemas.microsoft.com/office/drawing/2014/main" id="{BED1AE2E-A749-6674-F99F-8BD2A54711E8}"/>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48C266BA-37C3-C83F-12CB-6085D3464A67}"/>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5" name="TextBox 1">
            <a:extLst>
              <a:ext uri="{FF2B5EF4-FFF2-40B4-BE49-F238E27FC236}">
                <a16:creationId xmlns:a16="http://schemas.microsoft.com/office/drawing/2014/main" id="{FBBAC278-0EE5-38D1-0097-A15A3E17D39F}"/>
              </a:ext>
            </a:extLst>
          </p:cNvPr>
          <p:cNvSpPr txBox="1"/>
          <p:nvPr/>
        </p:nvSpPr>
        <p:spPr>
          <a:xfrm>
            <a:off x="347471" y="6399668"/>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Helvetica Neue"/>
                <a:ea typeface="+mn-ea"/>
                <a:cs typeface="+mn-cs"/>
              </a:rPr>
              <a:t>All media coverage in this section includes APAC (Inc. CHINA) publications for both Four Seasons and its competitors. </a:t>
            </a:r>
            <a:endParaRPr kumimoji="0" lang="en-US" sz="1000" b="0" i="0" u="none" strike="noStrike" kern="1200" cap="none" spc="0" normalizeH="0" baseline="0" noProof="0">
              <a:ln>
                <a:noFill/>
              </a:ln>
              <a:solidFill>
                <a:srgbClr val="FFFFFF"/>
              </a:solidFill>
              <a:effectLst/>
              <a:uLnTx/>
              <a:uFillTx/>
              <a:latin typeface="Helvetica Neue"/>
              <a:ea typeface="+mn-ea"/>
              <a:cs typeface="+mn-cs"/>
            </a:endParaRPr>
          </a:p>
        </p:txBody>
      </p:sp>
    </p:spTree>
    <p:extLst>
      <p:ext uri="{BB962C8B-B14F-4D97-AF65-F5344CB8AC3E}">
        <p14:creationId xmlns:p14="http://schemas.microsoft.com/office/powerpoint/2010/main" val="3757565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2BBFE-0DBB-5F76-3A69-A0389A94D50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287D48-1249-4A6D-AB75-B6C72465B57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69945C2C-5BE1-D529-C802-9C9068FD566C}"/>
              </a:ext>
            </a:extLst>
          </p:cNvPr>
          <p:cNvSpPr>
            <a:spLocks noGrp="1"/>
          </p:cNvSpPr>
          <p:nvPr>
            <p:ph type="title"/>
          </p:nvPr>
        </p:nvSpPr>
        <p:spPr>
          <a:xfrm>
            <a:off x="746439" y="560748"/>
            <a:ext cx="11164824" cy="594360"/>
          </a:xfrm>
        </p:spPr>
        <p:txBody>
          <a:bodyPr/>
          <a:lstStyle/>
          <a:p>
            <a:r>
              <a:rPr lang="en-US"/>
              <a:t>YACHTS - </a:t>
            </a:r>
            <a:r>
              <a:rPr lang="en-CA"/>
              <a:t>APAC (MULTICHANNEL INSIGHTS) </a:t>
            </a:r>
            <a:br>
              <a:rPr lang="en-CA"/>
            </a:br>
            <a:endParaRPr lang="en-US"/>
          </a:p>
        </p:txBody>
      </p:sp>
      <p:sp>
        <p:nvSpPr>
          <p:cNvPr id="6" name="Text Placeholder 5">
            <a:extLst>
              <a:ext uri="{FF2B5EF4-FFF2-40B4-BE49-F238E27FC236}">
                <a16:creationId xmlns:a16="http://schemas.microsoft.com/office/drawing/2014/main" id="{F17AF70B-238C-1AA9-4938-6913D4FF185C}"/>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2121346B-DA93-594E-C50E-1575DFE75E28}"/>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823ECA5A-3B97-3AD3-3D4A-3ADEED602908}"/>
              </a:ext>
            </a:extLst>
          </p:cNvPr>
          <p:cNvGrpSpPr/>
          <p:nvPr/>
        </p:nvGrpSpPr>
        <p:grpSpPr>
          <a:xfrm>
            <a:off x="746439" y="1404688"/>
            <a:ext cx="7756383" cy="1775018"/>
            <a:chOff x="630382" y="3504093"/>
            <a:chExt cx="3493236" cy="2645148"/>
          </a:xfrm>
        </p:grpSpPr>
        <p:sp>
          <p:nvSpPr>
            <p:cNvPr id="33" name="Rectangle: Rounded Corners 32">
              <a:extLst>
                <a:ext uri="{FF2B5EF4-FFF2-40B4-BE49-F238E27FC236}">
                  <a16:creationId xmlns:a16="http://schemas.microsoft.com/office/drawing/2014/main" id="{1DA38C06-EFF6-9A1E-4FC7-E90D0DF62EE2}"/>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155C9349-1061-636E-B608-ABA1B6CFDA53}"/>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2DE7607F-7D18-A3D1-0F06-A97CF0C799C0}"/>
              </a:ext>
            </a:extLst>
          </p:cNvPr>
          <p:cNvGrpSpPr/>
          <p:nvPr/>
        </p:nvGrpSpPr>
        <p:grpSpPr>
          <a:xfrm>
            <a:off x="702135" y="3243435"/>
            <a:ext cx="3768915" cy="2916404"/>
            <a:chOff x="4286446" y="3503768"/>
            <a:chExt cx="3470145" cy="2641114"/>
          </a:xfrm>
        </p:grpSpPr>
        <p:sp>
          <p:nvSpPr>
            <p:cNvPr id="39" name="Rectangle: Rounded Corners 38">
              <a:extLst>
                <a:ext uri="{FF2B5EF4-FFF2-40B4-BE49-F238E27FC236}">
                  <a16:creationId xmlns:a16="http://schemas.microsoft.com/office/drawing/2014/main" id="{BC30081D-57A4-256E-FBE1-C7CFEF71D7A2}"/>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93F94749-5739-3B4D-75D7-1B2FD0146433}"/>
                </a:ext>
              </a:extLst>
            </p:cNvPr>
            <p:cNvSpPr/>
            <p:nvPr/>
          </p:nvSpPr>
          <p:spPr>
            <a:xfrm>
              <a:off x="4286446" y="3514696"/>
              <a:ext cx="3470145" cy="431267"/>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pSp>
      <p:sp>
        <p:nvSpPr>
          <p:cNvPr id="45" name="Rectangle: Rounded Corners 44">
            <a:extLst>
              <a:ext uri="{FF2B5EF4-FFF2-40B4-BE49-F238E27FC236}">
                <a16:creationId xmlns:a16="http://schemas.microsoft.com/office/drawing/2014/main" id="{630A812C-8CC8-CC1C-9943-3B579450E2FF}"/>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C73A7EA6-662D-A509-9861-7304C2784C81}"/>
              </a:ext>
            </a:extLst>
          </p:cNvPr>
          <p:cNvSpPr/>
          <p:nvPr/>
        </p:nvSpPr>
        <p:spPr>
          <a:xfrm>
            <a:off x="4695911" y="3243435"/>
            <a:ext cx="3787111" cy="460245"/>
          </a:xfrm>
          <a:prstGeom prst="round2SameRect">
            <a:avLst>
              <a:gd name="adj1" fmla="val 24760"/>
              <a:gd name="adj2" fmla="val 0"/>
            </a:avLst>
          </a:prstGeom>
          <a:solidFill>
            <a:srgbClr val="DDC3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AMAN</a:t>
            </a:r>
          </a:p>
        </p:txBody>
      </p:sp>
      <p:graphicFrame>
        <p:nvGraphicFramePr>
          <p:cNvPr id="11" name="Table 10">
            <a:extLst>
              <a:ext uri="{FF2B5EF4-FFF2-40B4-BE49-F238E27FC236}">
                <a16:creationId xmlns:a16="http://schemas.microsoft.com/office/drawing/2014/main" id="{80F2531E-A4CD-01C0-2FE7-554F8BE2E7BB}"/>
              </a:ext>
            </a:extLst>
          </p:cNvPr>
          <p:cNvGraphicFramePr>
            <a:graphicFrameLocks noGrp="1"/>
          </p:cNvGraphicFramePr>
          <p:nvPr>
            <p:extLst>
              <p:ext uri="{D42A27DB-BD31-4B8C-83A1-F6EECF244321}">
                <p14:modId xmlns:p14="http://schemas.microsoft.com/office/powerpoint/2010/main" val="2079235303"/>
              </p:ext>
            </p:extLst>
          </p:nvPr>
        </p:nvGraphicFramePr>
        <p:xfrm>
          <a:off x="763052" y="6202334"/>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3" name="Text Placeholder 38x7905">
            <a:extLst>
              <a:ext uri="{FF2B5EF4-FFF2-40B4-BE49-F238E27FC236}">
                <a16:creationId xmlns:a16="http://schemas.microsoft.com/office/drawing/2014/main" id="{4BDEB405-CE9D-98C7-E348-2F290B9E5627}"/>
              </a:ext>
            </a:extLst>
          </p:cNvPr>
          <p:cNvSpPr txBox="1">
            <a:spLocks/>
          </p:cNvSpPr>
          <p:nvPr/>
        </p:nvSpPr>
        <p:spPr>
          <a:xfrm>
            <a:off x="920740" y="1853335"/>
            <a:ext cx="7148841"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a:solidFill>
                  <a:schemeClr val="tx1"/>
                </a:solidFill>
              </a:rPr>
              <a:t>Four Seasons II scheduled to launch in 2028, featuring a new residential-style suite concept designed for families and extended stays </a:t>
            </a:r>
            <a:r>
              <a:rPr lang="en-US" i="1">
                <a:solidFill>
                  <a:schemeClr val="tx1"/>
                </a:solidFill>
              </a:rPr>
              <a:t>(</a:t>
            </a:r>
            <a:r>
              <a:rPr lang="en-US" i="1" u="sng">
                <a:solidFill>
                  <a:schemeClr val="tx1"/>
                </a:solidFill>
                <a:hlinkClick r:id="rId2">
                  <a:extLst>
                    <a:ext uri="{A12FA001-AC4F-418D-AE19-62706E023703}">
                      <ahyp:hlinkClr xmlns:ahyp="http://schemas.microsoft.com/office/drawing/2018/hyperlinkcolor" val="tx"/>
                    </a:ext>
                  </a:extLst>
                </a:hlinkClick>
              </a:rPr>
              <a:t>Cosmopolitan China</a:t>
            </a:r>
            <a:r>
              <a:rPr lang="en-US" i="1">
                <a:solidFill>
                  <a:schemeClr val="tx1"/>
                </a:solidFill>
              </a:rPr>
              <a:t>, </a:t>
            </a:r>
            <a:r>
              <a:rPr lang="en-US" i="1" u="sng">
                <a:solidFill>
                  <a:schemeClr val="tx1"/>
                </a:solidFill>
                <a:hlinkClick r:id="rId3">
                  <a:extLst>
                    <a:ext uri="{A12FA001-AC4F-418D-AE19-62706E023703}">
                      <ahyp:hlinkClr xmlns:ahyp="http://schemas.microsoft.com/office/drawing/2018/hyperlinkcolor" val="tx"/>
                    </a:ext>
                  </a:extLst>
                </a:hlinkClick>
              </a:rPr>
              <a:t>Grazia China</a:t>
            </a:r>
            <a:r>
              <a:rPr lang="en-US" i="1">
                <a:solidFill>
                  <a:schemeClr val="tx1"/>
                </a:solidFill>
              </a:rPr>
              <a:t>). </a:t>
            </a:r>
          </a:p>
          <a:p>
            <a:pPr marL="171450" indent="-171450">
              <a:lnSpc>
                <a:spcPct val="100000"/>
              </a:lnSpc>
              <a:buFont typeface="Arial" panose="020B0604020202020204" pitchFamily="34" charset="0"/>
              <a:buChar char="•"/>
            </a:pPr>
            <a:r>
              <a:rPr lang="en-US">
                <a:solidFill>
                  <a:schemeClr val="tx1"/>
                </a:solidFill>
              </a:rPr>
              <a:t>Four Seasons Yachts announced plans for a third yacht, scheduled for delivery in 2031 </a:t>
            </a:r>
            <a:r>
              <a:rPr lang="en-US" i="1">
                <a:solidFill>
                  <a:schemeClr val="tx1"/>
                </a:solidFill>
              </a:rPr>
              <a:t>(</a:t>
            </a:r>
            <a:r>
              <a:rPr lang="en-US" i="1" u="sng">
                <a:solidFill>
                  <a:schemeClr val="tx1"/>
                </a:solidFill>
                <a:hlinkClick r:id="rId4">
                  <a:extLst>
                    <a:ext uri="{A12FA001-AC4F-418D-AE19-62706E023703}">
                      <ahyp:hlinkClr xmlns:ahyp="http://schemas.microsoft.com/office/drawing/2018/hyperlinkcolor" val="tx"/>
                    </a:ext>
                  </a:extLst>
                </a:hlinkClick>
              </a:rPr>
              <a:t>Cruise Weekly</a:t>
            </a:r>
            <a:r>
              <a:rPr lang="en-US" i="1">
                <a:solidFill>
                  <a:schemeClr val="tx1"/>
                </a:solidFill>
              </a:rPr>
              <a:t>, </a:t>
            </a:r>
            <a:r>
              <a:rPr lang="en-US" i="1" u="sng">
                <a:solidFill>
                  <a:schemeClr val="tx1"/>
                </a:solidFill>
                <a:hlinkClick r:id="rId5">
                  <a:extLst>
                    <a:ext uri="{A12FA001-AC4F-418D-AE19-62706E023703}">
                      <ahyp:hlinkClr xmlns:ahyp="http://schemas.microsoft.com/office/drawing/2018/hyperlinkcolor" val="tx"/>
                    </a:ext>
                  </a:extLst>
                </a:hlinkClick>
              </a:rPr>
              <a:t>Travel Daily</a:t>
            </a:r>
            <a:r>
              <a:rPr lang="en-US" i="1">
                <a:solidFill>
                  <a:schemeClr val="tx1"/>
                </a:solidFill>
              </a:rPr>
              <a:t>,</a:t>
            </a:r>
            <a:r>
              <a:rPr lang="en-US" i="1">
                <a:solidFill>
                  <a:schemeClr val="tx1"/>
                </a:solidFill>
                <a:hlinkClick r:id="rId6">
                  <a:extLst>
                    <a:ext uri="{A12FA001-AC4F-418D-AE19-62706E023703}">
                      <ahyp:hlinkClr xmlns:ahyp="http://schemas.microsoft.com/office/drawing/2018/hyperlinkcolor" val="tx"/>
                    </a:ext>
                  </a:extLst>
                </a:hlinkClick>
              </a:rPr>
              <a:t> </a:t>
            </a:r>
            <a:r>
              <a:rPr lang="en-US" i="1" u="sng">
                <a:solidFill>
                  <a:schemeClr val="tx1"/>
                </a:solidFill>
                <a:hlinkClick r:id="rId7">
                  <a:extLst>
                    <a:ext uri="{A12FA001-AC4F-418D-AE19-62706E023703}">
                      <ahyp:hlinkClr xmlns:ahyp="http://schemas.microsoft.com/office/drawing/2018/hyperlinkcolor" val="tx"/>
                    </a:ext>
                  </a:extLst>
                </a:hlinkClick>
              </a:rPr>
              <a:t>WeChat</a:t>
            </a:r>
            <a:r>
              <a:rPr lang="en-US" i="1">
                <a:solidFill>
                  <a:schemeClr val="tx1"/>
                </a:solidFill>
              </a:rPr>
              <a:t>, </a:t>
            </a:r>
            <a:r>
              <a:rPr lang="en-US" i="1" u="sng">
                <a:solidFill>
                  <a:schemeClr val="tx1"/>
                </a:solidFill>
                <a:hlinkClick r:id="rId8">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Four Seasons I introduced private island experiences in Anguilla and The Bahamas for its inaugural Caribbean season </a:t>
            </a:r>
            <a:r>
              <a:rPr lang="en-US" i="1">
                <a:solidFill>
                  <a:schemeClr val="tx1"/>
                </a:solidFill>
              </a:rPr>
              <a:t>(</a:t>
            </a:r>
            <a:r>
              <a:rPr lang="en-US" i="1" u="sng">
                <a:solidFill>
                  <a:schemeClr val="tx1"/>
                </a:solidFill>
                <a:hlinkClick r:id="rId9">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0">
                  <a:extLst>
                    <a:ext uri="{A12FA001-AC4F-418D-AE19-62706E023703}">
                      <ahyp:hlinkClr xmlns:ahyp="http://schemas.microsoft.com/office/drawing/2018/hyperlinkcolor" val="tx"/>
                    </a:ext>
                  </a:extLst>
                </a:hlinkClick>
              </a:rPr>
              <a:t>RED</a:t>
            </a:r>
            <a:r>
              <a:rPr lang="en-US" i="1">
                <a:solidFill>
                  <a:schemeClr val="tx1"/>
                </a:solidFill>
              </a:rPr>
              <a:t>).</a:t>
            </a:r>
            <a:endParaRPr lang="en-US">
              <a:solidFill>
                <a:schemeClr val="tx1"/>
              </a:solidFill>
            </a:endParaRPr>
          </a:p>
          <a:p>
            <a:pPr marL="171450" lvl="0" indent="-171450">
              <a:lnSpc>
                <a:spcPct val="100000"/>
              </a:lnSpc>
              <a:buFont typeface="Arial" panose="020B0604020202020204" pitchFamily="34" charset="0"/>
              <a:buChar char="•"/>
            </a:pPr>
            <a:endParaRPr lang="en-CA" i="1">
              <a:solidFill>
                <a:schemeClr val="tx1"/>
              </a:solidFill>
            </a:endParaRPr>
          </a:p>
        </p:txBody>
      </p:sp>
      <p:sp>
        <p:nvSpPr>
          <p:cNvPr id="14" name="Text Placeholder 38x2349">
            <a:extLst>
              <a:ext uri="{FF2B5EF4-FFF2-40B4-BE49-F238E27FC236}">
                <a16:creationId xmlns:a16="http://schemas.microsoft.com/office/drawing/2014/main" id="{37712DE4-B619-7FA5-4647-CB29E137752D}"/>
              </a:ext>
            </a:extLst>
          </p:cNvPr>
          <p:cNvSpPr txBox="1">
            <a:spLocks/>
          </p:cNvSpPr>
          <p:nvPr/>
        </p:nvSpPr>
        <p:spPr>
          <a:xfrm>
            <a:off x="868469" y="3918510"/>
            <a:ext cx="3407943" cy="2565333"/>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a:solidFill>
                  <a:schemeClr val="tx1"/>
                </a:solidFill>
              </a:rPr>
              <a:t>Seven Seas Prestige unveiled the Solara Sports Deck and Solara Pool Deck ahead of its December 2026 debut </a:t>
            </a:r>
            <a:r>
              <a:rPr lang="en-US" i="1">
                <a:solidFill>
                  <a:schemeClr val="tx1"/>
                </a:solidFill>
              </a:rPr>
              <a:t>(</a:t>
            </a:r>
            <a:r>
              <a:rPr lang="en-US" i="1" u="sng">
                <a:solidFill>
                  <a:schemeClr val="tx1"/>
                </a:solidFill>
                <a:hlinkClick r:id="rId11">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2">
                  <a:extLst>
                    <a:ext uri="{A12FA001-AC4F-418D-AE19-62706E023703}">
                      <ahyp:hlinkClr xmlns:ahyp="http://schemas.microsoft.com/office/drawing/2018/hyperlinkcolor" val="tx"/>
                    </a:ext>
                  </a:extLst>
                </a:hlinkClick>
              </a:rPr>
              <a:t>Cruise Passenger</a:t>
            </a:r>
            <a:r>
              <a:rPr lang="en-US" i="1">
                <a:solidFill>
                  <a:schemeClr val="tx1"/>
                </a:solidFill>
              </a:rPr>
              <a:t>, </a:t>
            </a:r>
            <a:r>
              <a:rPr lang="en-US" i="1" u="sng">
                <a:solidFill>
                  <a:schemeClr val="tx1"/>
                </a:solidFill>
                <a:hlinkClick r:id="rId13">
                  <a:extLst>
                    <a:ext uri="{A12FA001-AC4F-418D-AE19-62706E023703}">
                      <ahyp:hlinkClr xmlns:ahyp="http://schemas.microsoft.com/office/drawing/2018/hyperlinkcolor" val="tx"/>
                    </a:ext>
                  </a:extLst>
                </a:hlinkClick>
              </a:rPr>
              <a:t>Weibo</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Seven Seas Prestige was featured for strong demands and continued offering expansion </a:t>
            </a:r>
            <a:r>
              <a:rPr lang="en-US" i="1">
                <a:solidFill>
                  <a:schemeClr val="tx1"/>
                </a:solidFill>
              </a:rPr>
              <a:t>(</a:t>
            </a:r>
            <a:r>
              <a:rPr lang="en-US" i="1" u="sng">
                <a:solidFill>
                  <a:schemeClr val="tx1"/>
                </a:solidFill>
                <a:hlinkClick r:id="rId14">
                  <a:extLst>
                    <a:ext uri="{A12FA001-AC4F-418D-AE19-62706E023703}">
                      <ahyp:hlinkClr xmlns:ahyp="http://schemas.microsoft.com/office/drawing/2018/hyperlinkcolor" val="tx"/>
                    </a:ext>
                  </a:extLst>
                </a:hlinkClick>
              </a:rPr>
              <a:t>TTG Asia</a:t>
            </a:r>
            <a:r>
              <a:rPr lang="en-US" i="1">
                <a:solidFill>
                  <a:schemeClr val="tx1"/>
                </a:solidFill>
              </a:rPr>
              <a:t>) </a:t>
            </a:r>
            <a:r>
              <a:rPr lang="en-US">
                <a:solidFill>
                  <a:schemeClr val="tx1"/>
                </a:solidFill>
              </a:rPr>
              <a:t>while Seven Seas Grandeur was featured in an onboard review </a:t>
            </a:r>
            <a:r>
              <a:rPr lang="en-US" i="1">
                <a:solidFill>
                  <a:schemeClr val="tx1"/>
                </a:solidFill>
              </a:rPr>
              <a:t>(</a:t>
            </a:r>
            <a:r>
              <a:rPr lang="en-US" i="1" u="sng">
                <a:solidFill>
                  <a:schemeClr val="tx1"/>
                </a:solidFill>
                <a:hlinkClick r:id="rId15">
                  <a:extLst>
                    <a:ext uri="{A12FA001-AC4F-418D-AE19-62706E023703}">
                      <ahyp:hlinkClr xmlns:ahyp="http://schemas.microsoft.com/office/drawing/2018/hyperlinkcolor" val="tx"/>
                    </a:ext>
                  </a:extLst>
                </a:hlinkClick>
              </a:rPr>
              <a:t>The Sydney Morning Herald</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Regent Seven Seas Cruises introduced 56 festive season shore excursions across Europe </a:t>
            </a:r>
            <a:r>
              <a:rPr lang="en-US" i="1">
                <a:solidFill>
                  <a:schemeClr val="tx1"/>
                </a:solidFill>
              </a:rPr>
              <a:t>(</a:t>
            </a:r>
            <a:r>
              <a:rPr lang="en-US" i="1" err="1">
                <a:solidFill>
                  <a:schemeClr val="tx1"/>
                </a:solidFill>
                <a:hlinkClick r:id="rId16">
                  <a:extLst>
                    <a:ext uri="{A12FA001-AC4F-418D-AE19-62706E023703}">
                      <ahyp:hlinkClr xmlns:ahyp="http://schemas.microsoft.com/office/drawing/2018/hyperlinkcolor" val="tx"/>
                    </a:ext>
                  </a:extLst>
                </a:hlinkClick>
              </a:rPr>
              <a:t>KarryOn</a:t>
            </a:r>
            <a:r>
              <a:rPr lang="en-US" i="1">
                <a:solidFill>
                  <a:schemeClr val="tx1"/>
                </a:solidFill>
              </a:rPr>
              <a:t>, </a:t>
            </a:r>
            <a:r>
              <a:rPr lang="en-US" i="1">
                <a:solidFill>
                  <a:schemeClr val="tx1"/>
                </a:solidFill>
                <a:hlinkClick r:id="rId17">
                  <a:extLst>
                    <a:ext uri="{A12FA001-AC4F-418D-AE19-62706E023703}">
                      <ahyp:hlinkClr xmlns:ahyp="http://schemas.microsoft.com/office/drawing/2018/hyperlinkcolor" val="tx"/>
                    </a:ext>
                  </a:extLst>
                </a:hlinkClick>
              </a:rPr>
              <a:t>Travel Weekly</a:t>
            </a:r>
            <a:r>
              <a:rPr lang="en-US" i="1">
                <a:solidFill>
                  <a:schemeClr val="tx1"/>
                </a:solidFill>
              </a:rPr>
              <a:t>).</a:t>
            </a:r>
          </a:p>
          <a:p>
            <a:pPr marL="171450" indent="-171450">
              <a:lnSpc>
                <a:spcPct val="100000"/>
              </a:lnSpc>
              <a:buFont typeface="Arial" panose="020B0604020202020204" pitchFamily="34" charset="0"/>
              <a:buChar char="•"/>
            </a:pPr>
            <a:endParaRPr lang="en-US">
              <a:solidFill>
                <a:schemeClr val="tx1"/>
              </a:solidFill>
            </a:endParaRPr>
          </a:p>
          <a:p>
            <a:pPr marL="171450" indent="-171450">
              <a:lnSpc>
                <a:spcPct val="100000"/>
              </a:lnSpc>
              <a:buFont typeface="Arial" panose="020B0604020202020204" pitchFamily="34" charset="0"/>
              <a:buChar char="•"/>
            </a:pPr>
            <a:endParaRPr lang="en-CA">
              <a:solidFill>
                <a:schemeClr val="tx1"/>
              </a:solidFill>
            </a:endParaRPr>
          </a:p>
        </p:txBody>
      </p:sp>
      <p:sp>
        <p:nvSpPr>
          <p:cNvPr id="18" name="Text Placeholder 38">
            <a:extLst>
              <a:ext uri="{FF2B5EF4-FFF2-40B4-BE49-F238E27FC236}">
                <a16:creationId xmlns:a16="http://schemas.microsoft.com/office/drawing/2014/main" id="{D05E8049-9640-83FF-1BA4-FCCB2107CEDE}"/>
              </a:ext>
            </a:extLst>
          </p:cNvPr>
          <p:cNvSpPr txBox="1">
            <a:spLocks/>
          </p:cNvSpPr>
          <p:nvPr/>
        </p:nvSpPr>
        <p:spPr>
          <a:xfrm>
            <a:off x="4844107" y="3913634"/>
            <a:ext cx="3219418" cy="191222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err="1">
                <a:solidFill>
                  <a:schemeClr val="tx1"/>
                </a:solidFill>
              </a:rPr>
              <a:t>Amangati</a:t>
            </a:r>
            <a:r>
              <a:rPr lang="en-US">
                <a:solidFill>
                  <a:schemeClr val="tx1"/>
                </a:solidFill>
              </a:rPr>
              <a:t> completed its float out at the T. Mariotti shipyard ahead of its scheduled 2027 debut</a:t>
            </a:r>
            <a:r>
              <a:rPr lang="en-US" i="1">
                <a:solidFill>
                  <a:schemeClr val="tx1"/>
                </a:solidFill>
              </a:rPr>
              <a:t> (</a:t>
            </a:r>
            <a:r>
              <a:rPr lang="en-US" i="1" u="sng">
                <a:solidFill>
                  <a:schemeClr val="tx1"/>
                </a:solidFill>
                <a:hlinkClick r:id="rId18">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9">
                  <a:extLst>
                    <a:ext uri="{A12FA001-AC4F-418D-AE19-62706E023703}">
                      <ahyp:hlinkClr xmlns:ahyp="http://schemas.microsoft.com/office/drawing/2018/hyperlinkcolor" val="tx"/>
                    </a:ext>
                  </a:extLst>
                </a:hlinkClick>
              </a:rPr>
              <a:t>LATTE</a:t>
            </a:r>
            <a:r>
              <a:rPr lang="en-US" i="1">
                <a:solidFill>
                  <a:schemeClr val="tx1"/>
                </a:solidFill>
              </a:rPr>
              <a:t>, </a:t>
            </a:r>
            <a:r>
              <a:rPr lang="en-US" i="1" u="sng">
                <a:solidFill>
                  <a:schemeClr val="tx1"/>
                </a:solidFill>
                <a:hlinkClick r:id="rId20">
                  <a:extLst>
                    <a:ext uri="{A12FA001-AC4F-418D-AE19-62706E023703}">
                      <ahyp:hlinkClr xmlns:ahyp="http://schemas.microsoft.com/office/drawing/2018/hyperlinkcolor" val="tx"/>
                    </a:ext>
                  </a:extLst>
                </a:hlinkClick>
              </a:rPr>
              <a:t>TTR Weekly</a:t>
            </a:r>
            <a:r>
              <a:rPr lang="en-US" i="1">
                <a:solidFill>
                  <a:schemeClr val="tx1"/>
                </a:solidFill>
              </a:rPr>
              <a:t>, </a:t>
            </a:r>
            <a:r>
              <a:rPr lang="en-US" i="1" u="sng">
                <a:solidFill>
                  <a:schemeClr val="tx1"/>
                </a:solidFill>
                <a:hlinkClick r:id="rId21">
                  <a:extLst>
                    <a:ext uri="{A12FA001-AC4F-418D-AE19-62706E023703}">
                      <ahyp:hlinkClr xmlns:ahyp="http://schemas.microsoft.com/office/drawing/2018/hyperlinkcolor" val="tx"/>
                    </a:ext>
                  </a:extLst>
                </a:hlinkClick>
              </a:rPr>
              <a:t>Cruise Monitor</a:t>
            </a:r>
            <a:r>
              <a:rPr lang="en-US" i="1">
                <a:solidFill>
                  <a:schemeClr val="tx1"/>
                </a:solidFill>
              </a:rPr>
              <a:t>, </a:t>
            </a:r>
            <a:r>
              <a:rPr lang="en-US" i="1" u="sng">
                <a:solidFill>
                  <a:schemeClr val="tx1"/>
                </a:solidFill>
                <a:hlinkClick r:id="rId22">
                  <a:extLst>
                    <a:ext uri="{A12FA001-AC4F-418D-AE19-62706E023703}">
                      <ahyp:hlinkClr xmlns:ahyp="http://schemas.microsoft.com/office/drawing/2018/hyperlinkcolor" val="tx"/>
                    </a:ext>
                  </a:extLst>
                </a:hlinkClick>
              </a:rPr>
              <a:t>Weibo</a:t>
            </a:r>
            <a:r>
              <a:rPr lang="en-US" i="1">
                <a:solidFill>
                  <a:schemeClr val="tx1"/>
                </a:solidFill>
              </a:rPr>
              <a:t>, </a:t>
            </a:r>
            <a:r>
              <a:rPr lang="en-US" i="1" u="sng">
                <a:solidFill>
                  <a:schemeClr val="tx1"/>
                </a:solidFill>
                <a:hlinkClick r:id="rId23">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r>
              <a:rPr lang="en-US" err="1">
                <a:solidFill>
                  <a:schemeClr val="tx1"/>
                </a:solidFill>
                <a:cs typeface="Arial"/>
              </a:rPr>
              <a:t>Amangati</a:t>
            </a:r>
            <a:r>
              <a:rPr lang="en-US">
                <a:solidFill>
                  <a:schemeClr val="tx1"/>
                </a:solidFill>
                <a:cs typeface="Arial"/>
              </a:rPr>
              <a:t> unveiled its inaugural Caribbean season, with sailings across the Leeward Islands, Windward Islands, and Dutch Caribbean starting in late 2027 </a:t>
            </a:r>
            <a:r>
              <a:rPr lang="en-US" i="1">
                <a:solidFill>
                  <a:schemeClr val="tx1"/>
                </a:solidFill>
              </a:rPr>
              <a:t>(</a:t>
            </a:r>
            <a:r>
              <a:rPr lang="en-US" i="1" u="sng">
                <a:solidFill>
                  <a:schemeClr val="tx1"/>
                </a:solidFill>
                <a:hlinkClick r:id="rId24">
                  <a:extLst>
                    <a:ext uri="{A12FA001-AC4F-418D-AE19-62706E023703}">
                      <ahyp:hlinkClr xmlns:ahyp="http://schemas.microsoft.com/office/drawing/2018/hyperlinkcolor" val="tx"/>
                    </a:ext>
                  </a:extLst>
                </a:hlinkClick>
              </a:rPr>
              <a:t>TTG Asia</a:t>
            </a:r>
            <a:r>
              <a:rPr lang="en-US" i="1">
                <a:solidFill>
                  <a:schemeClr val="tx1"/>
                </a:solidFill>
              </a:rPr>
              <a:t>, </a:t>
            </a:r>
            <a:r>
              <a:rPr lang="en-US" i="1" u="sng">
                <a:solidFill>
                  <a:schemeClr val="tx1"/>
                </a:solidFill>
                <a:hlinkClick r:id="rId25">
                  <a:extLst>
                    <a:ext uri="{A12FA001-AC4F-418D-AE19-62706E023703}">
                      <ahyp:hlinkClr xmlns:ahyp="http://schemas.microsoft.com/office/drawing/2018/hyperlinkcolor" val="tx"/>
                    </a:ext>
                  </a:extLst>
                </a:hlinkClick>
              </a:rPr>
              <a:t>Economic Daily News</a:t>
            </a:r>
            <a:r>
              <a:rPr lang="en-US" i="1">
                <a:solidFill>
                  <a:schemeClr val="tx1"/>
                </a:solidFill>
              </a:rPr>
              <a:t>, </a:t>
            </a:r>
            <a:r>
              <a:rPr lang="en-US" i="1" u="sng">
                <a:solidFill>
                  <a:schemeClr val="tx1"/>
                </a:solidFill>
                <a:hlinkClick r:id="rId26">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endParaRPr lang="en-US">
              <a:solidFill>
                <a:schemeClr val="tx1"/>
              </a:solidFill>
              <a:cs typeface="Arial"/>
            </a:endParaRPr>
          </a:p>
        </p:txBody>
      </p:sp>
      <p:graphicFrame>
        <p:nvGraphicFramePr>
          <p:cNvPr id="19" name="Graphic_7">
            <a:extLst>
              <a:ext uri="{FF2B5EF4-FFF2-40B4-BE49-F238E27FC236}">
                <a16:creationId xmlns:a16="http://schemas.microsoft.com/office/drawing/2014/main" id="{2E45CDC0-2412-BB9B-2040-28429AB4A4DB}"/>
              </a:ext>
            </a:extLst>
          </p:cNvPr>
          <p:cNvGraphicFramePr>
            <a:graphicFrameLocks noChangeAspect="1"/>
          </p:cNvGraphicFramePr>
          <p:nvPr>
            <p:extLst>
              <p:ext uri="{D42A27DB-BD31-4B8C-83A1-F6EECF244321}">
                <p14:modId xmlns:p14="http://schemas.microsoft.com/office/powerpoint/2010/main" val="2597145288"/>
              </p:ext>
            </p:extLst>
          </p:nvPr>
        </p:nvGraphicFramePr>
        <p:xfrm>
          <a:off x="8924035" y="755763"/>
          <a:ext cx="2743200" cy="2743200"/>
        </p:xfrm>
        <a:graphic>
          <a:graphicData uri="http://schemas.openxmlformats.org/drawingml/2006/chart">
            <c:chart xmlns:c="http://schemas.openxmlformats.org/drawingml/2006/chart" xmlns:r="http://schemas.openxmlformats.org/officeDocument/2006/relationships" r:id="rId27"/>
          </a:graphicData>
        </a:graphic>
      </p:graphicFrame>
      <p:graphicFrame>
        <p:nvGraphicFramePr>
          <p:cNvPr id="20" name="Graphic_8">
            <a:extLst>
              <a:ext uri="{FF2B5EF4-FFF2-40B4-BE49-F238E27FC236}">
                <a16:creationId xmlns:a16="http://schemas.microsoft.com/office/drawing/2014/main" id="{E97DDD1A-6B84-42E5-DC94-570E8A2AE190}"/>
              </a:ext>
            </a:extLst>
          </p:cNvPr>
          <p:cNvGraphicFramePr>
            <a:graphicFrameLocks noChangeAspect="1"/>
          </p:cNvGraphicFramePr>
          <p:nvPr>
            <p:extLst>
              <p:ext uri="{D42A27DB-BD31-4B8C-83A1-F6EECF244321}">
                <p14:modId xmlns:p14="http://schemas.microsoft.com/office/powerpoint/2010/main" val="1686042346"/>
              </p:ext>
            </p:extLst>
          </p:nvPr>
        </p:nvGraphicFramePr>
        <p:xfrm>
          <a:off x="8984995" y="3232263"/>
          <a:ext cx="2743200" cy="2743200"/>
        </p:xfrm>
        <a:graphic>
          <a:graphicData uri="http://schemas.openxmlformats.org/drawingml/2006/chart">
            <c:chart xmlns:c="http://schemas.openxmlformats.org/drawingml/2006/chart" xmlns:r="http://schemas.openxmlformats.org/officeDocument/2006/relationships" r:id="rId28"/>
          </a:graphicData>
        </a:graphic>
      </p:graphicFrame>
      <p:sp>
        <p:nvSpPr>
          <p:cNvPr id="25" name="TextBox 24">
            <a:extLst>
              <a:ext uri="{FF2B5EF4-FFF2-40B4-BE49-F238E27FC236}">
                <a16:creationId xmlns:a16="http://schemas.microsoft.com/office/drawing/2014/main" id="{957F6006-4962-077E-21BE-4804FB2B960D}"/>
              </a:ext>
            </a:extLst>
          </p:cNvPr>
          <p:cNvSpPr txBox="1"/>
          <p:nvPr/>
        </p:nvSpPr>
        <p:spPr>
          <a:xfrm>
            <a:off x="9928322" y="4561971"/>
            <a:ext cx="1125415" cy="307777"/>
          </a:xfrm>
          <a:prstGeom prst="rect">
            <a:avLst/>
          </a:prstGeom>
          <a:noFill/>
        </p:spPr>
        <p:txBody>
          <a:bodyPr wrap="square" rtlCol="0">
            <a:spAutoFit/>
          </a:bodyPr>
          <a:lstStyle/>
          <a:p>
            <a:r>
              <a:rPr lang="en-HK" sz="1400" dirty="0">
                <a:solidFill>
                  <a:schemeClr val="accent6"/>
                </a:solidFill>
                <a:latin typeface="Saol Display Light" panose="00000400000000000000"/>
              </a:rPr>
              <a:t>{{month}}</a:t>
            </a:r>
          </a:p>
        </p:txBody>
      </p:sp>
      <p:sp>
        <p:nvSpPr>
          <p:cNvPr id="15" name="Content Placeholder 8x7812">
            <a:extLst>
              <a:ext uri="{FF2B5EF4-FFF2-40B4-BE49-F238E27FC236}">
                <a16:creationId xmlns:a16="http://schemas.microsoft.com/office/drawing/2014/main" id="{4E8DE919-51E4-035B-A5FD-E29F65E486EC}"/>
              </a:ext>
            </a:extLst>
          </p:cNvPr>
          <p:cNvSpPr txBox="1">
            <a:spLocks/>
          </p:cNvSpPr>
          <p:nvPr/>
        </p:nvSpPr>
        <p:spPr>
          <a:xfrm>
            <a:off x="702135" y="6491397"/>
            <a:ext cx="10321245" cy="674031"/>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 Share of Prominence is comprised of human-coded, positive and neutral results, based off targeted tier-1 media lists. Analysis is comprised of US, UK, UAE, Italy, Germany, France, India, Australia, Japan, Korea, Vietnam, and China.</a:t>
            </a:r>
            <a:r>
              <a:rPr lang="en-US" sz="700" b="0" i="1">
                <a:solidFill>
                  <a:schemeClr val="accent1"/>
                </a:solidFill>
              </a:rPr>
              <a:t> All SOP key drivers </a:t>
            </a:r>
            <a:r>
              <a:rPr lang="en-US" sz="700" b="0" i="1">
                <a:solidFill>
                  <a:schemeClr val="accent1"/>
                </a:solidFill>
                <a:latin typeface="+mn-lt"/>
              </a:rPr>
              <a:t>contain at least 2+ prominence factors  such as headline, lead, multiple-mention, exclusivity, visuals, and positive sentiment.</a:t>
            </a:r>
          </a:p>
          <a:p>
            <a:pPr>
              <a:spcBef>
                <a:spcPts val="0"/>
              </a:spcBef>
            </a:pPr>
            <a:r>
              <a:rPr lang="en-US" sz="700" b="0" i="1">
                <a:solidFill>
                  <a:schemeClr val="accent1"/>
                </a:solidFill>
                <a:latin typeface="+mn-lt"/>
              </a:rPr>
              <a:t>"China multichannel weights have been updated to reflect a 65 "social" and 35 "traditional" weighting scheme" - effective May 2026.</a:t>
            </a:r>
          </a:p>
          <a:p>
            <a:pPr>
              <a:spcBef>
                <a:spcPts val="0"/>
              </a:spcBef>
            </a:pPr>
            <a:endParaRPr lang="en-US" sz="700" b="0" i="1">
              <a:solidFill>
                <a:schemeClr val="accent1"/>
              </a:solidFill>
              <a:latin typeface="+mn-lt"/>
            </a:endParaRPr>
          </a:p>
          <a:p>
            <a:pPr>
              <a:spcBef>
                <a:spcPts val="0"/>
              </a:spcBef>
            </a:pPr>
            <a:endParaRPr lang="en-US" sz="700" b="0" i="1">
              <a:solidFill>
                <a:schemeClr val="accent1"/>
              </a:solidFill>
              <a:latin typeface="+mn-lt"/>
            </a:endParaRPr>
          </a:p>
          <a:p>
            <a:pPr>
              <a:spcBef>
                <a:spcPts val="0"/>
              </a:spcBef>
            </a:pPr>
            <a:r>
              <a:rPr lang="en-US" sz="700" b="0" i="1">
                <a:solidFill>
                  <a:schemeClr val="accent1"/>
                </a:solidFill>
                <a:latin typeface="+mn-lt"/>
              </a:rPr>
              <a:t> </a:t>
            </a:r>
          </a:p>
        </p:txBody>
      </p:sp>
    </p:spTree>
    <p:extLst>
      <p:ext uri="{BB962C8B-B14F-4D97-AF65-F5344CB8AC3E}">
        <p14:creationId xmlns:p14="http://schemas.microsoft.com/office/powerpoint/2010/main" val="3890216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E4102-F03F-42DC-8411-8F57B1B244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EDA00-09A7-FAFA-F6F1-30654D46E4EB}"/>
              </a:ext>
            </a:extLst>
          </p:cNvPr>
          <p:cNvSpPr>
            <a:spLocks noGrp="1"/>
          </p:cNvSpPr>
          <p:nvPr>
            <p:ph type="title"/>
          </p:nvPr>
        </p:nvSpPr>
        <p:spPr>
          <a:xfrm>
            <a:off x="347471" y="2395728"/>
            <a:ext cx="8226257" cy="2286000"/>
          </a:xfrm>
        </p:spPr>
        <p:txBody>
          <a:bodyPr/>
          <a:lstStyle/>
          <a:p>
            <a:r>
              <a:rPr lang="en-US" sz="7200">
                <a:latin typeface="Saol Display Light"/>
              </a:rPr>
              <a:t>APPENDIX</a:t>
            </a:r>
          </a:p>
        </p:txBody>
      </p:sp>
      <p:sp>
        <p:nvSpPr>
          <p:cNvPr id="3" name="Text Placeholder 2">
            <a:extLst>
              <a:ext uri="{FF2B5EF4-FFF2-40B4-BE49-F238E27FC236}">
                <a16:creationId xmlns:a16="http://schemas.microsoft.com/office/drawing/2014/main" id="{5F28975D-931E-3B07-492B-5113B06C1C5A}"/>
              </a:ext>
            </a:extLst>
          </p:cNvPr>
          <p:cNvSpPr>
            <a:spLocks noGrp="1"/>
          </p:cNvSpPr>
          <p:nvPr>
            <p:ph type="body" sz="quarter" idx="22"/>
          </p:nvPr>
        </p:nvSpPr>
        <p:spPr/>
        <p:txBody>
          <a:bodyPr/>
          <a:lstStyle/>
          <a:p>
            <a:r>
              <a:rPr lang="en-US"/>
              <a:t>FOUR SEASONS HOTELS AND RESORTS</a:t>
            </a:r>
          </a:p>
        </p:txBody>
      </p:sp>
    </p:spTree>
    <p:extLst>
      <p:ext uri="{BB962C8B-B14F-4D97-AF65-F5344CB8AC3E}">
        <p14:creationId xmlns:p14="http://schemas.microsoft.com/office/powerpoint/2010/main" val="3165683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C0476-C40E-6474-12B2-27B36C41F8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1BC2687-15A0-9BD4-77DF-8CAD3BF0774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F3D7C16E-A684-DD8A-F0A3-901E27E5CD27}"/>
              </a:ext>
            </a:extLst>
          </p:cNvPr>
          <p:cNvSpPr>
            <a:spLocks noGrp="1"/>
          </p:cNvSpPr>
          <p:nvPr>
            <p:ph type="title"/>
          </p:nvPr>
        </p:nvSpPr>
        <p:spPr/>
        <p:txBody>
          <a:bodyPr/>
          <a:lstStyle/>
          <a:p>
            <a:r>
              <a:rPr lang="en-US">
                <a:latin typeface="Saol Display light" panose="00000400000000000000"/>
              </a:rPr>
              <a:t>LOB % CONTRIBUTION</a:t>
            </a:r>
            <a:endParaRPr lang="en-US" i="1"/>
          </a:p>
        </p:txBody>
      </p:sp>
      <p:sp>
        <p:nvSpPr>
          <p:cNvPr id="6" name="Text Placeholder 5">
            <a:extLst>
              <a:ext uri="{FF2B5EF4-FFF2-40B4-BE49-F238E27FC236}">
                <a16:creationId xmlns:a16="http://schemas.microsoft.com/office/drawing/2014/main" id="{C7343973-7417-49E8-FE26-804CCB6B2CA7}"/>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EF2D5849-8084-F3FB-9C26-4C199ACA1FB0}"/>
              </a:ext>
            </a:extLst>
          </p:cNvPr>
          <p:cNvSpPr>
            <a:spLocks noGrp="1"/>
          </p:cNvSpPr>
          <p:nvPr>
            <p:ph type="body" sz="quarter" idx="26"/>
          </p:nvPr>
        </p:nvSpPr>
        <p:spPr>
          <a:xfrm>
            <a:off x="348299" y="1035119"/>
            <a:ext cx="11164824" cy="391908"/>
          </a:xfrm>
        </p:spPr>
        <p:txBody>
          <a:bodyPr/>
          <a:lstStyle/>
          <a:p>
            <a:r>
              <a:rPr lang="en-US" sz="1200">
                <a:solidFill>
                  <a:srgbClr val="3D441E"/>
                </a:solidFill>
              </a:rPr>
              <a:t>YTD JULY 2026</a:t>
            </a:r>
          </a:p>
        </p:txBody>
      </p:sp>
      <p:graphicFrame>
        <p:nvGraphicFramePr>
          <p:cNvPr id="15" name="Table 14">
            <a:extLst>
              <a:ext uri="{FF2B5EF4-FFF2-40B4-BE49-F238E27FC236}">
                <a16:creationId xmlns:a16="http://schemas.microsoft.com/office/drawing/2014/main" id="{A3A28948-131B-1248-53EF-2AFBEB00F47F}"/>
              </a:ext>
            </a:extLst>
          </p:cNvPr>
          <p:cNvGraphicFramePr>
            <a:graphicFrameLocks noGrp="1"/>
          </p:cNvGraphicFramePr>
          <p:nvPr/>
        </p:nvGraphicFramePr>
        <p:xfrm>
          <a:off x="1644642" y="1427027"/>
          <a:ext cx="9636760" cy="4798787"/>
        </p:xfrm>
        <a:graphic>
          <a:graphicData uri="http://schemas.openxmlformats.org/drawingml/2006/table">
            <a:tbl>
              <a:tblPr firstRow="1" bandRow="1">
                <a:tableStyleId>{5C22544A-7EE6-4342-B048-85BDC9FD1C3A}</a:tableStyleId>
              </a:tblPr>
              <a:tblGrid>
                <a:gridCol w="4818380">
                  <a:extLst>
                    <a:ext uri="{9D8B030D-6E8A-4147-A177-3AD203B41FA5}">
                      <a16:colId xmlns:a16="http://schemas.microsoft.com/office/drawing/2014/main" val="4284974963"/>
                    </a:ext>
                  </a:extLst>
                </a:gridCol>
                <a:gridCol w="4818380">
                  <a:extLst>
                    <a:ext uri="{9D8B030D-6E8A-4147-A177-3AD203B41FA5}">
                      <a16:colId xmlns:a16="http://schemas.microsoft.com/office/drawing/2014/main" val="1908775568"/>
                    </a:ext>
                  </a:extLst>
                </a:gridCol>
              </a:tblGrid>
              <a:tr h="2421347">
                <a:tc>
                  <a:txBody>
                    <a:bodyPr/>
                    <a:lstStyle/>
                    <a:p>
                      <a:pPr marL="0" marR="0" lvl="0" indent="0" algn="r" defTabSz="914400" rtl="0" eaLnBrk="1" fontAlgn="auto" latinLnBrk="0" hangingPunct="1">
                        <a:lnSpc>
                          <a:spcPct val="100000"/>
                        </a:lnSpc>
                        <a:spcBef>
                          <a:spcPts val="600"/>
                        </a:spcBef>
                        <a:spcAft>
                          <a:spcPts val="0"/>
                        </a:spcAft>
                        <a:buClrTx/>
                        <a:buSzTx/>
                        <a:buFontTx/>
                        <a:buNone/>
                        <a:tabLst/>
                        <a:defRPr/>
                      </a:pPr>
                      <a:r>
                        <a:rPr lang="en-US" sz="1200" b="0" i="0" kern="1200">
                          <a:solidFill>
                            <a:schemeClr val="accent1"/>
                          </a:solidFill>
                          <a:latin typeface="+mj-lt"/>
                          <a:ea typeface="+mn-ea"/>
                          <a:cs typeface="+mn-cs"/>
                        </a:rPr>
                        <a:t>LOB % of SOV</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July</a:t>
                      </a:r>
                    </a:p>
                    <a:p>
                      <a:pPr algn="r">
                        <a:spcBef>
                          <a:spcPts val="600"/>
                        </a:spcBef>
                      </a:pPr>
                      <a:endParaRPr lang="en-US" sz="1200" b="0" i="1">
                        <a:solidFill>
                          <a:schemeClr val="accent1"/>
                        </a:solidFill>
                        <a:latin typeface="+mj-lt"/>
                      </a:endParaRPr>
                    </a:p>
                  </a:txBody>
                  <a:tcPr marR="182880">
                    <a:lnL w="6350" cap="flat" cmpd="sng" algn="ctr">
                      <a:noFill/>
                      <a:prstDash val="solid"/>
                      <a:round/>
                      <a:headEnd type="none" w="med" len="med"/>
                      <a:tailEnd type="none" w="med" len="med"/>
                    </a:lnL>
                    <a:lnR w="6350" cap="flat" cmpd="sng" algn="ctr">
                      <a:solidFill>
                        <a:schemeClr val="tx1">
                          <a:lumMod val="25000"/>
                          <a:lumOff val="7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lumMod val="25000"/>
                          <a:lumOff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spcBef>
                          <a:spcPts val="600"/>
                        </a:spcBef>
                      </a:pPr>
                      <a:r>
                        <a:rPr lang="en-US" sz="1200" b="0" i="0">
                          <a:solidFill>
                            <a:schemeClr val="accent1"/>
                          </a:solidFill>
                          <a:latin typeface="+mj-lt"/>
                        </a:rPr>
                        <a:t>LOB % of SOV</a:t>
                      </a:r>
                      <a:br>
                        <a:rPr lang="en-US" sz="1200" b="0" i="0">
                          <a:solidFill>
                            <a:srgbClr val="175252"/>
                          </a:solidFill>
                          <a:latin typeface="+mj-lt"/>
                        </a:rPr>
                      </a:br>
                      <a:r>
                        <a:rPr lang="en-US" sz="1200" b="0" i="0">
                          <a:solidFill>
                            <a:schemeClr val="accent1"/>
                          </a:solidFill>
                          <a:latin typeface="+mj-lt"/>
                        </a:rPr>
                        <a:t>YTD</a:t>
                      </a:r>
                      <a:endParaRPr lang="en-US" sz="1200" b="0" i="1">
                        <a:solidFill>
                          <a:schemeClr val="accent1"/>
                        </a:solidFill>
                        <a:latin typeface="+mj-lt"/>
                      </a:endParaRPr>
                    </a:p>
                  </a:txBody>
                  <a:tcPr marR="182880">
                    <a:lnL w="6350" cap="flat" cmpd="sng" algn="ctr">
                      <a:solidFill>
                        <a:schemeClr val="tx1">
                          <a:lumMod val="25000"/>
                          <a:lumOff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lumMod val="25000"/>
                          <a:lumOff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0252056"/>
                  </a:ext>
                </a:extLst>
              </a:tr>
              <a:tr h="2377440">
                <a:tc>
                  <a:txBody>
                    <a:bodyPr/>
                    <a:lstStyle/>
                    <a:p>
                      <a:pPr marL="0" marR="0" lvl="0" indent="0" algn="r" defTabSz="914400" rtl="0" eaLnBrk="1" fontAlgn="auto" latinLnBrk="0" hangingPunct="1">
                        <a:lnSpc>
                          <a:spcPct val="100000"/>
                        </a:lnSpc>
                        <a:spcBef>
                          <a:spcPts val="600"/>
                        </a:spcBef>
                        <a:spcAft>
                          <a:spcPts val="0"/>
                        </a:spcAft>
                        <a:buClrTx/>
                        <a:buSzTx/>
                        <a:buFontTx/>
                        <a:buNone/>
                        <a:tabLst/>
                        <a:defRPr/>
                      </a:pPr>
                      <a:r>
                        <a:rPr lang="en-US" sz="1200" b="0" i="0" kern="1200">
                          <a:solidFill>
                            <a:schemeClr val="accent1"/>
                          </a:solidFill>
                          <a:latin typeface="+mj-lt"/>
                          <a:ea typeface="+mn-ea"/>
                          <a:cs typeface="+mn-cs"/>
                        </a:rPr>
                        <a:t>LOB % of SOP</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July</a:t>
                      </a:r>
                    </a:p>
                    <a:p>
                      <a:pPr algn="r">
                        <a:spcBef>
                          <a:spcPts val="600"/>
                        </a:spcBef>
                      </a:pPr>
                      <a:endParaRPr lang="en-US" sz="1200" b="0" i="1">
                        <a:solidFill>
                          <a:schemeClr val="accent1"/>
                        </a:solidFill>
                        <a:latin typeface="+mj-lt"/>
                      </a:endParaRPr>
                    </a:p>
                  </a:txBody>
                  <a:tcPr marR="182880">
                    <a:lnL w="6350" cap="flat" cmpd="sng" algn="ctr">
                      <a:noFill/>
                      <a:prstDash val="solid"/>
                      <a:round/>
                      <a:headEnd type="none" w="med" len="med"/>
                      <a:tailEnd type="none" w="med" len="med"/>
                    </a:lnL>
                    <a:lnR w="6350" cap="flat" cmpd="sng" algn="ctr">
                      <a:solidFill>
                        <a:schemeClr val="tx1">
                          <a:lumMod val="25000"/>
                          <a:lumOff val="75000"/>
                        </a:schemeClr>
                      </a:solidFill>
                      <a:prstDash val="solid"/>
                      <a:round/>
                      <a:headEnd type="none" w="med" len="med"/>
                      <a:tailEnd type="none" w="med" len="med"/>
                    </a:lnR>
                    <a:lnT w="6350" cap="flat" cmpd="sng" algn="ctr">
                      <a:solidFill>
                        <a:schemeClr val="tx1">
                          <a:lumMod val="25000"/>
                          <a:lumOff val="75000"/>
                        </a:schemeClr>
                      </a:solid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spcBef>
                          <a:spcPts val="600"/>
                        </a:spcBef>
                      </a:pPr>
                      <a:r>
                        <a:rPr lang="en-US" sz="1200" b="0" i="0" kern="1200">
                          <a:solidFill>
                            <a:schemeClr val="accent1"/>
                          </a:solidFill>
                          <a:latin typeface="+mj-lt"/>
                          <a:ea typeface="+mn-ea"/>
                          <a:cs typeface="+mn-cs"/>
                        </a:rPr>
                        <a:t>LOB % of SOP</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YTD</a:t>
                      </a:r>
                      <a:endParaRPr lang="en-US" sz="1000" b="0" i="1">
                        <a:solidFill>
                          <a:schemeClr val="accent1"/>
                        </a:solidFill>
                        <a:latin typeface="+mj-lt"/>
                      </a:endParaRPr>
                    </a:p>
                  </a:txBody>
                  <a:tcPr marR="182880">
                    <a:lnL w="6350" cap="flat" cmpd="sng" algn="ctr">
                      <a:solidFill>
                        <a:schemeClr val="tx1">
                          <a:lumMod val="25000"/>
                          <a:lumOff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lumMod val="25000"/>
                          <a:lumOff val="75000"/>
                        </a:schemeClr>
                      </a:solid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0759130"/>
                  </a:ext>
                </a:extLst>
              </a:tr>
            </a:tbl>
          </a:graphicData>
        </a:graphic>
      </p:graphicFrame>
      <p:sp>
        <p:nvSpPr>
          <p:cNvPr id="16" name="Title 8x9506">
            <a:extLst>
              <a:ext uri="{FF2B5EF4-FFF2-40B4-BE49-F238E27FC236}">
                <a16:creationId xmlns:a16="http://schemas.microsoft.com/office/drawing/2014/main" id="{F410968C-0C82-0932-F3F6-088D88E38BB0}"/>
              </a:ext>
            </a:extLst>
          </p:cNvPr>
          <p:cNvSpPr txBox="1">
            <a:spLocks/>
          </p:cNvSpPr>
          <p:nvPr/>
        </p:nvSpPr>
        <p:spPr>
          <a:xfrm>
            <a:off x="117425" y="1509757"/>
            <a:ext cx="1280160"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b="0" i="0" kern="1200" spc="0" baseline="0">
                <a:solidFill>
                  <a:schemeClr val="accent1"/>
                </a:solidFill>
                <a:latin typeface="+mj-lt"/>
                <a:ea typeface="Baskerville" panose="02020502070401020303" pitchFamily="18" charset="0"/>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400" b="1" i="0" u="none" strike="noStrike" kern="1200" cap="none" spc="0" normalizeH="0" baseline="0" noProof="0">
                <a:ln>
                  <a:noFill/>
                </a:ln>
                <a:solidFill>
                  <a:srgbClr val="3D441E"/>
                </a:solidFill>
                <a:effectLst/>
                <a:uLnTx/>
                <a:uFillTx/>
                <a:latin typeface="Helvetica Neue"/>
                <a:cs typeface="+mj-cs"/>
              </a:rPr>
              <a:t>SHARE OF VOICE</a:t>
            </a:r>
          </a:p>
        </p:txBody>
      </p:sp>
      <p:sp>
        <p:nvSpPr>
          <p:cNvPr id="17" name="Title 8x6340">
            <a:extLst>
              <a:ext uri="{FF2B5EF4-FFF2-40B4-BE49-F238E27FC236}">
                <a16:creationId xmlns:a16="http://schemas.microsoft.com/office/drawing/2014/main" id="{8464529B-314A-7EF1-3504-95C8EA905E24}"/>
              </a:ext>
            </a:extLst>
          </p:cNvPr>
          <p:cNvSpPr txBox="1">
            <a:spLocks/>
          </p:cNvSpPr>
          <p:nvPr/>
        </p:nvSpPr>
        <p:spPr>
          <a:xfrm>
            <a:off x="117425" y="4068750"/>
            <a:ext cx="1280160"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b="0" i="0" kern="1200" spc="0" baseline="0">
                <a:solidFill>
                  <a:schemeClr val="accent1"/>
                </a:solidFill>
                <a:latin typeface="+mj-lt"/>
                <a:ea typeface="Baskerville" panose="02020502070401020303" pitchFamily="18" charset="0"/>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400" b="1" i="0" u="none" strike="noStrike" kern="1200" cap="none" spc="0" normalizeH="0" baseline="0" noProof="0">
                <a:ln>
                  <a:noFill/>
                </a:ln>
                <a:solidFill>
                  <a:srgbClr val="3D441E"/>
                </a:solidFill>
                <a:effectLst/>
                <a:uLnTx/>
                <a:uFillTx/>
                <a:latin typeface="Helvetica Neue"/>
                <a:cs typeface="+mj-cs"/>
              </a:rPr>
              <a:t>SHARE OF PROMINENCE</a:t>
            </a:r>
          </a:p>
        </p:txBody>
      </p:sp>
      <p:sp>
        <p:nvSpPr>
          <p:cNvPr id="10" name="Content Placeholder 8">
            <a:extLst>
              <a:ext uri="{FF2B5EF4-FFF2-40B4-BE49-F238E27FC236}">
                <a16:creationId xmlns:a16="http://schemas.microsoft.com/office/drawing/2014/main" id="{DA0E8BFF-AE2F-B187-BE28-478E448F25C5}"/>
              </a:ext>
            </a:extLst>
          </p:cNvPr>
          <p:cNvSpPr txBox="1">
            <a:spLocks/>
          </p:cNvSpPr>
          <p:nvPr/>
        </p:nvSpPr>
        <p:spPr>
          <a:xfrm>
            <a:off x="334509" y="6335245"/>
            <a:ext cx="10883900"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*Private Residential and Four Seasons Yachts encompass smaller product inventories targeted to niche media verticals, hence lower coverage volumes and greater MoM variances.</a:t>
            </a: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**Retail is targeted to niche media verticals and coverage is currently limited to the US market only, hence a significantly lower coverage volume is expected by comparison, along with greater MoM variances</a:t>
            </a:r>
          </a:p>
        </p:txBody>
      </p:sp>
      <p:graphicFrame>
        <p:nvGraphicFramePr>
          <p:cNvPr id="11" name="Chart 10">
            <a:extLst>
              <a:ext uri="{FF2B5EF4-FFF2-40B4-BE49-F238E27FC236}">
                <a16:creationId xmlns:a16="http://schemas.microsoft.com/office/drawing/2014/main" id="{8EEBDBA8-D3DC-FDA8-E352-C16170F1BFD9}"/>
              </a:ext>
            </a:extLst>
          </p:cNvPr>
          <p:cNvGraphicFramePr>
            <a:graphicFrameLocks noChangeAspect="1"/>
          </p:cNvGraphicFramePr>
          <p:nvPr/>
        </p:nvGraphicFramePr>
        <p:xfrm>
          <a:off x="6477135" y="1449108"/>
          <a:ext cx="5030468" cy="231625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a:extLst>
              <a:ext uri="{FF2B5EF4-FFF2-40B4-BE49-F238E27FC236}">
                <a16:creationId xmlns:a16="http://schemas.microsoft.com/office/drawing/2014/main" id="{9546562B-2C3E-668E-2DE6-7BC18AC30097}"/>
              </a:ext>
            </a:extLst>
          </p:cNvPr>
          <p:cNvGraphicFramePr>
            <a:graphicFrameLocks noChangeAspect="1"/>
          </p:cNvGraphicFramePr>
          <p:nvPr/>
        </p:nvGraphicFramePr>
        <p:xfrm>
          <a:off x="6537127" y="3964085"/>
          <a:ext cx="5030468" cy="231625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4">
            <a:extLst>
              <a:ext uri="{FF2B5EF4-FFF2-40B4-BE49-F238E27FC236}">
                <a16:creationId xmlns:a16="http://schemas.microsoft.com/office/drawing/2014/main" id="{47D9329F-6C4A-E0AB-DAA4-6B46054C952B}"/>
              </a:ext>
            </a:extLst>
          </p:cNvPr>
          <p:cNvGraphicFramePr>
            <a:graphicFrameLocks noChangeAspect="1"/>
          </p:cNvGraphicFramePr>
          <p:nvPr/>
        </p:nvGraphicFramePr>
        <p:xfrm>
          <a:off x="1410117" y="1455685"/>
          <a:ext cx="5030468" cy="231625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7">
            <a:extLst>
              <a:ext uri="{FF2B5EF4-FFF2-40B4-BE49-F238E27FC236}">
                <a16:creationId xmlns:a16="http://schemas.microsoft.com/office/drawing/2014/main" id="{352A68FA-61D3-FA47-FA4D-65FDAFFA4996}"/>
              </a:ext>
            </a:extLst>
          </p:cNvPr>
          <p:cNvGraphicFramePr>
            <a:graphicFrameLocks noChangeAspect="1"/>
          </p:cNvGraphicFramePr>
          <p:nvPr/>
        </p:nvGraphicFramePr>
        <p:xfrm>
          <a:off x="1410117" y="3865445"/>
          <a:ext cx="5030468" cy="231625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1975617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XCLUDEHIDDENSLIDES" val="False"/>
  <p:tag name="NUMBEROFPAGES" val="19"/>
</p:tagLst>
</file>

<file path=ppt/theme/theme1.xml><?xml version="1.0" encoding="utf-8"?>
<a:theme xmlns:a="http://schemas.openxmlformats.org/drawingml/2006/main" name="1_Four Seasons Slide Master">
  <a:themeElements>
    <a:clrScheme name="Four Seasons">
      <a:dk1>
        <a:srgbClr val="0A0A0A"/>
      </a:dk1>
      <a:lt1>
        <a:srgbClr val="FFFFFF"/>
      </a:lt1>
      <a:dk2>
        <a:srgbClr val="374156"/>
      </a:dk2>
      <a:lt2>
        <a:srgbClr val="FFFFFF"/>
      </a:lt2>
      <a:accent1>
        <a:srgbClr val="175252"/>
      </a:accent1>
      <a:accent2>
        <a:srgbClr val="F2F5D1"/>
      </a:accent2>
      <a:accent3>
        <a:srgbClr val="DFF3FB"/>
      </a:accent3>
      <a:accent4>
        <a:srgbClr val="DC4827"/>
      </a:accent4>
      <a:accent5>
        <a:srgbClr val="0F587C"/>
      </a:accent5>
      <a:accent6>
        <a:srgbClr val="FDF2F7"/>
      </a:accent6>
      <a:hlink>
        <a:srgbClr val="848484"/>
      </a:hlink>
      <a:folHlink>
        <a:srgbClr val="0F587C"/>
      </a:folHlink>
    </a:clrScheme>
    <a:fontScheme name="Four Seasons">
      <a:majorFont>
        <a:latin typeface="Saol Display Regular"/>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Brand Colours">
      <a:dk1>
        <a:srgbClr val="000000"/>
      </a:dk1>
      <a:lt1>
        <a:srgbClr val="FFFFFF"/>
      </a:lt1>
      <a:dk2>
        <a:srgbClr val="3C441E"/>
      </a:dk2>
      <a:lt2>
        <a:srgbClr val="E8E6E6"/>
      </a:lt2>
      <a:accent1>
        <a:srgbClr val="3C441E"/>
      </a:accent1>
      <a:accent2>
        <a:srgbClr val="CBC3BC"/>
      </a:accent2>
      <a:accent3>
        <a:srgbClr val="FFFBF8"/>
      </a:accent3>
      <a:accent4>
        <a:srgbClr val="D3B59E"/>
      </a:accent4>
      <a:accent5>
        <a:srgbClr val="B6533E"/>
      </a:accent5>
      <a:accent6>
        <a:srgbClr val="3C441E"/>
      </a:accent6>
      <a:hlink>
        <a:srgbClr val="3C441E"/>
      </a:hlink>
      <a:folHlink>
        <a:srgbClr val="3C441E"/>
      </a:folHlink>
    </a:clrScheme>
    <a:fontScheme name="Four Seasons - 2026">
      <a:majorFont>
        <a:latin typeface="Saol Display Light"/>
        <a:ea typeface=""/>
        <a:cs typeface=""/>
      </a:majorFont>
      <a:minorFont>
        <a:latin typeface="Helvetica Neu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0" tIns="45720" rIns="90000" bIns="45720" numCol="1" spcCol="720000" rtlCol="0" anchor="t">
        <a:noAutofit/>
      </a:bodyPr>
      <a:lstStyle>
        <a:defPPr algn="l">
          <a:lnSpc>
            <a:spcPts val="1100"/>
          </a:lnSpc>
          <a:defRPr sz="800" kern="1100" spc="-10" dirty="0" smtClean="0">
            <a:latin typeface="Helvetica Neue Medium" panose="02000503000000020004" pitchFamily="2" charset="0"/>
            <a:ea typeface="Helvetica Neue Medium" panose="02000503000000020004" pitchFamily="2" charset="0"/>
            <a:cs typeface="Helvetica Neue Medium"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69fc76cd-75bc-43fc-92a8-d7c4c19d6873" xsi:nil="true"/>
    <lcf76f155ced4ddcb4097134ff3c332f xmlns="ffc801ff-5a17-4527-849c-203a022eeed7">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64282A461EE7347B68E9297DFD0140C" ma:contentTypeVersion="9" ma:contentTypeDescription="Create a new document." ma:contentTypeScope="" ma:versionID="fd9a363bcb27e0c3648e06eb7b6e0425">
  <xsd:schema xmlns:xsd="http://www.w3.org/2001/XMLSchema" xmlns:xs="http://www.w3.org/2001/XMLSchema" xmlns:p="http://schemas.microsoft.com/office/2006/metadata/properties" xmlns:ns2="ffc801ff-5a17-4527-849c-203a022eeed7" xmlns:ns3="69fc76cd-75bc-43fc-92a8-d7c4c19d6873" targetNamespace="http://schemas.microsoft.com/office/2006/metadata/properties" ma:root="true" ma:fieldsID="fc490454cc70d5b61d5d5200f358501b" ns2:_="" ns3:_="">
    <xsd:import namespace="ffc801ff-5a17-4527-849c-203a022eeed7"/>
    <xsd:import namespace="69fc76cd-75bc-43fc-92a8-d7c4c19d687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c801ff-5a17-4527-849c-203a022eee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9b09575-d76b-43dd-9bd8-596ae673ba3d"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9fc76cd-75bc-43fc-92a8-d7c4c19d687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8d1f33a1-77bf-4225-9701-e0877e18b696}" ma:internalName="TaxCatchAll" ma:showField="CatchAllData" ma:web="69fc76cd-75bc-43fc-92a8-d7c4c19d687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E8A52EF-D771-45BD-A407-49B6CC51B044}">
  <ds:schemaRefs>
    <ds:schemaRef ds:uri="http://schemas.microsoft.com/sharepoint/v3/contenttype/forms"/>
  </ds:schemaRefs>
</ds:datastoreItem>
</file>

<file path=customXml/itemProps2.xml><?xml version="1.0" encoding="utf-8"?>
<ds:datastoreItem xmlns:ds="http://schemas.openxmlformats.org/officeDocument/2006/customXml" ds:itemID="{6F017F20-04AB-401E-B639-654A81AFBAD8}">
  <ds:schemaRefs>
    <ds:schemaRef ds:uri="http://schemas.microsoft.com/office/2006/documentManagement/types"/>
    <ds:schemaRef ds:uri="ffc801ff-5a17-4527-849c-203a022eeed7"/>
    <ds:schemaRef ds:uri="http://www.w3.org/XML/1998/namespace"/>
    <ds:schemaRef ds:uri="http://schemas.microsoft.com/office/infopath/2007/PartnerControls"/>
    <ds:schemaRef ds:uri="http://purl.org/dc/elements/1.1/"/>
    <ds:schemaRef ds:uri="http://purl.org/dc/dcmitype/"/>
    <ds:schemaRef ds:uri="http://schemas.microsoft.com/office/2006/metadata/properties"/>
    <ds:schemaRef ds:uri="http://purl.org/dc/terms/"/>
    <ds:schemaRef ds:uri="http://schemas.openxmlformats.org/package/2006/metadata/core-properties"/>
    <ds:schemaRef ds:uri="69fc76cd-75bc-43fc-92a8-d7c4c19d6873"/>
  </ds:schemaRefs>
</ds:datastoreItem>
</file>

<file path=customXml/itemProps3.xml><?xml version="1.0" encoding="utf-8"?>
<ds:datastoreItem xmlns:ds="http://schemas.openxmlformats.org/officeDocument/2006/customXml" ds:itemID="{B91EC111-AAD1-4D6A-993E-3FB535DA416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c801ff-5a17-4527-849c-203a022eeed7"/>
    <ds:schemaRef ds:uri="69fc76cd-75bc-43fc-92a8-d7c4c19d687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824bfb3-918e-43c2-bb1c-dcc1ba40a82b}" enabled="0" method="" siteId="{b824bfb3-918e-43c2-bb1c-dcc1ba40a82b}" removed="1"/>
</clbl:labelList>
</file>

<file path=docProps/app.xml><?xml version="1.0" encoding="utf-8"?>
<Properties xmlns="http://schemas.openxmlformats.org/officeDocument/2006/extended-properties" xmlns:vt="http://schemas.openxmlformats.org/officeDocument/2006/docPropsVTypes">
  <Template/>
  <TotalTime>294</TotalTime>
  <Words>4312</Words>
  <Application>Microsoft Office PowerPoint</Application>
  <PresentationFormat>Widescreen</PresentationFormat>
  <Paragraphs>526</Paragraphs>
  <Slides>18</Slides>
  <Notes>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18</vt:i4>
      </vt:variant>
    </vt:vector>
  </HeadingPairs>
  <TitlesOfParts>
    <vt:vector size="30" baseType="lpstr">
      <vt:lpstr>Arial</vt:lpstr>
      <vt:lpstr>Baskerville</vt:lpstr>
      <vt:lpstr>Calibri</vt:lpstr>
      <vt:lpstr>Century Gothic</vt:lpstr>
      <vt:lpstr>Helvetica Neue</vt:lpstr>
      <vt:lpstr>Helvetica Neue Medium</vt:lpstr>
      <vt:lpstr>Saol Display light</vt:lpstr>
      <vt:lpstr>Saol Display light</vt:lpstr>
      <vt:lpstr>Saol Display Regular</vt:lpstr>
      <vt:lpstr>Wingdings</vt:lpstr>
      <vt:lpstr>1_Four Seasons Slide Master</vt:lpstr>
      <vt:lpstr>Office Theme</vt:lpstr>
      <vt:lpstr>FOUR SEASONS  YACHTS</vt:lpstr>
      <vt:lpstr>OVERVIEW</vt:lpstr>
      <vt:lpstr>SOV/P OVERVIEW</vt:lpstr>
      <vt:lpstr>PowerPoint Presentation</vt:lpstr>
      <vt:lpstr>GLOBAL REPORT</vt:lpstr>
      <vt:lpstr>YACHTS- GLOBAL</vt:lpstr>
      <vt:lpstr>SOV/P OVER TIME – GLOBAL </vt:lpstr>
      <vt:lpstr>PROMINENCE FACTOR OVERVIEW – GLOBAL</vt:lpstr>
      <vt:lpstr>PROMINENCE FACTOR OVERVIEW – GLOBAL</vt:lpstr>
      <vt:lpstr>SHARE OF VOICE &amp; PROMINENCE: REGIONAL BREAKOUTS</vt:lpstr>
      <vt:lpstr>AMERICAS</vt:lpstr>
      <vt:lpstr>YACHTS - AMERICAS </vt:lpstr>
      <vt:lpstr>EMEA</vt:lpstr>
      <vt:lpstr>YACHTS - EMEA</vt:lpstr>
      <vt:lpstr>APAC</vt:lpstr>
      <vt:lpstr>YACHTS - APAC (MULTICHANNEL INSIGHTS)  </vt:lpstr>
      <vt:lpstr>APPENDIX</vt:lpstr>
      <vt:lpstr>LOB % CONTRIBUTION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Otto, Maria</dc:creator>
  <cp:lastModifiedBy>Hernández Dodino, Camilo</cp:lastModifiedBy>
  <cp:revision>3</cp:revision>
  <dcterms:created xsi:type="dcterms:W3CDTF">2020-07-21T16:54:36Z</dcterms:created>
  <dcterms:modified xsi:type="dcterms:W3CDTF">2026-09-08T14:04:14Z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0x010100864282A461EE7347B68E9297DFD0140C</vt:lpwstr>
  </property>
  <property fmtid="{D5CDD505-2E9C-101B-9397-08002B2CF9AE}" pid="3" name="MediaServiceImageTags">
    <vt:lpwstr/>
  </property>
  <property fmtid="{D5CDD505-2E9C-101B-9397-08002B2CF9AE}" pid="4" name="Order">
    <vt:r8>21200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