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2.xml" ContentType="application/vnd.openxmlformats-officedocument.drawingml.chartshape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3.xml" ContentType="application/vnd.openxmlformats-officedocument.drawingml.chartshapes+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drawings/drawing4.xml" ContentType="application/vnd.openxmlformats-officedocument.drawingml.chartshapes+xml"/>
  <Override PartName="/ppt/notesSlides/notesSlide3.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drawings/drawing5.xml" ContentType="application/vnd.openxmlformats-officedocument.drawingml.chartshapes+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drawings/drawing6.xml" ContentType="application/vnd.openxmlformats-officedocument.drawingml.chartshapes+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drawings/drawing7.xml" ContentType="application/vnd.openxmlformats-officedocument.drawingml.chartshapes+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drawings/drawing8.xml" ContentType="application/vnd.openxmlformats-officedocument.drawingml.chartshapes+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90" r:id="rId4"/>
    <p:sldMasterId id="2147484480" r:id="rId5"/>
  </p:sldMasterIdLst>
  <p:notesMasterIdLst>
    <p:notesMasterId r:id="rId24"/>
  </p:notesMasterIdLst>
  <p:handoutMasterIdLst>
    <p:handoutMasterId r:id="rId25"/>
  </p:handoutMasterIdLst>
  <p:sldIdLst>
    <p:sldId id="343" r:id="rId6"/>
    <p:sldId id="341" r:id="rId7"/>
    <p:sldId id="2147474814" r:id="rId8"/>
    <p:sldId id="2147474815" r:id="rId9"/>
    <p:sldId id="424" r:id="rId10"/>
    <p:sldId id="2147483117" r:id="rId11"/>
    <p:sldId id="2147483116" r:id="rId12"/>
    <p:sldId id="2147483123" r:id="rId13"/>
    <p:sldId id="2147483124" r:id="rId14"/>
    <p:sldId id="2147483125" r:id="rId15"/>
    <p:sldId id="2147483126" r:id="rId16"/>
    <p:sldId id="2147483127" r:id="rId17"/>
    <p:sldId id="2147483128" r:id="rId18"/>
    <p:sldId id="2147483129" r:id="rId19"/>
    <p:sldId id="2147483130" r:id="rId20"/>
    <p:sldId id="2147483131" r:id="rId21"/>
    <p:sldId id="2147483134" r:id="rId22"/>
    <p:sldId id="2147483137" r:id="rId23"/>
  </p:sldIdLst>
  <p:sldSz cx="12192000" cy="6858000"/>
  <p:notesSz cx="6858000" cy="9144000"/>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A0C1B02-2870-0712-4D4D-5FA48EB0D0D4}" name="Boles, Nicholas" initials="" userId="S::Nicholas.Boles@edelmanDXI.com::67b85d5b-6ee9-4f28-926d-e00d68086393" providerId="AD"/>
  <p188:author id="{CDC02D03-FDAA-44E4-A25F-A4A906C61E22}" name="Xiong, Elvira" initials="EX" userId="S::Elvira.Xiong@edelman.com::c039a55b-5a50-4cca-9c2c-d9abfaeba737" providerId="AD"/>
  <p188:author id="{8539C206-1E1A-ADCD-A8A8-9BFAEC87CA39}" name="Caldwell, Shonna" initials="SC" userId="S::Shonna.Caldwell@edelman.com::fdd85c66-e4c8-4432-bf5a-61db2b1c9976" providerId="AD"/>
  <p188:author id="{0CF75D07-EF18-6113-BEF7-A8BDD38DB2A4}" name="Lobocchiaro, Jessie" initials="LJ" userId="S::Jessie.Lobocchiaro@edelmandxi.com::fb4c87c1-7ab1-436f-a09b-c854b9cd311d" providerId="AD"/>
  <p188:author id="{4A77AA07-4D3E-02BA-61A7-48ED073852F2}" name="Zeng, Alyssa" initials="ZA" userId="S::alyssa.zeng@edelmandxi.com::33ef1cb9-b1c8-447f-aeb2-cc097b49e23d" providerId="AD"/>
  <p188:author id="{89F3B314-E8AC-0FDE-76DB-A9BE9686788A}" name="Bury, Laurel" initials="BL" userId="S::laurel.bury@edelman.com::bca0aa52-d991-432b-ad60-3084b8c164e9" providerId="AD"/>
  <p188:author id="{F4E9C618-D526-DE60-20FE-BF2386AE61F6}" name="Koblawi, Reem" initials="KR" userId="S::Reem.Koblawi@edelmandxi.com::36a4c7dd-01f7-4165-a691-9c17f8c94d11" providerId="AD"/>
  <p188:author id="{926CD228-0049-E0AE-46C2-ED6546443601}" name="Caldwell, Shonna" initials="CS" userId="S::shonna.caldwell@edelman.com::fdd85c66-e4c8-4432-bf5a-61db2b1c9976" providerId="AD"/>
  <p188:author id="{A943832B-0E09-4CF9-E0A9-B322427076E8}" name="Ben Murchison" initials="BM" userId="S::ben.murchison@fourseasons.com::f7268f5f-d910-4fc0-9040-f7e8c23597c5" providerId="AD"/>
  <p188:author id="{1DF58032-F2BB-0435-B571-59BF8D2C9892}" name="Lynn Chen" initials="LC" userId="S::Lynn.Chen@EdelmanDXI.com::142fa183-7d2d-402e-86b8-8661a9c7f576" providerId="AD"/>
  <p188:author id="{C701FB33-E709-920F-7922-5872D39A7EAB}" name="Chen, Lynn" initials="CL" userId="S::lynn.chen@edelmandxi.com::142fa183-7d2d-402e-86b8-8661a9c7f576" providerId="AD"/>
  <p188:author id="{BC260E3D-48D1-D5A9-65B1-08D4D5FD7CDD}" name="Gushev, Carli" initials="" userId="S::Carli.Gushev@edelmandxi.com::27ebdf2e-6d9f-4d4a-a6bd-6195dbbfb3e8" providerId="AD"/>
  <p188:author id="{348F3A3F-E4B5-D8C2-53D3-BECE149F9EBC}" name="Bhagwat, Darvin" initials="DB" userId="S::Darvin.Bhagwat@edelmandxi.com::c80ec2e9-8776-44e9-a834-891c68b32912" providerId="AD"/>
  <p188:author id="{C0489B41-BBA6-8E07-3141-2EC91B208EBA}" name="Bhol, Sampurna" initials="SB" userId="S::Sampurna.Bhol@edelmandxi.com::b3dd68b1-80a1-4c98-b6e4-3de0145e63c2" providerId="AD"/>
  <p188:author id="{C0AECF42-C76E-BC70-699F-5E83C1EF3C6F}" name="Gonzalez, Megan" initials="" userId="S::Megan.Gonzalez@EdelmanDXI.com::8f889142-9dcf-47e0-9682-c0075b293fab" providerId="AD"/>
  <p188:author id="{22CE8049-BD1C-2475-75D0-CF8C7E7ED0D2}" name="Caldwell, Shonna" initials="CS" userId="S::shonna.caldwell@edelmandxi.com::fdd85c66-e4c8-4432-bf5a-61db2b1c9976" providerId="AD"/>
  <p188:author id="{779C9249-C7E8-2DC0-F9BE-BBF434E98359}" name="Jaco, Camila" initials="JC" userId="S::camila.jaco@edelmandxi.com::8b4dbade-b5e0-4699-927e-ed08bfa7e78d" providerId="AD"/>
  <p188:author id="{102A5551-5BA2-65C9-A805-1487A2D718E5}" name="Cheema, Gurleen" initials="" userId="S::Gurleen.Cheema@EdelmanDXI.com::61a28059-6260-403f-8537-b0b2b0803f62" providerId="AD"/>
  <p188:author id="{5E02BC59-AA91-2545-C384-FD2E83BB8DB4}" name="Li, Chenxi" initials="LC" userId="S::chenxi.li@edelmandxi.com::0a6721cc-95e7-4af5-8a57-13869d324482" providerId="AD"/>
  <p188:author id="{CD833B5F-22FE-FF1E-9B43-50D197948955}" name="Gushev, Carli" initials="GC" userId="S::carli.gushev@edelman.com::27ebdf2e-6d9f-4d4a-a6bd-6195dbbfb3e8" providerId="AD"/>
  <p188:author id="{A6446D6D-4AC3-47A6-25D4-341FEBADC876}" name="McLeod Macey, Jennifer" initials="JM" userId="S::Jennifer.Macey@edelmanDXI.com::db78666c-f72c-49bc-8d06-b6e4139e7621" providerId="AD"/>
  <p188:author id="{0E47C86D-471D-57FA-110C-B381C469B1B5}" name="Spoore, Megan" initials="SM" userId="S::megan.spoore@edelman.com::66b72efa-d13e-469a-a8b7-c4cf309df527" providerId="AD"/>
  <p188:author id="{C2980673-62C0-A735-8FA1-13302BFDAAD6}" name="Naidu, Harika" initials="HN" userId="S::Harika.Naidu@EdelmanDXI.com::473506c5-467b-44d0-8c6a-f99140f8678b" providerId="AD"/>
  <p188:author id="{D1FDF175-1EB4-3407-904B-46D8BF98BB29}" name="Paras, Laarni" initials="PL" userId="S::Laarni.Paras@edelmanDXI.com::c020ad32-de67-4c8e-a094-247f07466fa1" providerId="AD"/>
  <p188:author id="{5D7CDB7C-4D9C-7DB1-CD36-C8ED714D697F}" name="Caldwell, Shonna" initials="SC" userId="S::Shonna.Caldwell@edelmandxi.com::fdd85c66-e4c8-4432-bf5a-61db2b1c9976" providerId="AD"/>
  <p188:author id="{065C8490-3406-6B62-2374-F5DBF5653835}" name="MacLagger, Hannah" initials="HM" userId="S::Hannah.Maclagger@edelmanDXI.com::90150e06-5eb0-4674-960f-62eae634952c" providerId="AD"/>
  <p188:author id="{20E64793-613D-B2DF-E25C-004A8C26FD87}" name="Spoore, Megan" initials="MS" userId="S::Megan.Spoore@edelman.com::66b72efa-d13e-469a-a8b7-c4cf309df527" providerId="AD"/>
  <p188:author id="{1CED109D-EA96-7EFC-BF90-6A690356D8EB}" name="Gordillo, Laura" initials="LG" userId="S::Laura.Gordillo@edelman.com::13c1650a-4357-4c81-8d92-8c48d2d4a2e9" providerId="AD"/>
  <p188:author id="{5557E9A4-59C3-F18B-0D43-4D0B72491B0A}" name="Otto, Maria" initials="MO" userId="S::maria.otto@edelmanDXI.com::d9e4bbca-afe1-4734-8e5e-9209cb70bd57" providerId="AD"/>
  <p188:author id="{3F6AD5AF-0E1E-F813-5B80-2578B81339DF}" name="Ravleen Jauhar" initials="RJ" userId="S::ravleen.jauhar@fourseasons.com::43d6bce0-1d91-46f6-8343-a6561cf8bc3e" providerId="AD"/>
  <p188:author id="{1E8270B6-2385-5ECB-BE6C-686C38F7D94C}" name="Xiong, Elvira" initials="EX" userId="S::Elvira.Xiong@EdelmanDXI.com::c039a55b-5a50-4cca-9c2c-d9abfaeba737" providerId="AD"/>
  <p188:author id="{DFF58CB9-CDA5-8AF1-7361-6A659A0832BF}" name="Ben Murchison" initials="BM" userId="S::Ben.Murchison@fourseasons.com::f7268f5f-d910-4fc0-9040-f7e8c23597c5" providerId="AD"/>
  <p188:author id="{05B889C3-9865-3C71-83A3-9268C6F834EF}" name="Koblawi, Reem" initials="KR" userId="S::reem.koblawi@edelmandxi.com::36a4c7dd-01f7-4165-a691-9c17f8c94d11" providerId="AD"/>
  <p188:author id="{8FE3FDC8-5FF3-CDEA-EB37-F166C5F0DC74}" name="Baker, Morgan" initials="MB" userId="S::morgan.baker@edelmanDXI.com::cf704298-0b33-43c6-af24-1cbb4825daa4" providerId="AD"/>
  <p188:author id="{54EA8EC9-C93E-4C5D-B3BB-BC2E409C523E}" name="Forrest, Shantel" initials="SF" userId="S::shantel.forrest@edelmanDXI.com::4c9f3125-ad51-4034-a072-db1713c7be2a" providerId="AD"/>
  <p188:author id="{97C87ECD-8254-30D3-BD7F-F860B9CF098E}" name="Brennan Holder" initials="BH" userId="S::Brennan.Holder@fourseasons.com::3fcb36b5-fc27-4437-b8e8-75f4ebd8d597" providerId="AD"/>
  <p188:author id="{560593D7-7F0C-0331-5765-CC5ADD4FF3FB}" name="Klassen, Traci" initials="TK" userId="S::Traci.Klassen@edelmanDXI.com::21e4bea0-94e2-45c7-b021-77fa67d030a1" providerId="AD"/>
  <p188:author id="{0DE464DA-194E-2203-0A62-B098A709E57C}" name="Li, Chenxi" initials="LC" userId="S::Chenxi.li@EdelmanDXI.com::0a6721cc-95e7-4af5-8a57-13869d324482" providerId="AD"/>
  <p188:author id="{3C3DE2DB-5FD4-FC06-4A6F-B3AF9DBA3A91}" name="Bhol, Sampurna" initials="SB" userId="S::Sampurna.Bhol@edelman.com::b3dd68b1-80a1-4c98-b6e4-3de0145e63c2" providerId="AD"/>
  <p188:author id="{05BDE2DF-FFD7-9378-4E13-53C7EA1FE0E6}" name="Fagan, Aurora" initials="FA" userId="S::Aurora.Fagan@edelmandxi.com::b376867a-4c15-47fe-86ee-53383c50903d" providerId="AD"/>
  <p188:author id="{787750E2-AC2A-0D82-9EFA-5E7998EC1F84}" name="Ravleen Jauhar" initials="RJ" userId="S::Ravleen.Jauhar@fourseasons.com::43d6bce0-1d91-46f6-8343-a6561cf8bc3e" providerId="AD"/>
  <p188:author id="{D22323E5-4C04-EE50-08F9-46DCA98D0030}" name="Jaco, Camila" initials="" userId="S::Camila.Jaco@edelmandxi.com::8b4dbade-b5e0-4699-927e-ed08bfa7e78d" providerId="AD"/>
  <p188:author id="{08A41BEA-0764-2F8A-4D2E-2009755BCCFA}" name="Gushev, Carli" initials="CG" userId="S::Carli.Gushev@edelman.com::27ebdf2e-6d9f-4d4a-a6bd-6195dbbfb3e8" providerId="AD"/>
  <p188:author id="{9B82F3EB-3665-650C-FE80-3A0BEC1C4393}" name="Otto, Maria" initials="OM" userId="S::maria.otto@edelmandxi.com::d9e4bbca-afe1-4734-8e5e-9209cb70bd57" providerId="AD"/>
  <p188:author id="{C45F5AF2-C839-CAE6-17FD-403070EE7719}" name="Lawrence, Julianne" initials="LJ" userId="S::Julianne.Lawrence@edelmandxi.com::8f562ef6-8972-4b9e-ba92-65ffcbbd2d4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Fuld (Tritsch), Samantha" initials="FS" lastIdx="75" clrIdx="0">
    <p:extLst>
      <p:ext uri="{19B8F6BF-5375-455C-9EA6-DF929625EA0E}">
        <p15:presenceInfo xmlns:p15="http://schemas.microsoft.com/office/powerpoint/2012/main" userId="S::samantha.fuld@edelmanintelligence.com::49b91ae0-3450-4eb5-a274-7d628dabd63e" providerId="AD"/>
      </p:ext>
    </p:extLst>
  </p:cmAuthor>
  <p:cmAuthor id="2" name="Otto, Maria" initials="OM" lastIdx="4" clrIdx="1">
    <p:extLst>
      <p:ext uri="{19B8F6BF-5375-455C-9EA6-DF929625EA0E}">
        <p15:presenceInfo xmlns:p15="http://schemas.microsoft.com/office/powerpoint/2012/main" userId="S::maria.otto@edelmanintelligence.com::d9e4bbca-afe1-4734-8e5e-9209cb70bd5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C38B"/>
    <a:srgbClr val="1F216C"/>
    <a:srgbClr val="939393"/>
    <a:srgbClr val="3D441E"/>
    <a:srgbClr val="5F88BD"/>
    <a:srgbClr val="1F335B"/>
    <a:srgbClr val="000000"/>
    <a:srgbClr val="4F0304"/>
    <a:srgbClr val="CBC4BC"/>
    <a:srgbClr val="E4E4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429566-F2F8-460B-AE80-A162553702D0}" v="109" dt="2026-09-07T15:49:02.8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26" autoAdjust="0"/>
    <p:restoredTop sz="94660"/>
  </p:normalViewPr>
  <p:slideViewPr>
    <p:cSldViewPr snapToGrid="0">
      <p:cViewPr>
        <p:scale>
          <a:sx n="150" d="100"/>
          <a:sy n="150" d="100"/>
        </p:scale>
        <p:origin x="-4440" y="-2344"/>
      </p:cViewPr>
      <p:guideLst>
        <p:guide orient="horz" pos="2184"/>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slide" Target="slides/slide16.xml"/><Relationship Id="rId34" Type="http://schemas.microsoft.com/office/2018/10/relationships/authors" Targe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handoutMaster" Target="handoutMasters/handoutMaster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notesMaster" Target="notesMasters/notesMaster1.xml"/><Relationship Id="rId32"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commentAuthors" Target="commentAuthors.xml"/><Relationship Id="rId30" Type="http://schemas.openxmlformats.org/officeDocument/2006/relationships/theme" Target="theme/theme1.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rnández Dodino, Camilo" userId="6bc95229-ff17-4136-87ee-65a4bf00269a" providerId="ADAL" clId="{98AA871E-E7F0-4307-895B-BD59EFA6F1B8}"/>
    <pc:docChg chg="undo custSel modSld">
      <pc:chgData name="Hernández Dodino, Camilo" userId="6bc95229-ff17-4136-87ee-65a4bf00269a" providerId="ADAL" clId="{98AA871E-E7F0-4307-895B-BD59EFA6F1B8}" dt="2026-09-08T14:32:51.105" v="434" actId="1076"/>
      <pc:docMkLst>
        <pc:docMk/>
      </pc:docMkLst>
      <pc:sldChg chg="modSp mod">
        <pc:chgData name="Hernández Dodino, Camilo" userId="6bc95229-ff17-4136-87ee-65a4bf00269a" providerId="ADAL" clId="{98AA871E-E7F0-4307-895B-BD59EFA6F1B8}" dt="2026-09-07T20:48:31.528" v="343" actId="20577"/>
        <pc:sldMkLst>
          <pc:docMk/>
          <pc:sldMk cId="1795461227" sldId="343"/>
        </pc:sldMkLst>
        <pc:spChg chg="mod">
          <ac:chgData name="Hernández Dodino, Camilo" userId="6bc95229-ff17-4136-87ee-65a4bf00269a" providerId="ADAL" clId="{98AA871E-E7F0-4307-895B-BD59EFA6F1B8}" dt="2026-09-07T20:48:31.528" v="343" actId="20577"/>
          <ac:spMkLst>
            <pc:docMk/>
            <pc:sldMk cId="1795461227" sldId="343"/>
            <ac:spMk id="3" creationId="{7A77E512-0631-3355-52DB-2865C66035AA}"/>
          </ac:spMkLst>
        </pc:spChg>
      </pc:sldChg>
      <pc:sldChg chg="modSp mod">
        <pc:chgData name="Hernández Dodino, Camilo" userId="6bc95229-ff17-4136-87ee-65a4bf00269a" providerId="ADAL" clId="{98AA871E-E7F0-4307-895B-BD59EFA6F1B8}" dt="2026-09-07T20:48:44.022" v="352" actId="20577"/>
        <pc:sldMkLst>
          <pc:docMk/>
          <pc:sldMk cId="2831307165" sldId="424"/>
        </pc:sldMkLst>
        <pc:spChg chg="mod">
          <ac:chgData name="Hernández Dodino, Camilo" userId="6bc95229-ff17-4136-87ee-65a4bf00269a" providerId="ADAL" clId="{98AA871E-E7F0-4307-895B-BD59EFA6F1B8}" dt="2026-09-07T20:48:44.022" v="352" actId="20577"/>
          <ac:spMkLst>
            <pc:docMk/>
            <pc:sldMk cId="2831307165" sldId="424"/>
            <ac:spMk id="4" creationId="{6CC7C31A-7004-97D5-61DC-A1A0F62899E6}"/>
          </ac:spMkLst>
        </pc:spChg>
      </pc:sldChg>
      <pc:sldChg chg="modSp mod">
        <pc:chgData name="Hernández Dodino, Camilo" userId="6bc95229-ff17-4136-87ee-65a4bf00269a" providerId="ADAL" clId="{98AA871E-E7F0-4307-895B-BD59EFA6F1B8}" dt="2026-09-08T14:32:08.998" v="431" actId="20577"/>
        <pc:sldMkLst>
          <pc:docMk/>
          <pc:sldMk cId="2967023071" sldId="2147483117"/>
        </pc:sldMkLst>
        <pc:spChg chg="mod">
          <ac:chgData name="Hernández Dodino, Camilo" userId="6bc95229-ff17-4136-87ee-65a4bf00269a" providerId="ADAL" clId="{98AA871E-E7F0-4307-895B-BD59EFA6F1B8}" dt="2026-09-08T14:32:08.998" v="431" actId="20577"/>
          <ac:spMkLst>
            <pc:docMk/>
            <pc:sldMk cId="2967023071" sldId="2147483117"/>
            <ac:spMk id="12" creationId="{EE4664D2-3581-0EE2-2B3F-251762BA195A}"/>
          </ac:spMkLst>
        </pc:spChg>
        <pc:graphicFrameChg chg="mod">
          <ac:chgData name="Hernández Dodino, Camilo" userId="6bc95229-ff17-4136-87ee-65a4bf00269a" providerId="ADAL" clId="{98AA871E-E7F0-4307-895B-BD59EFA6F1B8}" dt="2026-09-07T16:32:21.934" v="240" actId="1076"/>
          <ac:graphicFrameMkLst>
            <pc:docMk/>
            <pc:sldMk cId="2967023071" sldId="2147483117"/>
            <ac:graphicFrameMk id="10" creationId="{155A2627-7A5B-05FB-4730-AD2FC506F2D0}"/>
          </ac:graphicFrameMkLst>
        </pc:graphicFrameChg>
        <pc:graphicFrameChg chg="mod">
          <ac:chgData name="Hernández Dodino, Camilo" userId="6bc95229-ff17-4136-87ee-65a4bf00269a" providerId="ADAL" clId="{98AA871E-E7F0-4307-895B-BD59EFA6F1B8}" dt="2026-09-07T15:57:00.315" v="220" actId="1076"/>
          <ac:graphicFrameMkLst>
            <pc:docMk/>
            <pc:sldMk cId="2967023071" sldId="2147483117"/>
            <ac:graphicFrameMk id="11" creationId="{C04CF71B-4A6D-56A7-8D1F-A3CC9F3AB810}"/>
          </ac:graphicFrameMkLst>
        </pc:graphicFrameChg>
      </pc:sldChg>
      <pc:sldChg chg="modSp mod">
        <pc:chgData name="Hernández Dodino, Camilo" userId="6bc95229-ff17-4136-87ee-65a4bf00269a" providerId="ADAL" clId="{98AA871E-E7F0-4307-895B-BD59EFA6F1B8}" dt="2026-09-07T21:35:33.018" v="392" actId="20577"/>
        <pc:sldMkLst>
          <pc:docMk/>
          <pc:sldMk cId="791596081" sldId="2147483123"/>
        </pc:sldMkLst>
        <pc:graphicFrameChg chg="modGraphic">
          <ac:chgData name="Hernández Dodino, Camilo" userId="6bc95229-ff17-4136-87ee-65a4bf00269a" providerId="ADAL" clId="{98AA871E-E7F0-4307-895B-BD59EFA6F1B8}" dt="2026-09-07T21:35:33.018" v="392" actId="20577"/>
          <ac:graphicFrameMkLst>
            <pc:docMk/>
            <pc:sldMk cId="791596081" sldId="2147483123"/>
            <ac:graphicFrameMk id="8" creationId="{556919E7-A048-A86D-B0DF-7BC8332A4AF2}"/>
          </ac:graphicFrameMkLst>
        </pc:graphicFrameChg>
      </pc:sldChg>
      <pc:sldChg chg="delSp modSp mod">
        <pc:chgData name="Hernández Dodino, Camilo" userId="6bc95229-ff17-4136-87ee-65a4bf00269a" providerId="ADAL" clId="{98AA871E-E7F0-4307-895B-BD59EFA6F1B8}" dt="2026-09-07T15:27:33.541" v="13" actId="478"/>
        <pc:sldMkLst>
          <pc:docMk/>
          <pc:sldMk cId="2546441314" sldId="2147483124"/>
        </pc:sldMkLst>
        <pc:spChg chg="mod">
          <ac:chgData name="Hernández Dodino, Camilo" userId="6bc95229-ff17-4136-87ee-65a4bf00269a" providerId="ADAL" clId="{98AA871E-E7F0-4307-895B-BD59EFA6F1B8}" dt="2026-09-07T15:26:56.639" v="8" actId="20577"/>
          <ac:spMkLst>
            <pc:docMk/>
            <pc:sldMk cId="2546441314" sldId="2147483124"/>
            <ac:spMk id="2" creationId="{D2F6C226-35EE-75CF-612A-FDE2135C1A88}"/>
          </ac:spMkLst>
        </pc:spChg>
        <pc:spChg chg="del">
          <ac:chgData name="Hernández Dodino, Camilo" userId="6bc95229-ff17-4136-87ee-65a4bf00269a" providerId="ADAL" clId="{98AA871E-E7F0-4307-895B-BD59EFA6F1B8}" dt="2026-09-07T15:27:32.667" v="12" actId="478"/>
          <ac:spMkLst>
            <pc:docMk/>
            <pc:sldMk cId="2546441314" sldId="2147483124"/>
            <ac:spMk id="11" creationId="{9C77CE0E-51C6-2E7D-58DD-042D5365BD49}"/>
          </ac:spMkLst>
        </pc:spChg>
        <pc:spChg chg="del">
          <ac:chgData name="Hernández Dodino, Camilo" userId="6bc95229-ff17-4136-87ee-65a4bf00269a" providerId="ADAL" clId="{98AA871E-E7F0-4307-895B-BD59EFA6F1B8}" dt="2026-09-07T15:27:33.541" v="13" actId="478"/>
          <ac:spMkLst>
            <pc:docMk/>
            <pc:sldMk cId="2546441314" sldId="2147483124"/>
            <ac:spMk id="15" creationId="{A174FB10-BCB5-C0FA-6180-8625696AE1F7}"/>
          </ac:spMkLst>
        </pc:spChg>
        <pc:spChg chg="del">
          <ac:chgData name="Hernández Dodino, Camilo" userId="6bc95229-ff17-4136-87ee-65a4bf00269a" providerId="ADAL" clId="{98AA871E-E7F0-4307-895B-BD59EFA6F1B8}" dt="2026-09-07T15:27:30.832" v="11" actId="478"/>
          <ac:spMkLst>
            <pc:docMk/>
            <pc:sldMk cId="2546441314" sldId="2147483124"/>
            <ac:spMk id="30" creationId="{717E13E1-CD6A-91B6-F454-077C8C28AD35}"/>
          </ac:spMkLst>
        </pc:spChg>
        <pc:graphicFrameChg chg="mod">
          <ac:chgData name="Hernández Dodino, Camilo" userId="6bc95229-ff17-4136-87ee-65a4bf00269a" providerId="ADAL" clId="{98AA871E-E7F0-4307-895B-BD59EFA6F1B8}" dt="2026-09-07T15:27:27.356" v="10"/>
          <ac:graphicFrameMkLst>
            <pc:docMk/>
            <pc:sldMk cId="2546441314" sldId="2147483124"/>
            <ac:graphicFrameMk id="5" creationId="{E8C9843D-DFBD-8B21-E367-3696A28BBC46}"/>
          </ac:graphicFrameMkLst>
        </pc:graphicFrameChg>
      </pc:sldChg>
      <pc:sldChg chg="modSp mod">
        <pc:chgData name="Hernández Dodino, Camilo" userId="6bc95229-ff17-4136-87ee-65a4bf00269a" providerId="ADAL" clId="{98AA871E-E7F0-4307-895B-BD59EFA6F1B8}" dt="2026-09-07T20:48:52.049" v="361" actId="20577"/>
        <pc:sldMkLst>
          <pc:docMk/>
          <pc:sldMk cId="3974461796" sldId="2147483125"/>
        </pc:sldMkLst>
        <pc:spChg chg="mod">
          <ac:chgData name="Hernández Dodino, Camilo" userId="6bc95229-ff17-4136-87ee-65a4bf00269a" providerId="ADAL" clId="{98AA871E-E7F0-4307-895B-BD59EFA6F1B8}" dt="2026-09-07T20:48:52.049" v="361" actId="20577"/>
          <ac:spMkLst>
            <pc:docMk/>
            <pc:sldMk cId="3974461796" sldId="2147483125"/>
            <ac:spMk id="4" creationId="{48982D7C-4272-8881-F1E5-B0BA4CC50FA3}"/>
          </ac:spMkLst>
        </pc:spChg>
      </pc:sldChg>
      <pc:sldChg chg="modSp mod">
        <pc:chgData name="Hernández Dodino, Camilo" userId="6bc95229-ff17-4136-87ee-65a4bf00269a" providerId="ADAL" clId="{98AA871E-E7F0-4307-895B-BD59EFA6F1B8}" dt="2026-09-07T20:48:56.580" v="370" actId="20577"/>
        <pc:sldMkLst>
          <pc:docMk/>
          <pc:sldMk cId="863405709" sldId="2147483126"/>
        </pc:sldMkLst>
        <pc:spChg chg="mod">
          <ac:chgData name="Hernández Dodino, Camilo" userId="6bc95229-ff17-4136-87ee-65a4bf00269a" providerId="ADAL" clId="{98AA871E-E7F0-4307-895B-BD59EFA6F1B8}" dt="2026-09-07T20:48:56.580" v="370" actId="20577"/>
          <ac:spMkLst>
            <pc:docMk/>
            <pc:sldMk cId="863405709" sldId="2147483126"/>
            <ac:spMk id="4" creationId="{EB9641DF-C449-664D-BDFD-6178BC3D9CA7}"/>
          </ac:spMkLst>
        </pc:spChg>
      </pc:sldChg>
      <pc:sldChg chg="addSp delSp modSp mod">
        <pc:chgData name="Hernández Dodino, Camilo" userId="6bc95229-ff17-4136-87ee-65a4bf00269a" providerId="ADAL" clId="{98AA871E-E7F0-4307-895B-BD59EFA6F1B8}" dt="2026-09-08T14:32:41.595" v="432" actId="1076"/>
        <pc:sldMkLst>
          <pc:docMk/>
          <pc:sldMk cId="654949466" sldId="2147483127"/>
        </pc:sldMkLst>
        <pc:spChg chg="mod">
          <ac:chgData name="Hernández Dodino, Camilo" userId="6bc95229-ff17-4136-87ee-65a4bf00269a" providerId="ADAL" clId="{98AA871E-E7F0-4307-895B-BD59EFA6F1B8}" dt="2026-09-07T15:31:22.462" v="59" actId="20577"/>
          <ac:spMkLst>
            <pc:docMk/>
            <pc:sldMk cId="654949466" sldId="2147483127"/>
            <ac:spMk id="2" creationId="{A9E979D6-6CC5-5A71-788D-9EB6907E1A8E}"/>
          </ac:spMkLst>
        </pc:spChg>
        <pc:spChg chg="mod">
          <ac:chgData name="Hernández Dodino, Camilo" userId="6bc95229-ff17-4136-87ee-65a4bf00269a" providerId="ADAL" clId="{98AA871E-E7F0-4307-895B-BD59EFA6F1B8}" dt="2026-09-08T14:32:41.595" v="432" actId="1076"/>
          <ac:spMkLst>
            <pc:docMk/>
            <pc:sldMk cId="654949466" sldId="2147483127"/>
            <ac:spMk id="25" creationId="{B7DBF065-6DB5-0286-78B1-F261A4E0FFBA}"/>
          </ac:spMkLst>
        </pc:spChg>
        <pc:graphicFrameChg chg="mod">
          <ac:chgData name="Hernández Dodino, Camilo" userId="6bc95229-ff17-4136-87ee-65a4bf00269a" providerId="ADAL" clId="{98AA871E-E7F0-4307-895B-BD59EFA6F1B8}" dt="2026-09-07T15:41:31.764" v="148" actId="962"/>
          <ac:graphicFrameMkLst>
            <pc:docMk/>
            <pc:sldMk cId="654949466" sldId="2147483127"/>
            <ac:graphicFrameMk id="23" creationId="{4CD2FD98-DFF4-65E7-BA22-8BC3CFC6624D}"/>
          </ac:graphicFrameMkLst>
        </pc:graphicFrameChg>
        <pc:graphicFrameChg chg="add del mod">
          <ac:chgData name="Hernández Dodino, Camilo" userId="6bc95229-ff17-4136-87ee-65a4bf00269a" providerId="ADAL" clId="{98AA871E-E7F0-4307-895B-BD59EFA6F1B8}" dt="2026-09-07T17:32:04.645" v="334" actId="20577"/>
          <ac:graphicFrameMkLst>
            <pc:docMk/>
            <pc:sldMk cId="654949466" sldId="2147483127"/>
            <ac:graphicFrameMk id="24" creationId="{07E3AFAD-AE6A-9C92-EDEA-9F7E6363AC4A}"/>
          </ac:graphicFrameMkLst>
        </pc:graphicFrameChg>
      </pc:sldChg>
      <pc:sldChg chg="modSp mod">
        <pc:chgData name="Hernández Dodino, Camilo" userId="6bc95229-ff17-4136-87ee-65a4bf00269a" providerId="ADAL" clId="{98AA871E-E7F0-4307-895B-BD59EFA6F1B8}" dt="2026-09-07T20:49:01.052" v="379" actId="20577"/>
        <pc:sldMkLst>
          <pc:docMk/>
          <pc:sldMk cId="566659378" sldId="2147483128"/>
        </pc:sldMkLst>
        <pc:spChg chg="mod">
          <ac:chgData name="Hernández Dodino, Camilo" userId="6bc95229-ff17-4136-87ee-65a4bf00269a" providerId="ADAL" clId="{98AA871E-E7F0-4307-895B-BD59EFA6F1B8}" dt="2026-09-07T20:49:01.052" v="379" actId="20577"/>
          <ac:spMkLst>
            <pc:docMk/>
            <pc:sldMk cId="566659378" sldId="2147483128"/>
            <ac:spMk id="4" creationId="{B782E3C3-1159-5E14-44A0-7D3848B2D73B}"/>
          </ac:spMkLst>
        </pc:spChg>
      </pc:sldChg>
      <pc:sldChg chg="modSp mod">
        <pc:chgData name="Hernández Dodino, Camilo" userId="6bc95229-ff17-4136-87ee-65a4bf00269a" providerId="ADAL" clId="{98AA871E-E7F0-4307-895B-BD59EFA6F1B8}" dt="2026-09-08T14:32:46.369" v="433" actId="1076"/>
        <pc:sldMkLst>
          <pc:docMk/>
          <pc:sldMk cId="3206117550" sldId="2147483129"/>
        </pc:sldMkLst>
        <pc:spChg chg="mod">
          <ac:chgData name="Hernández Dodino, Camilo" userId="6bc95229-ff17-4136-87ee-65a4bf00269a" providerId="ADAL" clId="{98AA871E-E7F0-4307-895B-BD59EFA6F1B8}" dt="2026-09-07T15:31:29.315" v="68" actId="20577"/>
          <ac:spMkLst>
            <pc:docMk/>
            <pc:sldMk cId="3206117550" sldId="2147483129"/>
            <ac:spMk id="2" creationId="{9B9C1FF6-963B-7274-67EB-9DF836EB892F}"/>
          </ac:spMkLst>
        </pc:spChg>
        <pc:spChg chg="mod">
          <ac:chgData name="Hernández Dodino, Camilo" userId="6bc95229-ff17-4136-87ee-65a4bf00269a" providerId="ADAL" clId="{98AA871E-E7F0-4307-895B-BD59EFA6F1B8}" dt="2026-09-08T14:32:46.369" v="433" actId="1076"/>
          <ac:spMkLst>
            <pc:docMk/>
            <pc:sldMk cId="3206117550" sldId="2147483129"/>
            <ac:spMk id="19" creationId="{8106AA41-3A51-C76F-8F7A-D74FE847CEC0}"/>
          </ac:spMkLst>
        </pc:spChg>
        <pc:graphicFrameChg chg="mod">
          <ac:chgData name="Hernández Dodino, Camilo" userId="6bc95229-ff17-4136-87ee-65a4bf00269a" providerId="ADAL" clId="{98AA871E-E7F0-4307-895B-BD59EFA6F1B8}" dt="2026-09-07T15:41:45.917" v="150" actId="962"/>
          <ac:graphicFrameMkLst>
            <pc:docMk/>
            <pc:sldMk cId="3206117550" sldId="2147483129"/>
            <ac:graphicFrameMk id="14" creationId="{25A8AB60-DC14-FE13-FFF9-4CAB21CEB8FA}"/>
          </ac:graphicFrameMkLst>
        </pc:graphicFrameChg>
        <pc:graphicFrameChg chg="mod">
          <ac:chgData name="Hernández Dodino, Camilo" userId="6bc95229-ff17-4136-87ee-65a4bf00269a" providerId="ADAL" clId="{98AA871E-E7F0-4307-895B-BD59EFA6F1B8}" dt="2026-09-07T15:41:49.624" v="151" actId="962"/>
          <ac:graphicFrameMkLst>
            <pc:docMk/>
            <pc:sldMk cId="3206117550" sldId="2147483129"/>
            <ac:graphicFrameMk id="18" creationId="{7198999D-7A0F-AC8E-BC8E-CB0A1BCEE3A4}"/>
          </ac:graphicFrameMkLst>
        </pc:graphicFrameChg>
      </pc:sldChg>
      <pc:sldChg chg="modSp mod">
        <pc:chgData name="Hernández Dodino, Camilo" userId="6bc95229-ff17-4136-87ee-65a4bf00269a" providerId="ADAL" clId="{98AA871E-E7F0-4307-895B-BD59EFA6F1B8}" dt="2026-09-07T20:49:05.736" v="388" actId="20577"/>
        <pc:sldMkLst>
          <pc:docMk/>
          <pc:sldMk cId="3757565895" sldId="2147483130"/>
        </pc:sldMkLst>
        <pc:spChg chg="mod">
          <ac:chgData name="Hernández Dodino, Camilo" userId="6bc95229-ff17-4136-87ee-65a4bf00269a" providerId="ADAL" clId="{98AA871E-E7F0-4307-895B-BD59EFA6F1B8}" dt="2026-09-07T20:49:05.736" v="388" actId="20577"/>
          <ac:spMkLst>
            <pc:docMk/>
            <pc:sldMk cId="3757565895" sldId="2147483130"/>
            <ac:spMk id="4" creationId="{48C266BA-37C3-C83F-12CB-6085D3464A67}"/>
          </ac:spMkLst>
        </pc:spChg>
      </pc:sldChg>
      <pc:sldChg chg="modSp mod">
        <pc:chgData name="Hernández Dodino, Camilo" userId="6bc95229-ff17-4136-87ee-65a4bf00269a" providerId="ADAL" clId="{98AA871E-E7F0-4307-895B-BD59EFA6F1B8}" dt="2026-09-08T14:32:51.105" v="434" actId="1076"/>
        <pc:sldMkLst>
          <pc:docMk/>
          <pc:sldMk cId="3890216508" sldId="2147483131"/>
        </pc:sldMkLst>
        <pc:spChg chg="mod">
          <ac:chgData name="Hernández Dodino, Camilo" userId="6bc95229-ff17-4136-87ee-65a4bf00269a" providerId="ADAL" clId="{98AA871E-E7F0-4307-895B-BD59EFA6F1B8}" dt="2026-09-07T15:51:40.170" v="206" actId="20577"/>
          <ac:spMkLst>
            <pc:docMk/>
            <pc:sldMk cId="3890216508" sldId="2147483131"/>
            <ac:spMk id="2" creationId="{2121346B-DA93-594E-C50E-1575DFE75E28}"/>
          </ac:spMkLst>
        </pc:spChg>
        <pc:spChg chg="mod">
          <ac:chgData name="Hernández Dodino, Camilo" userId="6bc95229-ff17-4136-87ee-65a4bf00269a" providerId="ADAL" clId="{98AA871E-E7F0-4307-895B-BD59EFA6F1B8}" dt="2026-09-08T14:32:51.105" v="434" actId="1076"/>
          <ac:spMkLst>
            <pc:docMk/>
            <pc:sldMk cId="3890216508" sldId="2147483131"/>
            <ac:spMk id="25" creationId="{957F6006-4962-077E-21BE-4804FB2B960D}"/>
          </ac:spMkLst>
        </pc:spChg>
        <pc:graphicFrameChg chg="mod">
          <ac:chgData name="Hernández Dodino, Camilo" userId="6bc95229-ff17-4136-87ee-65a4bf00269a" providerId="ADAL" clId="{98AA871E-E7F0-4307-895B-BD59EFA6F1B8}" dt="2026-09-07T15:41:55.433" v="152" actId="962"/>
          <ac:graphicFrameMkLst>
            <pc:docMk/>
            <pc:sldMk cId="3890216508" sldId="2147483131"/>
            <ac:graphicFrameMk id="19" creationId="{2E45CDC0-2412-BB9B-2040-28429AB4A4DB}"/>
          </ac:graphicFrameMkLst>
        </pc:graphicFrameChg>
        <pc:graphicFrameChg chg="mod">
          <ac:chgData name="Hernández Dodino, Camilo" userId="6bc95229-ff17-4136-87ee-65a4bf00269a" providerId="ADAL" clId="{98AA871E-E7F0-4307-895B-BD59EFA6F1B8}" dt="2026-09-07T15:41:58.562" v="153" actId="962"/>
          <ac:graphicFrameMkLst>
            <pc:docMk/>
            <pc:sldMk cId="3890216508" sldId="2147483131"/>
            <ac:graphicFrameMk id="20" creationId="{E97DDD1A-6B84-42E5-DC94-570E8A2AE190}"/>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3.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chartUserShapes" Target="../drawings/drawing4.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chartUserShapes" Target="../drawings/drawing5.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chartUserShapes" Target="../drawings/drawing6.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chartUserShapes" Target="../drawings/drawing7.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chartUserShapes" Target="../drawings/drawing8.xml"/></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a:defRPr sz="1200" b="1" i="0" u="none" strike="noStrike" kern="1200" spc="0" baseline="0">
                <a:solidFill>
                  <a:schemeClr val="bg1"/>
                </a:solidFill>
                <a:latin typeface="+mn-lt"/>
                <a:ea typeface="+mn-ea"/>
                <a:cs typeface="+mn-cs"/>
              </a:defRPr>
            </a:pPr>
            <a:r>
              <a:rPr lang="en-US"/>
              <a:t>SOV</a:t>
            </a:r>
          </a:p>
          <a:p>
            <a:pPr algn="ctr">
              <a:defRPr/>
            </a:pPr>
            <a:r>
              <a:rPr lang="en-US"/>
              <a:t>YTD</a:t>
            </a:r>
          </a:p>
        </c:rich>
      </c:tx>
      <c:layout>
        <c:manualLayout>
          <c:xMode val="edge"/>
          <c:yMode val="edge"/>
          <c:x val="0.42253463108778078"/>
          <c:y val="0.40277777777777779"/>
        </c:manualLayout>
      </c:layout>
      <c:overlay val="1"/>
      <c:spPr>
        <a:noFill/>
        <a:ln>
          <a:noFill/>
        </a:ln>
        <a:effectLst/>
      </c:spPr>
      <c:txPr>
        <a:bodyPr rot="0" spcFirstLastPara="1" vertOverflow="ellipsis" vert="horz" wrap="square" anchor="ctr" anchorCtr="1"/>
        <a:lstStyle/>
        <a:p>
          <a:pPr algn="ctr">
            <a:defRPr sz="1200" b="1" i="0" u="none" strike="noStrike" kern="1200" spc="0" baseline="0">
              <a:solidFill>
                <a:schemeClr val="bg1"/>
              </a:solidFill>
              <a:latin typeface="+mn-lt"/>
              <a:ea typeface="+mn-ea"/>
              <a:cs typeface="+mn-cs"/>
            </a:defRPr>
          </a:pPr>
          <a:endParaRPr lang="en-US"/>
        </a:p>
      </c:txPr>
    </c:title>
    <c:autoTitleDeleted val="0"/>
    <c:plotArea>
      <c:layout/>
      <c:doughnutChart>
        <c:varyColors val="1"/>
        <c:ser>
          <c:idx val="0"/>
          <c:order val="0"/>
          <c:tx>
            <c:strRef>
              <c:f>Sheet1!$B$1</c:f>
              <c:strCache>
                <c:ptCount val="1"/>
                <c:pt idx="0">
                  <c:v>Yachts</c:v>
                </c:pt>
              </c:strCache>
            </c:strRef>
          </c:tx>
          <c:spPr>
            <a:ln w="12700">
              <a:solidFill>
                <a:srgbClr val="FCFAF9"/>
              </a:solidFill>
            </a:ln>
          </c:spPr>
          <c:dPt>
            <c:idx val="0"/>
            <c:bubble3D val="0"/>
            <c:spPr>
              <a:solidFill>
                <a:srgbClr val="1F216C"/>
              </a:solidFill>
              <a:ln w="12700">
                <a:solidFill>
                  <a:srgbClr val="FCFAF9"/>
                </a:solidFill>
              </a:ln>
              <a:effectLst/>
            </c:spPr>
            <c:extLst>
              <c:ext xmlns:c16="http://schemas.microsoft.com/office/drawing/2014/chart" uri="{C3380CC4-5D6E-409C-BE32-E72D297353CC}">
                <c16:uniqueId val="{00000001-8439-4417-8FC6-E6EDC8961CBB}"/>
              </c:ext>
            </c:extLst>
          </c:dPt>
          <c:dPt>
            <c:idx val="1"/>
            <c:bubble3D val="0"/>
            <c:spPr>
              <a:solidFill>
                <a:srgbClr val="3D441E"/>
              </a:solidFill>
              <a:ln w="12700">
                <a:solidFill>
                  <a:srgbClr val="FCFAF9"/>
                </a:solidFill>
              </a:ln>
              <a:effectLst/>
            </c:spPr>
            <c:extLst>
              <c:ext xmlns:c16="http://schemas.microsoft.com/office/drawing/2014/chart" uri="{C3380CC4-5D6E-409C-BE32-E72D297353CC}">
                <c16:uniqueId val="{00000003-8439-4417-8FC6-E6EDC8961CBB}"/>
              </c:ext>
            </c:extLst>
          </c:dPt>
          <c:dPt>
            <c:idx val="2"/>
            <c:bubble3D val="0"/>
            <c:spPr>
              <a:solidFill>
                <a:srgbClr val="939393"/>
              </a:solidFill>
              <a:ln w="12700">
                <a:solidFill>
                  <a:srgbClr val="FCFAF9"/>
                </a:solidFill>
              </a:ln>
              <a:effectLst/>
            </c:spPr>
            <c:extLst>
              <c:ext xmlns:c16="http://schemas.microsoft.com/office/drawing/2014/chart" uri="{C3380CC4-5D6E-409C-BE32-E72D297353CC}">
                <c16:uniqueId val="{00000005-8439-4417-8FC6-E6EDC8961CBB}"/>
              </c:ext>
            </c:extLst>
          </c:dPt>
          <c:dPt>
            <c:idx val="3"/>
            <c:bubble3D val="0"/>
            <c:spPr>
              <a:solidFill>
                <a:srgbClr val="1F335B"/>
              </a:solidFill>
              <a:ln w="12700">
                <a:solidFill>
                  <a:srgbClr val="FCFAF9"/>
                </a:solidFill>
              </a:ln>
              <a:effectLst/>
            </c:spPr>
            <c:extLst>
              <c:ext xmlns:c16="http://schemas.microsoft.com/office/drawing/2014/chart" uri="{C3380CC4-5D6E-409C-BE32-E72D297353CC}">
                <c16:uniqueId val="{00000007-8439-4417-8FC6-E6EDC8961CBB}"/>
              </c:ext>
            </c:extLst>
          </c:dPt>
          <c:dPt>
            <c:idx val="4"/>
            <c:bubble3D val="0"/>
            <c:spPr>
              <a:solidFill>
                <a:srgbClr val="5F88BD"/>
              </a:solidFill>
              <a:ln w="12700">
                <a:solidFill>
                  <a:srgbClr val="FCFAF9"/>
                </a:solidFill>
              </a:ln>
              <a:effectLst/>
            </c:spPr>
            <c:extLst>
              <c:ext xmlns:c16="http://schemas.microsoft.com/office/drawing/2014/chart" uri="{C3380CC4-5D6E-409C-BE32-E72D297353CC}">
                <c16:uniqueId val="{00000009-8439-4417-8FC6-E6EDC8961CBB}"/>
              </c:ext>
            </c:extLst>
          </c:dPt>
          <c:dPt>
            <c:idx val="5"/>
            <c:bubble3D val="0"/>
            <c:spPr>
              <a:solidFill>
                <a:srgbClr val="4F0304"/>
              </a:solidFill>
              <a:ln w="12700">
                <a:solidFill>
                  <a:srgbClr val="FCFAF9"/>
                </a:solidFill>
              </a:ln>
              <a:effectLst/>
            </c:spPr>
            <c:extLst>
              <c:ext xmlns:c16="http://schemas.microsoft.com/office/drawing/2014/chart" uri="{C3380CC4-5D6E-409C-BE32-E72D297353CC}">
                <c16:uniqueId val="{0000000B-8439-4417-8FC6-E6EDC8961CBB}"/>
              </c:ext>
            </c:extLst>
          </c:dPt>
          <c:dPt>
            <c:idx val="6"/>
            <c:bubble3D val="0"/>
            <c:spPr>
              <a:solidFill>
                <a:srgbClr val="DDC38B"/>
              </a:solidFill>
              <a:ln w="12700">
                <a:solidFill>
                  <a:srgbClr val="FCFAF9"/>
                </a:solidFill>
              </a:ln>
              <a:effectLst/>
            </c:spPr>
            <c:extLst>
              <c:ext xmlns:c16="http://schemas.microsoft.com/office/drawing/2014/chart" uri="{C3380CC4-5D6E-409C-BE32-E72D297353CC}">
                <c16:uniqueId val="{0000000D-8439-4417-8FC6-E6EDC8961CBB}"/>
              </c:ext>
            </c:extLst>
          </c:dPt>
          <c:dLbls>
            <c:dLbl>
              <c:idx val="6"/>
              <c:layout>
                <c:manualLayout>
                  <c:x val="9.2592592592592587E-3"/>
                  <c:y val="-4.629629629629629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8439-4417-8FC6-E6EDC8961CBB}"/>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Sheet1!$A$2:$A$8</c:f>
              <c:strCache>
                <c:ptCount val="7"/>
                <c:pt idx="0">
                  <c:v>Four Seasons</c:v>
                </c:pt>
                <c:pt idx="1">
                  <c:v>Silversea</c:v>
                </c:pt>
                <c:pt idx="2">
                  <c:v>Regent Seven Seas</c:v>
                </c:pt>
                <c:pt idx="3">
                  <c:v>Ritz-Carlton</c:v>
                </c:pt>
                <c:pt idx="4">
                  <c:v>Aman</c:v>
                </c:pt>
                <c:pt idx="5">
                  <c:v>Orient Express</c:v>
                </c:pt>
                <c:pt idx="6">
                  <c:v>Seabourn</c:v>
                </c:pt>
              </c:strCache>
            </c:strRef>
          </c:cat>
          <c:val>
            <c:numRef>
              <c:f>Sheet1!$B$2:$B$8</c:f>
              <c:numCache>
                <c:formatCode>0.00%</c:formatCode>
                <c:ptCount val="7"/>
                <c:pt idx="0" formatCode="0%">
                  <c:v>0.22084285714285712</c:v>
                </c:pt>
                <c:pt idx="1">
                  <c:v>0.23</c:v>
                </c:pt>
                <c:pt idx="2" formatCode="0%">
                  <c:v>0.22</c:v>
                </c:pt>
                <c:pt idx="3" formatCode="0%">
                  <c:v>0.11</c:v>
                </c:pt>
                <c:pt idx="4" formatCode="0%">
                  <c:v>0.09</c:v>
                </c:pt>
                <c:pt idx="5" formatCode="0%">
                  <c:v>0.08</c:v>
                </c:pt>
                <c:pt idx="6" formatCode="0%">
                  <c:v>0.06</c:v>
                </c:pt>
              </c:numCache>
            </c:numRef>
          </c:val>
          <c:extLst>
            <c:ext xmlns:c16="http://schemas.microsoft.com/office/drawing/2014/chart" uri="{C3380CC4-5D6E-409C-BE32-E72D297353CC}">
              <c16:uniqueId val="{0000000E-8439-4417-8FC6-E6EDC8961CBB}"/>
            </c:ext>
          </c:extLst>
        </c:ser>
        <c:dLbls>
          <c:showLegendKey val="0"/>
          <c:showVal val="1"/>
          <c:showCatName val="0"/>
          <c:showSerName val="0"/>
          <c:showPercent val="0"/>
          <c:showBubbleSize val="0"/>
          <c:showLeaderLines val="1"/>
        </c:dLbls>
        <c:firstSliceAng val="0"/>
        <c:holeSize val="54"/>
      </c:doughnutChart>
      <c:spPr>
        <a:noFill/>
        <a:ln>
          <a:noFill/>
        </a:ln>
        <a:effectLst/>
      </c:spPr>
    </c:plotArea>
    <c:plotVisOnly val="0"/>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b="1">
          <a:solidFill>
            <a:schemeClr val="bg1"/>
          </a:solidFill>
        </a:defRPr>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a:defRPr sz="1200" b="1" i="0" u="none" strike="noStrike" kern="1200" spc="0" baseline="0">
                <a:solidFill>
                  <a:schemeClr val="bg1"/>
                </a:solidFill>
                <a:latin typeface="+mn-lt"/>
                <a:ea typeface="+mn-ea"/>
                <a:cs typeface="+mn-cs"/>
              </a:defRPr>
            </a:pPr>
            <a:r>
              <a:rPr lang="en-US"/>
              <a:t>SOV</a:t>
            </a:r>
          </a:p>
          <a:p>
            <a:pPr algn="ctr">
              <a:defRPr/>
            </a:pPr>
            <a:r>
              <a:rPr lang="en-US"/>
              <a:t>YTD</a:t>
            </a:r>
          </a:p>
        </c:rich>
      </c:tx>
      <c:layout>
        <c:manualLayout>
          <c:xMode val="edge"/>
          <c:yMode val="edge"/>
          <c:x val="0.42253463108778078"/>
          <c:y val="0.40277777777777779"/>
        </c:manualLayout>
      </c:layout>
      <c:overlay val="1"/>
      <c:spPr>
        <a:noFill/>
        <a:ln>
          <a:noFill/>
        </a:ln>
        <a:effectLst/>
      </c:spPr>
      <c:txPr>
        <a:bodyPr rot="0" spcFirstLastPara="1" vertOverflow="ellipsis" vert="horz" wrap="square" anchor="ctr" anchorCtr="1"/>
        <a:lstStyle/>
        <a:p>
          <a:pPr algn="ctr">
            <a:defRPr sz="1200" b="1" i="0" u="none" strike="noStrike" kern="1200" spc="0" baseline="0">
              <a:solidFill>
                <a:schemeClr val="bg1"/>
              </a:solidFill>
              <a:latin typeface="+mn-lt"/>
              <a:ea typeface="+mn-ea"/>
              <a:cs typeface="+mn-cs"/>
            </a:defRPr>
          </a:pPr>
          <a:endParaRPr lang="en-US"/>
        </a:p>
      </c:txPr>
    </c:title>
    <c:autoTitleDeleted val="0"/>
    <c:plotArea>
      <c:layout/>
      <c:doughnutChart>
        <c:varyColors val="1"/>
        <c:ser>
          <c:idx val="0"/>
          <c:order val="0"/>
          <c:tx>
            <c:strRef>
              <c:f>Sheet1!$B$1</c:f>
              <c:strCache>
                <c:ptCount val="1"/>
                <c:pt idx="0">
                  <c:v>Yachts</c:v>
                </c:pt>
              </c:strCache>
            </c:strRef>
          </c:tx>
          <c:dPt>
            <c:idx val="0"/>
            <c:bubble3D val="0"/>
            <c:spPr>
              <a:solidFill>
                <a:srgbClr val="3D441E"/>
              </a:solidFill>
              <a:ln w="19050">
                <a:solidFill>
                  <a:schemeClr val="lt1"/>
                </a:solidFill>
              </a:ln>
              <a:effectLst/>
            </c:spPr>
            <c:extLst>
              <c:ext xmlns:c16="http://schemas.microsoft.com/office/drawing/2014/chart" uri="{C3380CC4-5D6E-409C-BE32-E72D297353CC}">
                <c16:uniqueId val="{00000001-73D2-4DA8-9DE0-891D735A3D38}"/>
              </c:ext>
            </c:extLst>
          </c:dPt>
          <c:dPt>
            <c:idx val="1"/>
            <c:bubble3D val="0"/>
            <c:spPr>
              <a:solidFill>
                <a:srgbClr val="939393"/>
              </a:solidFill>
              <a:ln w="12700">
                <a:solidFill>
                  <a:srgbClr val="FCFAF9"/>
                </a:solidFill>
              </a:ln>
              <a:effectLst/>
            </c:spPr>
            <c:extLst>
              <c:ext xmlns:c16="http://schemas.microsoft.com/office/drawing/2014/chart" uri="{C3380CC4-5D6E-409C-BE32-E72D297353CC}">
                <c16:uniqueId val="{00000003-73D2-4DA8-9DE0-891D735A3D38}"/>
              </c:ext>
            </c:extLst>
          </c:dPt>
          <c:dPt>
            <c:idx val="2"/>
            <c:bubble3D val="0"/>
            <c:spPr>
              <a:solidFill>
                <a:srgbClr val="1F216C"/>
              </a:solidFill>
              <a:ln w="12700">
                <a:solidFill>
                  <a:srgbClr val="FCFAF9"/>
                </a:solidFill>
              </a:ln>
              <a:effectLst/>
            </c:spPr>
            <c:extLst>
              <c:ext xmlns:c16="http://schemas.microsoft.com/office/drawing/2014/chart" uri="{C3380CC4-5D6E-409C-BE32-E72D297353CC}">
                <c16:uniqueId val="{00000005-73D2-4DA8-9DE0-891D735A3D38}"/>
              </c:ext>
            </c:extLst>
          </c:dPt>
          <c:dPt>
            <c:idx val="3"/>
            <c:bubble3D val="0"/>
            <c:spPr>
              <a:solidFill>
                <a:srgbClr val="1F335B"/>
              </a:solidFill>
              <a:ln w="12700">
                <a:solidFill>
                  <a:srgbClr val="FCFAF9"/>
                </a:solidFill>
              </a:ln>
              <a:effectLst/>
            </c:spPr>
            <c:extLst>
              <c:ext xmlns:c16="http://schemas.microsoft.com/office/drawing/2014/chart" uri="{C3380CC4-5D6E-409C-BE32-E72D297353CC}">
                <c16:uniqueId val="{00000007-73D2-4DA8-9DE0-891D735A3D38}"/>
              </c:ext>
            </c:extLst>
          </c:dPt>
          <c:dPt>
            <c:idx val="4"/>
            <c:bubble3D val="0"/>
            <c:spPr>
              <a:solidFill>
                <a:srgbClr val="DDC38B"/>
              </a:solidFill>
              <a:ln w="12700">
                <a:solidFill>
                  <a:srgbClr val="FCFAF9"/>
                </a:solidFill>
              </a:ln>
              <a:effectLst/>
            </c:spPr>
            <c:extLst>
              <c:ext xmlns:c16="http://schemas.microsoft.com/office/drawing/2014/chart" uri="{C3380CC4-5D6E-409C-BE32-E72D297353CC}">
                <c16:uniqueId val="{00000009-73D2-4DA8-9DE0-891D735A3D38}"/>
              </c:ext>
            </c:extLst>
          </c:dPt>
          <c:dPt>
            <c:idx val="5"/>
            <c:bubble3D val="0"/>
            <c:spPr>
              <a:solidFill>
                <a:srgbClr val="4F0304"/>
              </a:solidFill>
              <a:ln w="12700">
                <a:solidFill>
                  <a:srgbClr val="FCFAF9"/>
                </a:solidFill>
              </a:ln>
              <a:effectLst/>
            </c:spPr>
            <c:extLst>
              <c:ext xmlns:c16="http://schemas.microsoft.com/office/drawing/2014/chart" uri="{C3380CC4-5D6E-409C-BE32-E72D297353CC}">
                <c16:uniqueId val="{0000000B-73D2-4DA8-9DE0-891D735A3D38}"/>
              </c:ext>
            </c:extLst>
          </c:dPt>
          <c:dPt>
            <c:idx val="6"/>
            <c:bubble3D val="0"/>
            <c:spPr>
              <a:solidFill>
                <a:srgbClr val="5F88BD"/>
              </a:solidFill>
              <a:ln w="12700">
                <a:solidFill>
                  <a:srgbClr val="FCFAF9"/>
                </a:solidFill>
              </a:ln>
              <a:effectLst/>
            </c:spPr>
            <c:extLst>
              <c:ext xmlns:c16="http://schemas.microsoft.com/office/drawing/2014/chart" uri="{C3380CC4-5D6E-409C-BE32-E72D297353CC}">
                <c16:uniqueId val="{0000000D-73D2-4DA8-9DE0-891D735A3D38}"/>
              </c:ext>
            </c:extLst>
          </c:dPt>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Sheet1!$A$2:$A$8</c:f>
              <c:strCache>
                <c:ptCount val="7"/>
                <c:pt idx="0">
                  <c:v>Four Seasons</c:v>
                </c:pt>
                <c:pt idx="1">
                  <c:v>Silversea</c:v>
                </c:pt>
                <c:pt idx="2">
                  <c:v>Regent Seven Seas</c:v>
                </c:pt>
                <c:pt idx="3">
                  <c:v>Ritz-Carlton</c:v>
                </c:pt>
                <c:pt idx="4">
                  <c:v>Aman</c:v>
                </c:pt>
                <c:pt idx="5">
                  <c:v>Orient Express</c:v>
                </c:pt>
                <c:pt idx="6">
                  <c:v>Seabourn</c:v>
                </c:pt>
              </c:strCache>
            </c:strRef>
          </c:cat>
          <c:val>
            <c:numRef>
              <c:f>Sheet1!$B$2:$B$8</c:f>
              <c:numCache>
                <c:formatCode>0%</c:formatCode>
                <c:ptCount val="7"/>
                <c:pt idx="0" formatCode="0.00%">
                  <c:v>0.23459999999999998</c:v>
                </c:pt>
                <c:pt idx="1">
                  <c:v>0.23</c:v>
                </c:pt>
                <c:pt idx="2">
                  <c:v>0.22</c:v>
                </c:pt>
                <c:pt idx="3">
                  <c:v>0.11</c:v>
                </c:pt>
                <c:pt idx="4">
                  <c:v>0.09</c:v>
                </c:pt>
                <c:pt idx="5">
                  <c:v>0.08</c:v>
                </c:pt>
                <c:pt idx="6">
                  <c:v>0.06</c:v>
                </c:pt>
              </c:numCache>
            </c:numRef>
          </c:val>
          <c:extLst>
            <c:ext xmlns:c16="http://schemas.microsoft.com/office/drawing/2014/chart" uri="{C3380CC4-5D6E-409C-BE32-E72D297353CC}">
              <c16:uniqueId val="{0000000E-73D2-4DA8-9DE0-891D735A3D38}"/>
            </c:ext>
          </c:extLst>
        </c:ser>
        <c:dLbls>
          <c:showLegendKey val="0"/>
          <c:showVal val="1"/>
          <c:showCatName val="0"/>
          <c:showSerName val="0"/>
          <c:showPercent val="0"/>
          <c:showBubbleSize val="0"/>
          <c:showLeaderLines val="1"/>
        </c:dLbls>
        <c:firstSliceAng val="0"/>
        <c:holeSize val="54"/>
      </c:doughnutChart>
      <c:spPr>
        <a:noFill/>
        <a:ln>
          <a:noFill/>
        </a:ln>
        <a:effectLst/>
      </c:spPr>
    </c:plotArea>
    <c:plotVisOnly val="0"/>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b="1">
          <a:solidFill>
            <a:schemeClr val="bg1"/>
          </a:solidFill>
        </a:defRPr>
      </a:pPr>
      <a:endParaRPr lang="en-US"/>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0978558826571608E-2"/>
          <c:y val="1.6854757527821621E-2"/>
          <c:w val="0.95902146333719707"/>
          <c:h val="0.87050204654351349"/>
        </c:manualLayout>
      </c:layout>
      <c:lineChart>
        <c:grouping val="standard"/>
        <c:varyColors val="0"/>
        <c:ser>
          <c:idx val="0"/>
          <c:order val="0"/>
          <c:tx>
            <c:strRef>
              <c:f>Sheet1!$B$1</c:f>
              <c:strCache>
                <c:ptCount val="1"/>
                <c:pt idx="0">
                  <c:v>Four Seasons</c:v>
                </c:pt>
              </c:strCache>
            </c:strRef>
          </c:tx>
          <c:spPr>
            <a:ln w="28575" cap="rnd">
              <a:solidFill>
                <a:srgbClr val="3D441E"/>
              </a:solidFill>
              <a:round/>
            </a:ln>
            <a:effectLst/>
          </c:spPr>
          <c:marker>
            <c:symbol val="circle"/>
            <c:size val="5"/>
            <c:spPr>
              <a:solidFill>
                <a:srgbClr val="3D441E"/>
              </a:solidFill>
              <a:ln w="9525">
                <a:noFill/>
              </a:ln>
              <a:effectLst/>
            </c:spPr>
          </c:marker>
          <c:dLbls>
            <c:dLbl>
              <c:idx val="0"/>
              <c:delete val="1"/>
              <c:extLst>
                <c:ext xmlns:c15="http://schemas.microsoft.com/office/drawing/2012/chart" uri="{CE6537A1-D6FC-4f65-9D91-7224C49458BB}"/>
                <c:ext xmlns:c16="http://schemas.microsoft.com/office/drawing/2014/chart" uri="{C3380CC4-5D6E-409C-BE32-E72D297353CC}">
                  <c16:uniqueId val="{00000000-4822-478F-83BA-B16F627A13C1}"/>
                </c:ext>
              </c:extLst>
            </c:dLbl>
            <c:dLbl>
              <c:idx val="1"/>
              <c:delete val="1"/>
              <c:extLst>
                <c:ext xmlns:c15="http://schemas.microsoft.com/office/drawing/2012/chart" uri="{CE6537A1-D6FC-4f65-9D91-7224C49458BB}"/>
                <c:ext xmlns:c16="http://schemas.microsoft.com/office/drawing/2014/chart" uri="{C3380CC4-5D6E-409C-BE32-E72D297353CC}">
                  <c16:uniqueId val="{00000001-4822-478F-83BA-B16F627A13C1}"/>
                </c:ext>
              </c:extLst>
            </c:dLbl>
            <c:dLbl>
              <c:idx val="2"/>
              <c:delete val="1"/>
              <c:extLst>
                <c:ext xmlns:c15="http://schemas.microsoft.com/office/drawing/2012/chart" uri="{CE6537A1-D6FC-4f65-9D91-7224C49458BB}"/>
                <c:ext xmlns:c16="http://schemas.microsoft.com/office/drawing/2014/chart" uri="{C3380CC4-5D6E-409C-BE32-E72D297353CC}">
                  <c16:uniqueId val="{00000002-4822-478F-83BA-B16F627A13C1}"/>
                </c:ext>
              </c:extLst>
            </c:dLbl>
            <c:dLbl>
              <c:idx val="3"/>
              <c:delete val="1"/>
              <c:extLst>
                <c:ext xmlns:c15="http://schemas.microsoft.com/office/drawing/2012/chart" uri="{CE6537A1-D6FC-4f65-9D91-7224C49458BB}"/>
                <c:ext xmlns:c16="http://schemas.microsoft.com/office/drawing/2014/chart" uri="{C3380CC4-5D6E-409C-BE32-E72D297353CC}">
                  <c16:uniqueId val="{00000003-4822-478F-83BA-B16F627A13C1}"/>
                </c:ext>
              </c:extLst>
            </c:dLbl>
            <c:dLbl>
              <c:idx val="4"/>
              <c:delete val="1"/>
              <c:extLst>
                <c:ext xmlns:c15="http://schemas.microsoft.com/office/drawing/2012/chart" uri="{CE6537A1-D6FC-4f65-9D91-7224C49458BB}"/>
                <c:ext xmlns:c16="http://schemas.microsoft.com/office/drawing/2014/chart" uri="{C3380CC4-5D6E-409C-BE32-E72D297353CC}">
                  <c16:uniqueId val="{00000004-4822-478F-83BA-B16F627A13C1}"/>
                </c:ext>
              </c:extLst>
            </c:dLbl>
            <c:dLbl>
              <c:idx val="5"/>
              <c:delete val="1"/>
              <c:extLst>
                <c:ext xmlns:c15="http://schemas.microsoft.com/office/drawing/2012/chart" uri="{CE6537A1-D6FC-4f65-9D91-7224C49458BB}"/>
                <c:ext xmlns:c16="http://schemas.microsoft.com/office/drawing/2014/chart" uri="{C3380CC4-5D6E-409C-BE32-E72D297353CC}">
                  <c16:uniqueId val="{00000005-4822-478F-83BA-B16F627A13C1}"/>
                </c:ext>
              </c:extLst>
            </c:dLbl>
            <c:dLbl>
              <c:idx val="6"/>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4822-478F-83BA-B16F627A13C1}"/>
                </c:ext>
              </c:extLst>
            </c:dLbl>
            <c:dLbl>
              <c:idx val="7"/>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4822-478F-83BA-B16F627A13C1}"/>
                </c:ext>
              </c:extLst>
            </c:dLbl>
            <c:dLbl>
              <c:idx val="8"/>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4822-478F-83BA-B16F627A13C1}"/>
                </c:ext>
              </c:extLst>
            </c:dLbl>
            <c:dLbl>
              <c:idx val="9"/>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4822-478F-83BA-B16F627A13C1}"/>
                </c:ext>
              </c:extLst>
            </c:dLbl>
            <c:dLbl>
              <c:idx val="1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4822-478F-83BA-B16F627A13C1}"/>
                </c:ext>
              </c:extLst>
            </c:dLbl>
            <c:dLbl>
              <c:idx val="11"/>
              <c:layout>
                <c:manualLayout>
                  <c:x val="0"/>
                  <c:y val="1.925379314885499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4822-478F-83BA-B16F627A13C1}"/>
                </c:ext>
              </c:extLst>
            </c:dLbl>
            <c:numFmt formatCode="0.00%" sourceLinked="0"/>
            <c:spPr>
              <a:solidFill>
                <a:srgbClr val="3D441E"/>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Sheet1!$B$2:$B$13</c:f>
              <c:numCache>
                <c:formatCode>0%</c:formatCode>
                <c:ptCount val="12"/>
                <c:pt idx="0">
                  <c:v>0.20199999999999901</c:v>
                </c:pt>
                <c:pt idx="1">
                  <c:v>0.180699999999999</c:v>
                </c:pt>
                <c:pt idx="2">
                  <c:v>0.19</c:v>
                </c:pt>
                <c:pt idx="3" formatCode="0.00%">
                  <c:v>0.1762</c:v>
                </c:pt>
                <c:pt idx="4" formatCode="0.00%">
                  <c:v>0.1726</c:v>
                </c:pt>
                <c:pt idx="5" formatCode="0.00%">
                  <c:v>0.20660000000000001</c:v>
                </c:pt>
                <c:pt idx="6">
                  <c:v>0.2044</c:v>
                </c:pt>
              </c:numCache>
            </c:numRef>
          </c:val>
          <c:smooth val="1"/>
          <c:extLst>
            <c:ext xmlns:c16="http://schemas.microsoft.com/office/drawing/2014/chart" uri="{C3380CC4-5D6E-409C-BE32-E72D297353CC}">
              <c16:uniqueId val="{0000000C-4822-478F-83BA-B16F627A13C1}"/>
            </c:ext>
          </c:extLst>
        </c:ser>
        <c:ser>
          <c:idx val="1"/>
          <c:order val="1"/>
          <c:tx>
            <c:strRef>
              <c:f>Sheet1!$C$1</c:f>
              <c:strCache>
                <c:ptCount val="1"/>
                <c:pt idx="0">
                  <c:v>Ritz-Carlton</c:v>
                </c:pt>
              </c:strCache>
            </c:strRef>
          </c:tx>
          <c:spPr>
            <a:ln w="28575" cap="rnd">
              <a:solidFill>
                <a:srgbClr val="1F335B"/>
              </a:solidFill>
              <a:round/>
            </a:ln>
            <a:effectLst/>
          </c:spPr>
          <c:marker>
            <c:symbol val="circle"/>
            <c:size val="5"/>
            <c:spPr>
              <a:solidFill>
                <a:srgbClr val="1F335B"/>
              </a:solidFill>
              <a:ln w="9525">
                <a:solidFill>
                  <a:srgbClr val="99B5DB"/>
                </a:solidFill>
              </a:ln>
              <a:effectLst/>
            </c:spPr>
          </c:marker>
          <c:dLbls>
            <c:dLbl>
              <c:idx val="0"/>
              <c:delete val="1"/>
              <c:extLst>
                <c:ext xmlns:c15="http://schemas.microsoft.com/office/drawing/2012/chart" uri="{CE6537A1-D6FC-4f65-9D91-7224C49458BB}"/>
                <c:ext xmlns:c16="http://schemas.microsoft.com/office/drawing/2014/chart" uri="{C3380CC4-5D6E-409C-BE32-E72D297353CC}">
                  <c16:uniqueId val="{0000000D-4822-478F-83BA-B16F627A13C1}"/>
                </c:ext>
              </c:extLst>
            </c:dLbl>
            <c:dLbl>
              <c:idx val="1"/>
              <c:delete val="1"/>
              <c:extLst>
                <c:ext xmlns:c15="http://schemas.microsoft.com/office/drawing/2012/chart" uri="{CE6537A1-D6FC-4f65-9D91-7224C49458BB}"/>
                <c:ext xmlns:c16="http://schemas.microsoft.com/office/drawing/2014/chart" uri="{C3380CC4-5D6E-409C-BE32-E72D297353CC}">
                  <c16:uniqueId val="{0000000E-4822-478F-83BA-B16F627A13C1}"/>
                </c:ext>
              </c:extLst>
            </c:dLbl>
            <c:dLbl>
              <c:idx val="2"/>
              <c:delete val="1"/>
              <c:extLst>
                <c:ext xmlns:c15="http://schemas.microsoft.com/office/drawing/2012/chart" uri="{CE6537A1-D6FC-4f65-9D91-7224C49458BB}"/>
                <c:ext xmlns:c16="http://schemas.microsoft.com/office/drawing/2014/chart" uri="{C3380CC4-5D6E-409C-BE32-E72D297353CC}">
                  <c16:uniqueId val="{0000000F-4822-478F-83BA-B16F627A13C1}"/>
                </c:ext>
              </c:extLst>
            </c:dLbl>
            <c:dLbl>
              <c:idx val="3"/>
              <c:delete val="1"/>
              <c:extLst>
                <c:ext xmlns:c15="http://schemas.microsoft.com/office/drawing/2012/chart" uri="{CE6537A1-D6FC-4f65-9D91-7224C49458BB}"/>
                <c:ext xmlns:c16="http://schemas.microsoft.com/office/drawing/2014/chart" uri="{C3380CC4-5D6E-409C-BE32-E72D297353CC}">
                  <c16:uniqueId val="{00000010-4822-478F-83BA-B16F627A13C1}"/>
                </c:ext>
              </c:extLst>
            </c:dLbl>
            <c:dLbl>
              <c:idx val="4"/>
              <c:delete val="1"/>
              <c:extLst>
                <c:ext xmlns:c15="http://schemas.microsoft.com/office/drawing/2012/chart" uri="{CE6537A1-D6FC-4f65-9D91-7224C49458BB}"/>
                <c:ext xmlns:c16="http://schemas.microsoft.com/office/drawing/2014/chart" uri="{C3380CC4-5D6E-409C-BE32-E72D297353CC}">
                  <c16:uniqueId val="{00000011-4822-478F-83BA-B16F627A13C1}"/>
                </c:ext>
              </c:extLst>
            </c:dLbl>
            <c:dLbl>
              <c:idx val="5"/>
              <c:delete val="1"/>
              <c:extLst>
                <c:ext xmlns:c15="http://schemas.microsoft.com/office/drawing/2012/chart" uri="{CE6537A1-D6FC-4f65-9D91-7224C49458BB}"/>
                <c:ext xmlns:c16="http://schemas.microsoft.com/office/drawing/2014/chart" uri="{C3380CC4-5D6E-409C-BE32-E72D297353CC}">
                  <c16:uniqueId val="{00000012-4822-478F-83BA-B16F627A13C1}"/>
                </c:ext>
              </c:extLst>
            </c:dLbl>
            <c:dLbl>
              <c:idx val="6"/>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4822-478F-83BA-B16F627A13C1}"/>
                </c:ext>
              </c:extLst>
            </c:dLbl>
            <c:dLbl>
              <c:idx val="7"/>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4822-478F-83BA-B16F627A13C1}"/>
                </c:ext>
              </c:extLst>
            </c:dLbl>
            <c:dLbl>
              <c:idx val="8"/>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4822-478F-83BA-B16F627A13C1}"/>
                </c:ext>
              </c:extLst>
            </c:dLbl>
            <c:dLbl>
              <c:idx val="9"/>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4822-478F-83BA-B16F627A13C1}"/>
                </c:ext>
              </c:extLst>
            </c:dLbl>
            <c:dLbl>
              <c:idx val="1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4822-478F-83BA-B16F627A13C1}"/>
                </c:ext>
              </c:extLst>
            </c:dLbl>
            <c:spPr>
              <a:solidFill>
                <a:srgbClr val="1F335B"/>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Sheet1!$C$2:$C$13</c:f>
              <c:numCache>
                <c:formatCode>0%</c:formatCode>
                <c:ptCount val="12"/>
                <c:pt idx="0">
                  <c:v>0.1618</c:v>
                </c:pt>
                <c:pt idx="1">
                  <c:v>0.15634999999999999</c:v>
                </c:pt>
                <c:pt idx="2">
                  <c:v>0.14000000000000001</c:v>
                </c:pt>
                <c:pt idx="3">
                  <c:v>0.14000000000000001</c:v>
                </c:pt>
                <c:pt idx="4">
                  <c:v>0.14000000000000001</c:v>
                </c:pt>
                <c:pt idx="5">
                  <c:v>0.14000000000000001</c:v>
                </c:pt>
                <c:pt idx="6">
                  <c:v>0.13</c:v>
                </c:pt>
              </c:numCache>
            </c:numRef>
          </c:val>
          <c:smooth val="1"/>
          <c:extLst>
            <c:ext xmlns:c16="http://schemas.microsoft.com/office/drawing/2014/chart" uri="{C3380CC4-5D6E-409C-BE32-E72D297353CC}">
              <c16:uniqueId val="{00000018-4822-478F-83BA-B16F627A13C1}"/>
            </c:ext>
          </c:extLst>
        </c:ser>
        <c:ser>
          <c:idx val="2"/>
          <c:order val="2"/>
          <c:tx>
            <c:strRef>
              <c:f>Sheet1!$D$1</c:f>
              <c:strCache>
                <c:ptCount val="1"/>
                <c:pt idx="0">
                  <c:v>Seabourn  </c:v>
                </c:pt>
              </c:strCache>
            </c:strRef>
          </c:tx>
          <c:spPr>
            <a:ln w="28575" cap="rnd">
              <a:solidFill>
                <a:srgbClr val="5F88BD"/>
              </a:solidFill>
              <a:round/>
            </a:ln>
            <a:effectLst/>
          </c:spPr>
          <c:marker>
            <c:symbol val="circle"/>
            <c:size val="5"/>
            <c:spPr>
              <a:solidFill>
                <a:srgbClr val="5F88BD"/>
              </a:solidFill>
              <a:ln w="9525">
                <a:solidFill>
                  <a:srgbClr val="009999"/>
                </a:solidFill>
              </a:ln>
              <a:effectLst/>
            </c:spPr>
          </c:marker>
          <c:dLbls>
            <c:dLbl>
              <c:idx val="0"/>
              <c:delete val="1"/>
              <c:extLst>
                <c:ext xmlns:c15="http://schemas.microsoft.com/office/drawing/2012/chart" uri="{CE6537A1-D6FC-4f65-9D91-7224C49458BB}"/>
                <c:ext xmlns:c16="http://schemas.microsoft.com/office/drawing/2014/chart" uri="{C3380CC4-5D6E-409C-BE32-E72D297353CC}">
                  <c16:uniqueId val="{00000019-4822-478F-83BA-B16F627A13C1}"/>
                </c:ext>
              </c:extLst>
            </c:dLbl>
            <c:dLbl>
              <c:idx val="1"/>
              <c:delete val="1"/>
              <c:extLst>
                <c:ext xmlns:c15="http://schemas.microsoft.com/office/drawing/2012/chart" uri="{CE6537A1-D6FC-4f65-9D91-7224C49458BB}"/>
                <c:ext xmlns:c16="http://schemas.microsoft.com/office/drawing/2014/chart" uri="{C3380CC4-5D6E-409C-BE32-E72D297353CC}">
                  <c16:uniqueId val="{0000001A-4822-478F-83BA-B16F627A13C1}"/>
                </c:ext>
              </c:extLst>
            </c:dLbl>
            <c:dLbl>
              <c:idx val="2"/>
              <c:delete val="1"/>
              <c:extLst>
                <c:ext xmlns:c15="http://schemas.microsoft.com/office/drawing/2012/chart" uri="{CE6537A1-D6FC-4f65-9D91-7224C49458BB}"/>
                <c:ext xmlns:c16="http://schemas.microsoft.com/office/drawing/2014/chart" uri="{C3380CC4-5D6E-409C-BE32-E72D297353CC}">
                  <c16:uniqueId val="{0000001B-4822-478F-83BA-B16F627A13C1}"/>
                </c:ext>
              </c:extLst>
            </c:dLbl>
            <c:dLbl>
              <c:idx val="3"/>
              <c:delete val="1"/>
              <c:extLst>
                <c:ext xmlns:c15="http://schemas.microsoft.com/office/drawing/2012/chart" uri="{CE6537A1-D6FC-4f65-9D91-7224C49458BB}"/>
                <c:ext xmlns:c16="http://schemas.microsoft.com/office/drawing/2014/chart" uri="{C3380CC4-5D6E-409C-BE32-E72D297353CC}">
                  <c16:uniqueId val="{0000001C-4822-478F-83BA-B16F627A13C1}"/>
                </c:ext>
              </c:extLst>
            </c:dLbl>
            <c:dLbl>
              <c:idx val="4"/>
              <c:delete val="1"/>
              <c:extLst>
                <c:ext xmlns:c15="http://schemas.microsoft.com/office/drawing/2012/chart" uri="{CE6537A1-D6FC-4f65-9D91-7224C49458BB}"/>
                <c:ext xmlns:c16="http://schemas.microsoft.com/office/drawing/2014/chart" uri="{C3380CC4-5D6E-409C-BE32-E72D297353CC}">
                  <c16:uniqueId val="{0000001D-4822-478F-83BA-B16F627A13C1}"/>
                </c:ext>
              </c:extLst>
            </c:dLbl>
            <c:dLbl>
              <c:idx val="5"/>
              <c:delete val="1"/>
              <c:extLst>
                <c:ext xmlns:c15="http://schemas.microsoft.com/office/drawing/2012/chart" uri="{CE6537A1-D6FC-4f65-9D91-7224C49458BB}"/>
                <c:ext xmlns:c16="http://schemas.microsoft.com/office/drawing/2014/chart" uri="{C3380CC4-5D6E-409C-BE32-E72D297353CC}">
                  <c16:uniqueId val="{0000001E-4822-478F-83BA-B16F627A13C1}"/>
                </c:ext>
              </c:extLst>
            </c:dLbl>
            <c:dLbl>
              <c:idx val="6"/>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4822-478F-83BA-B16F627A13C1}"/>
                </c:ext>
              </c:extLst>
            </c:dLbl>
            <c:dLbl>
              <c:idx val="7"/>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0-4822-478F-83BA-B16F627A13C1}"/>
                </c:ext>
              </c:extLst>
            </c:dLbl>
            <c:dLbl>
              <c:idx val="8"/>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1-4822-478F-83BA-B16F627A13C1}"/>
                </c:ext>
              </c:extLst>
            </c:dLbl>
            <c:dLbl>
              <c:idx val="9"/>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2-4822-478F-83BA-B16F627A13C1}"/>
                </c:ext>
              </c:extLst>
            </c:dLbl>
            <c:dLbl>
              <c:idx val="1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3-4822-478F-83BA-B16F627A13C1}"/>
                </c:ext>
              </c:extLst>
            </c:dLbl>
            <c:spPr>
              <a:solidFill>
                <a:srgbClr val="5F88BD"/>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Sheet1!$D$2:$D$13</c:f>
              <c:numCache>
                <c:formatCode>0%</c:formatCode>
                <c:ptCount val="12"/>
                <c:pt idx="0">
                  <c:v>8.3899999999999905E-2</c:v>
                </c:pt>
                <c:pt idx="1">
                  <c:v>9.0849999999999903E-2</c:v>
                </c:pt>
                <c:pt idx="2">
                  <c:v>0.12</c:v>
                </c:pt>
                <c:pt idx="3">
                  <c:v>0.11</c:v>
                </c:pt>
                <c:pt idx="4">
                  <c:v>0.11</c:v>
                </c:pt>
                <c:pt idx="5">
                  <c:v>0.1</c:v>
                </c:pt>
                <c:pt idx="6">
                  <c:v>0.09</c:v>
                </c:pt>
              </c:numCache>
            </c:numRef>
          </c:val>
          <c:smooth val="1"/>
          <c:extLst>
            <c:ext xmlns:c16="http://schemas.microsoft.com/office/drawing/2014/chart" uri="{C3380CC4-5D6E-409C-BE32-E72D297353CC}">
              <c16:uniqueId val="{00000024-4822-478F-83BA-B16F627A13C1}"/>
            </c:ext>
          </c:extLst>
        </c:ser>
        <c:ser>
          <c:idx val="3"/>
          <c:order val="3"/>
          <c:tx>
            <c:strRef>
              <c:f>Sheet1!$E$1</c:f>
              <c:strCache>
                <c:ptCount val="1"/>
                <c:pt idx="0">
                  <c:v>Silversea</c:v>
                </c:pt>
              </c:strCache>
            </c:strRef>
          </c:tx>
          <c:spPr>
            <a:ln w="28575" cap="rnd">
              <a:solidFill>
                <a:srgbClr val="939393"/>
              </a:solidFill>
              <a:round/>
            </a:ln>
            <a:effectLst/>
          </c:spPr>
          <c:marker>
            <c:symbol val="circle"/>
            <c:size val="5"/>
            <c:spPr>
              <a:solidFill>
                <a:srgbClr val="939393"/>
              </a:solidFill>
              <a:ln w="9525">
                <a:solidFill>
                  <a:srgbClr val="A4CC4C"/>
                </a:solidFill>
              </a:ln>
              <a:effectLst/>
            </c:spPr>
          </c:marker>
          <c:dLbls>
            <c:dLbl>
              <c:idx val="0"/>
              <c:delete val="1"/>
              <c:extLst>
                <c:ext xmlns:c15="http://schemas.microsoft.com/office/drawing/2012/chart" uri="{CE6537A1-D6FC-4f65-9D91-7224C49458BB}"/>
                <c:ext xmlns:c16="http://schemas.microsoft.com/office/drawing/2014/chart" uri="{C3380CC4-5D6E-409C-BE32-E72D297353CC}">
                  <c16:uniqueId val="{00000025-4822-478F-83BA-B16F627A13C1}"/>
                </c:ext>
              </c:extLst>
            </c:dLbl>
            <c:dLbl>
              <c:idx val="1"/>
              <c:delete val="1"/>
              <c:extLst>
                <c:ext xmlns:c15="http://schemas.microsoft.com/office/drawing/2012/chart" uri="{CE6537A1-D6FC-4f65-9D91-7224C49458BB}"/>
                <c:ext xmlns:c16="http://schemas.microsoft.com/office/drawing/2014/chart" uri="{C3380CC4-5D6E-409C-BE32-E72D297353CC}">
                  <c16:uniqueId val="{00000026-4822-478F-83BA-B16F627A13C1}"/>
                </c:ext>
              </c:extLst>
            </c:dLbl>
            <c:dLbl>
              <c:idx val="2"/>
              <c:delete val="1"/>
              <c:extLst>
                <c:ext xmlns:c15="http://schemas.microsoft.com/office/drawing/2012/chart" uri="{CE6537A1-D6FC-4f65-9D91-7224C49458BB}"/>
                <c:ext xmlns:c16="http://schemas.microsoft.com/office/drawing/2014/chart" uri="{C3380CC4-5D6E-409C-BE32-E72D297353CC}">
                  <c16:uniqueId val="{00000027-4822-478F-83BA-B16F627A13C1}"/>
                </c:ext>
              </c:extLst>
            </c:dLbl>
            <c:dLbl>
              <c:idx val="3"/>
              <c:delete val="1"/>
              <c:extLst>
                <c:ext xmlns:c15="http://schemas.microsoft.com/office/drawing/2012/chart" uri="{CE6537A1-D6FC-4f65-9D91-7224C49458BB}"/>
                <c:ext xmlns:c16="http://schemas.microsoft.com/office/drawing/2014/chart" uri="{C3380CC4-5D6E-409C-BE32-E72D297353CC}">
                  <c16:uniqueId val="{00000028-4822-478F-83BA-B16F627A13C1}"/>
                </c:ext>
              </c:extLst>
            </c:dLbl>
            <c:dLbl>
              <c:idx val="4"/>
              <c:delete val="1"/>
              <c:extLst>
                <c:ext xmlns:c15="http://schemas.microsoft.com/office/drawing/2012/chart" uri="{CE6537A1-D6FC-4f65-9D91-7224C49458BB}"/>
                <c:ext xmlns:c16="http://schemas.microsoft.com/office/drawing/2014/chart" uri="{C3380CC4-5D6E-409C-BE32-E72D297353CC}">
                  <c16:uniqueId val="{00000029-4822-478F-83BA-B16F627A13C1}"/>
                </c:ext>
              </c:extLst>
            </c:dLbl>
            <c:dLbl>
              <c:idx val="5"/>
              <c:delete val="1"/>
              <c:extLst>
                <c:ext xmlns:c15="http://schemas.microsoft.com/office/drawing/2012/chart" uri="{CE6537A1-D6FC-4f65-9D91-7224C49458BB}"/>
                <c:ext xmlns:c16="http://schemas.microsoft.com/office/drawing/2014/chart" uri="{C3380CC4-5D6E-409C-BE32-E72D297353CC}">
                  <c16:uniqueId val="{0000002A-4822-478F-83BA-B16F627A13C1}"/>
                </c:ext>
              </c:extLst>
            </c:dLbl>
            <c:dLbl>
              <c:idx val="6"/>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B-4822-478F-83BA-B16F627A13C1}"/>
                </c:ext>
              </c:extLst>
            </c:dLbl>
            <c:dLbl>
              <c:idx val="7"/>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C-4822-478F-83BA-B16F627A13C1}"/>
                </c:ext>
              </c:extLst>
            </c:dLbl>
            <c:dLbl>
              <c:idx val="8"/>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D-4822-478F-83BA-B16F627A13C1}"/>
                </c:ext>
              </c:extLst>
            </c:dLbl>
            <c:dLbl>
              <c:idx val="9"/>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E-4822-478F-83BA-B16F627A13C1}"/>
                </c:ext>
              </c:extLst>
            </c:dLbl>
            <c:dLbl>
              <c:idx val="1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F-4822-478F-83BA-B16F627A13C1}"/>
                </c:ext>
              </c:extLst>
            </c:dLbl>
            <c:spPr>
              <a:solidFill>
                <a:srgbClr val="939393"/>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Sheet1!$E$2:$E$13</c:f>
              <c:numCache>
                <c:formatCode>0%</c:formatCode>
                <c:ptCount val="12"/>
                <c:pt idx="0">
                  <c:v>0.2127</c:v>
                </c:pt>
                <c:pt idx="1">
                  <c:v>0.211449999999999</c:v>
                </c:pt>
                <c:pt idx="2">
                  <c:v>0.19</c:v>
                </c:pt>
                <c:pt idx="3">
                  <c:v>0.2</c:v>
                </c:pt>
                <c:pt idx="4">
                  <c:v>0.2</c:v>
                </c:pt>
                <c:pt idx="5">
                  <c:v>0.18</c:v>
                </c:pt>
                <c:pt idx="6">
                  <c:v>0.19</c:v>
                </c:pt>
              </c:numCache>
            </c:numRef>
          </c:val>
          <c:smooth val="1"/>
          <c:extLst>
            <c:ext xmlns:c16="http://schemas.microsoft.com/office/drawing/2014/chart" uri="{C3380CC4-5D6E-409C-BE32-E72D297353CC}">
              <c16:uniqueId val="{00000030-4822-478F-83BA-B16F627A13C1}"/>
            </c:ext>
          </c:extLst>
        </c:ser>
        <c:ser>
          <c:idx val="4"/>
          <c:order val="4"/>
          <c:tx>
            <c:strRef>
              <c:f>Sheet1!$F$1</c:f>
              <c:strCache>
                <c:ptCount val="1"/>
                <c:pt idx="0">
                  <c:v>Regent Seven Seas</c:v>
                </c:pt>
              </c:strCache>
            </c:strRef>
          </c:tx>
          <c:spPr>
            <a:ln w="28575" cap="rnd">
              <a:solidFill>
                <a:srgbClr val="1F216C"/>
              </a:solidFill>
              <a:round/>
            </a:ln>
            <a:effectLst/>
          </c:spPr>
          <c:marker>
            <c:symbol val="circle"/>
            <c:size val="5"/>
            <c:spPr>
              <a:solidFill>
                <a:srgbClr val="1F216C"/>
              </a:solidFill>
              <a:ln w="9525">
                <a:solidFill>
                  <a:srgbClr val="4885BC"/>
                </a:solidFill>
              </a:ln>
              <a:effectLst/>
            </c:spPr>
          </c:marker>
          <c:dLbls>
            <c:delete val="1"/>
          </c:dLbls>
          <c:cat>
            <c:strRef>
              <c:f>Sheet1!$A$2:$A$13</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Sheet1!$F$2:$F$13</c:f>
              <c:numCache>
                <c:formatCode>0%</c:formatCode>
                <c:ptCount val="12"/>
                <c:pt idx="0">
                  <c:v>0.26179999999999898</c:v>
                </c:pt>
                <c:pt idx="1">
                  <c:v>0.266599999999999</c:v>
                </c:pt>
                <c:pt idx="2">
                  <c:v>0.26</c:v>
                </c:pt>
                <c:pt idx="3">
                  <c:v>0.24</c:v>
                </c:pt>
                <c:pt idx="4">
                  <c:v>0.24</c:v>
                </c:pt>
                <c:pt idx="5">
                  <c:v>0.22</c:v>
                </c:pt>
                <c:pt idx="6">
                  <c:v>0.22</c:v>
                </c:pt>
              </c:numCache>
            </c:numRef>
          </c:val>
          <c:smooth val="1"/>
          <c:extLst>
            <c:ext xmlns:c16="http://schemas.microsoft.com/office/drawing/2014/chart" uri="{C3380CC4-5D6E-409C-BE32-E72D297353CC}">
              <c16:uniqueId val="{0000003C-4822-478F-83BA-B16F627A13C1}"/>
            </c:ext>
          </c:extLst>
        </c:ser>
        <c:ser>
          <c:idx val="5"/>
          <c:order val="5"/>
          <c:tx>
            <c:strRef>
              <c:f>Sheet1!$G$1</c:f>
              <c:strCache>
                <c:ptCount val="1"/>
                <c:pt idx="0">
                  <c:v>Orient Express</c:v>
                </c:pt>
              </c:strCache>
            </c:strRef>
          </c:tx>
          <c:spPr>
            <a:ln w="28575" cap="rnd">
              <a:solidFill>
                <a:srgbClr val="4F0304"/>
              </a:solidFill>
              <a:round/>
            </a:ln>
            <a:effectLst/>
          </c:spPr>
          <c:marker>
            <c:symbol val="circle"/>
            <c:size val="5"/>
            <c:spPr>
              <a:solidFill>
                <a:srgbClr val="4F0304"/>
              </a:solidFill>
              <a:ln w="9525">
                <a:noFill/>
              </a:ln>
              <a:effectLst/>
            </c:spPr>
          </c:marker>
          <c:dLbls>
            <c:dLbl>
              <c:idx val="0"/>
              <c:delete val="1"/>
              <c:extLst>
                <c:ext xmlns:c15="http://schemas.microsoft.com/office/drawing/2012/chart" uri="{CE6537A1-D6FC-4f65-9D91-7224C49458BB}"/>
                <c:ext xmlns:c16="http://schemas.microsoft.com/office/drawing/2014/chart" uri="{C3380CC4-5D6E-409C-BE32-E72D297353CC}">
                  <c16:uniqueId val="{0000003D-4822-478F-83BA-B16F627A13C1}"/>
                </c:ext>
              </c:extLst>
            </c:dLbl>
            <c:dLbl>
              <c:idx val="1"/>
              <c:delete val="1"/>
              <c:extLst>
                <c:ext xmlns:c15="http://schemas.microsoft.com/office/drawing/2012/chart" uri="{CE6537A1-D6FC-4f65-9D91-7224C49458BB}"/>
                <c:ext xmlns:c16="http://schemas.microsoft.com/office/drawing/2014/chart" uri="{C3380CC4-5D6E-409C-BE32-E72D297353CC}">
                  <c16:uniqueId val="{0000003E-4822-478F-83BA-B16F627A13C1}"/>
                </c:ext>
              </c:extLst>
            </c:dLbl>
            <c:dLbl>
              <c:idx val="2"/>
              <c:delete val="1"/>
              <c:extLst>
                <c:ext xmlns:c15="http://schemas.microsoft.com/office/drawing/2012/chart" uri="{CE6537A1-D6FC-4f65-9D91-7224C49458BB}"/>
                <c:ext xmlns:c16="http://schemas.microsoft.com/office/drawing/2014/chart" uri="{C3380CC4-5D6E-409C-BE32-E72D297353CC}">
                  <c16:uniqueId val="{0000003F-4822-478F-83BA-B16F627A13C1}"/>
                </c:ext>
              </c:extLst>
            </c:dLbl>
            <c:dLbl>
              <c:idx val="3"/>
              <c:delete val="1"/>
              <c:extLst>
                <c:ext xmlns:c15="http://schemas.microsoft.com/office/drawing/2012/chart" uri="{CE6537A1-D6FC-4f65-9D91-7224C49458BB}"/>
                <c:ext xmlns:c16="http://schemas.microsoft.com/office/drawing/2014/chart" uri="{C3380CC4-5D6E-409C-BE32-E72D297353CC}">
                  <c16:uniqueId val="{00000040-4822-478F-83BA-B16F627A13C1}"/>
                </c:ext>
              </c:extLst>
            </c:dLbl>
            <c:dLbl>
              <c:idx val="4"/>
              <c:delete val="1"/>
              <c:extLst>
                <c:ext xmlns:c15="http://schemas.microsoft.com/office/drawing/2012/chart" uri="{CE6537A1-D6FC-4f65-9D91-7224C49458BB}"/>
                <c:ext xmlns:c16="http://schemas.microsoft.com/office/drawing/2014/chart" uri="{C3380CC4-5D6E-409C-BE32-E72D297353CC}">
                  <c16:uniqueId val="{00000041-4822-478F-83BA-B16F627A13C1}"/>
                </c:ext>
              </c:extLst>
            </c:dLbl>
            <c:dLbl>
              <c:idx val="5"/>
              <c:delete val="1"/>
              <c:extLst>
                <c:ext xmlns:c15="http://schemas.microsoft.com/office/drawing/2012/chart" uri="{CE6537A1-D6FC-4f65-9D91-7224C49458BB}"/>
                <c:ext xmlns:c16="http://schemas.microsoft.com/office/drawing/2014/chart" uri="{C3380CC4-5D6E-409C-BE32-E72D297353CC}">
                  <c16:uniqueId val="{00000042-4822-478F-83BA-B16F627A13C1}"/>
                </c:ext>
              </c:extLst>
            </c:dLbl>
            <c:dLbl>
              <c:idx val="6"/>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3-4822-478F-83BA-B16F627A13C1}"/>
                </c:ext>
              </c:extLst>
            </c:dLbl>
            <c:dLbl>
              <c:idx val="7"/>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4-4822-478F-83BA-B16F627A13C1}"/>
                </c:ext>
              </c:extLst>
            </c:dLbl>
            <c:dLbl>
              <c:idx val="8"/>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5-4822-478F-83BA-B16F627A13C1}"/>
                </c:ext>
              </c:extLst>
            </c:dLbl>
            <c:dLbl>
              <c:idx val="9"/>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6-4822-478F-83BA-B16F627A13C1}"/>
                </c:ext>
              </c:extLst>
            </c:dLbl>
            <c:dLbl>
              <c:idx val="1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7-4822-478F-83BA-B16F627A13C1}"/>
                </c:ext>
              </c:extLst>
            </c:dLbl>
            <c:dLbl>
              <c:idx val="11"/>
              <c:layout>
                <c:manualLayout>
                  <c:x val="0"/>
                  <c:y val="1.375270939203918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8-4822-478F-83BA-B16F627A13C1}"/>
                </c:ext>
              </c:extLst>
            </c:dLbl>
            <c:spPr>
              <a:solidFill>
                <a:srgbClr val="4F0304"/>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Sheet1!$G$2:$G$13</c:f>
              <c:numCache>
                <c:formatCode>0%</c:formatCode>
                <c:ptCount val="12"/>
                <c:pt idx="0">
                  <c:v>3.6299999999999999E-2</c:v>
                </c:pt>
                <c:pt idx="1">
                  <c:v>4.6399999999999997E-2</c:v>
                </c:pt>
                <c:pt idx="2">
                  <c:v>0.05</c:v>
                </c:pt>
                <c:pt idx="3">
                  <c:v>7.0000000000000007E-2</c:v>
                </c:pt>
                <c:pt idx="4">
                  <c:v>0.08</c:v>
                </c:pt>
                <c:pt idx="5">
                  <c:v>0.1</c:v>
                </c:pt>
                <c:pt idx="6">
                  <c:v>0.09</c:v>
                </c:pt>
              </c:numCache>
            </c:numRef>
          </c:val>
          <c:smooth val="1"/>
          <c:extLst>
            <c:ext xmlns:c16="http://schemas.microsoft.com/office/drawing/2014/chart" uri="{C3380CC4-5D6E-409C-BE32-E72D297353CC}">
              <c16:uniqueId val="{00000049-4822-478F-83BA-B16F627A13C1}"/>
            </c:ext>
          </c:extLst>
        </c:ser>
        <c:ser>
          <c:idx val="6"/>
          <c:order val="6"/>
          <c:tx>
            <c:strRef>
              <c:f>Sheet1!$H$1</c:f>
              <c:strCache>
                <c:ptCount val="1"/>
                <c:pt idx="0">
                  <c:v>Aman</c:v>
                </c:pt>
              </c:strCache>
            </c:strRef>
          </c:tx>
          <c:spPr>
            <a:ln w="28575" cap="rnd">
              <a:solidFill>
                <a:srgbClr val="DDC38B"/>
              </a:solidFill>
              <a:round/>
            </a:ln>
            <a:effectLst/>
          </c:spPr>
          <c:marker>
            <c:symbol val="circle"/>
            <c:size val="5"/>
            <c:spPr>
              <a:solidFill>
                <a:srgbClr val="DDC38B"/>
              </a:solidFill>
              <a:ln w="9525">
                <a:solidFill>
                  <a:srgbClr val="C8AE8E"/>
                </a:solidFill>
              </a:ln>
              <a:effectLst/>
            </c:spPr>
          </c:marker>
          <c:dLbls>
            <c:dLbl>
              <c:idx val="0"/>
              <c:delete val="1"/>
              <c:extLst>
                <c:ext xmlns:c15="http://schemas.microsoft.com/office/drawing/2012/chart" uri="{CE6537A1-D6FC-4f65-9D91-7224C49458BB}"/>
                <c:ext xmlns:c16="http://schemas.microsoft.com/office/drawing/2014/chart" uri="{C3380CC4-5D6E-409C-BE32-E72D297353CC}">
                  <c16:uniqueId val="{0000004A-4822-478F-83BA-B16F627A13C1}"/>
                </c:ext>
              </c:extLst>
            </c:dLbl>
            <c:dLbl>
              <c:idx val="1"/>
              <c:delete val="1"/>
              <c:extLst>
                <c:ext xmlns:c15="http://schemas.microsoft.com/office/drawing/2012/chart" uri="{CE6537A1-D6FC-4f65-9D91-7224C49458BB}"/>
                <c:ext xmlns:c16="http://schemas.microsoft.com/office/drawing/2014/chart" uri="{C3380CC4-5D6E-409C-BE32-E72D297353CC}">
                  <c16:uniqueId val="{0000004B-4822-478F-83BA-B16F627A13C1}"/>
                </c:ext>
              </c:extLst>
            </c:dLbl>
            <c:dLbl>
              <c:idx val="2"/>
              <c:delete val="1"/>
              <c:extLst>
                <c:ext xmlns:c15="http://schemas.microsoft.com/office/drawing/2012/chart" uri="{CE6537A1-D6FC-4f65-9D91-7224C49458BB}"/>
                <c:ext xmlns:c16="http://schemas.microsoft.com/office/drawing/2014/chart" uri="{C3380CC4-5D6E-409C-BE32-E72D297353CC}">
                  <c16:uniqueId val="{0000004C-4822-478F-83BA-B16F627A13C1}"/>
                </c:ext>
              </c:extLst>
            </c:dLbl>
            <c:dLbl>
              <c:idx val="3"/>
              <c:delete val="1"/>
              <c:extLst>
                <c:ext xmlns:c15="http://schemas.microsoft.com/office/drawing/2012/chart" uri="{CE6537A1-D6FC-4f65-9D91-7224C49458BB}"/>
                <c:ext xmlns:c16="http://schemas.microsoft.com/office/drawing/2014/chart" uri="{C3380CC4-5D6E-409C-BE32-E72D297353CC}">
                  <c16:uniqueId val="{0000004D-4822-478F-83BA-B16F627A13C1}"/>
                </c:ext>
              </c:extLst>
            </c:dLbl>
            <c:dLbl>
              <c:idx val="4"/>
              <c:delete val="1"/>
              <c:extLst>
                <c:ext xmlns:c15="http://schemas.microsoft.com/office/drawing/2012/chart" uri="{CE6537A1-D6FC-4f65-9D91-7224C49458BB}"/>
                <c:ext xmlns:c16="http://schemas.microsoft.com/office/drawing/2014/chart" uri="{C3380CC4-5D6E-409C-BE32-E72D297353CC}">
                  <c16:uniqueId val="{0000004E-4822-478F-83BA-B16F627A13C1}"/>
                </c:ext>
              </c:extLst>
            </c:dLbl>
            <c:dLbl>
              <c:idx val="5"/>
              <c:delete val="1"/>
              <c:extLst>
                <c:ext xmlns:c15="http://schemas.microsoft.com/office/drawing/2012/chart" uri="{CE6537A1-D6FC-4f65-9D91-7224C49458BB}"/>
                <c:ext xmlns:c16="http://schemas.microsoft.com/office/drawing/2014/chart" uri="{C3380CC4-5D6E-409C-BE32-E72D297353CC}">
                  <c16:uniqueId val="{0000004F-4822-478F-83BA-B16F627A13C1}"/>
                </c:ext>
              </c:extLst>
            </c:dLbl>
            <c:dLbl>
              <c:idx val="6"/>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0-4822-478F-83BA-B16F627A13C1}"/>
                </c:ext>
              </c:extLst>
            </c:dLbl>
            <c:dLbl>
              <c:idx val="7"/>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1-4822-478F-83BA-B16F627A13C1}"/>
                </c:ext>
              </c:extLst>
            </c:dLbl>
            <c:dLbl>
              <c:idx val="8"/>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2-4822-478F-83BA-B16F627A13C1}"/>
                </c:ext>
              </c:extLst>
            </c:dLbl>
            <c:dLbl>
              <c:idx val="9"/>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3-4822-478F-83BA-B16F627A13C1}"/>
                </c:ext>
              </c:extLst>
            </c:dLbl>
            <c:dLbl>
              <c:idx val="1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4-4822-478F-83BA-B16F627A13C1}"/>
                </c:ext>
              </c:extLst>
            </c:dLbl>
            <c:dLbl>
              <c:idx val="11"/>
              <c:layout>
                <c:manualLayout>
                  <c:x val="0"/>
                  <c:y val="-4.125812817611784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5-4822-478F-83BA-B16F627A13C1}"/>
                </c:ext>
              </c:extLst>
            </c:dLbl>
            <c:spPr>
              <a:solidFill>
                <a:srgbClr val="DDC38B"/>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Sheet1!$H$2:$H$13</c:f>
              <c:numCache>
                <c:formatCode>0%</c:formatCode>
                <c:ptCount val="12"/>
                <c:pt idx="0">
                  <c:v>4.1499999999999898E-2</c:v>
                </c:pt>
                <c:pt idx="1">
                  <c:v>4.4449999999999899E-2</c:v>
                </c:pt>
                <c:pt idx="2">
                  <c:v>0.04</c:v>
                </c:pt>
                <c:pt idx="3">
                  <c:v>0.06</c:v>
                </c:pt>
                <c:pt idx="4">
                  <c:v>0.05</c:v>
                </c:pt>
                <c:pt idx="5">
                  <c:v>0.06</c:v>
                </c:pt>
                <c:pt idx="6">
                  <c:v>0.06</c:v>
                </c:pt>
              </c:numCache>
            </c:numRef>
          </c:val>
          <c:smooth val="1"/>
          <c:extLst>
            <c:ext xmlns:c16="http://schemas.microsoft.com/office/drawing/2014/chart" uri="{C3380CC4-5D6E-409C-BE32-E72D297353CC}">
              <c16:uniqueId val="{00000056-4822-478F-83BA-B16F627A13C1}"/>
            </c:ext>
          </c:extLst>
        </c:ser>
        <c:dLbls>
          <c:dLblPos val="r"/>
          <c:showLegendKey val="0"/>
          <c:showVal val="1"/>
          <c:showCatName val="0"/>
          <c:showSerName val="0"/>
          <c:showPercent val="0"/>
          <c:showBubbleSize val="0"/>
        </c:dLbls>
        <c:marker val="1"/>
        <c:smooth val="0"/>
        <c:axId val="957320592"/>
        <c:axId val="957317232"/>
      </c:lineChart>
      <c:catAx>
        <c:axId val="9573205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50000"/>
                    <a:lumOff val="50000"/>
                  </a:schemeClr>
                </a:solidFill>
                <a:latin typeface="+mn-lt"/>
                <a:ea typeface="+mn-ea"/>
                <a:cs typeface="+mn-cs"/>
              </a:defRPr>
            </a:pPr>
            <a:endParaRPr lang="en-US"/>
          </a:p>
        </c:txPr>
        <c:crossAx val="957317232"/>
        <c:crosses val="autoZero"/>
        <c:auto val="1"/>
        <c:lblAlgn val="ctr"/>
        <c:lblOffset val="100"/>
        <c:noMultiLvlLbl val="0"/>
      </c:catAx>
      <c:valAx>
        <c:axId val="957317232"/>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50000"/>
                    <a:lumOff val="50000"/>
                  </a:schemeClr>
                </a:solidFill>
                <a:latin typeface="+mn-lt"/>
                <a:ea typeface="+mn-ea"/>
                <a:cs typeface="+mn-cs"/>
              </a:defRPr>
            </a:pPr>
            <a:endParaRPr lang="en-US"/>
          </a:p>
        </c:txPr>
        <c:crossAx val="957320592"/>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a:defRPr sz="1200" b="1" i="0" u="none" strike="noStrike" kern="1200" spc="0" baseline="0">
                <a:solidFill>
                  <a:schemeClr val="bg1"/>
                </a:solidFill>
                <a:latin typeface="+mn-lt"/>
                <a:ea typeface="+mn-ea"/>
                <a:cs typeface="+mn-cs"/>
              </a:defRPr>
            </a:pPr>
            <a:r>
              <a:rPr lang="en-US"/>
              <a:t>SOV</a:t>
            </a:r>
          </a:p>
          <a:p>
            <a:pPr algn="ctr">
              <a:defRPr/>
            </a:pPr>
            <a:r>
              <a:rPr lang="en-US"/>
              <a:t>YTD</a:t>
            </a:r>
          </a:p>
        </c:rich>
      </c:tx>
      <c:layout>
        <c:manualLayout>
          <c:xMode val="edge"/>
          <c:yMode val="edge"/>
          <c:x val="0.42253463108778078"/>
          <c:y val="0.40277777777777779"/>
        </c:manualLayout>
      </c:layout>
      <c:overlay val="1"/>
      <c:spPr>
        <a:noFill/>
        <a:ln>
          <a:noFill/>
        </a:ln>
        <a:effectLst/>
      </c:spPr>
      <c:txPr>
        <a:bodyPr rot="0" spcFirstLastPara="1" vertOverflow="ellipsis" vert="horz" wrap="square" anchor="ctr" anchorCtr="1"/>
        <a:lstStyle/>
        <a:p>
          <a:pPr algn="ctr">
            <a:defRPr sz="1200" b="1" i="0" u="none" strike="noStrike" kern="1200" spc="0" baseline="0">
              <a:solidFill>
                <a:schemeClr val="bg1"/>
              </a:solidFill>
              <a:latin typeface="+mn-lt"/>
              <a:ea typeface="+mn-ea"/>
              <a:cs typeface="+mn-cs"/>
            </a:defRPr>
          </a:pPr>
          <a:endParaRPr lang="en-US"/>
        </a:p>
      </c:txPr>
    </c:title>
    <c:autoTitleDeleted val="0"/>
    <c:plotArea>
      <c:layout/>
      <c:doughnutChart>
        <c:varyColors val="1"/>
        <c:ser>
          <c:idx val="0"/>
          <c:order val="0"/>
          <c:tx>
            <c:strRef>
              <c:f>Sheet1!$B$1</c:f>
              <c:strCache>
                <c:ptCount val="1"/>
                <c:pt idx="0">
                  <c:v>Yachts</c:v>
                </c:pt>
              </c:strCache>
            </c:strRef>
          </c:tx>
          <c:spPr>
            <a:ln w="12700">
              <a:solidFill>
                <a:srgbClr val="FCFAF9"/>
              </a:solidFill>
            </a:ln>
          </c:spPr>
          <c:dPt>
            <c:idx val="0"/>
            <c:bubble3D val="0"/>
            <c:spPr>
              <a:solidFill>
                <a:srgbClr val="1F216C"/>
              </a:solidFill>
              <a:ln w="12700">
                <a:solidFill>
                  <a:srgbClr val="FCFAF9"/>
                </a:solidFill>
              </a:ln>
              <a:effectLst/>
            </c:spPr>
            <c:extLst>
              <c:ext xmlns:c16="http://schemas.microsoft.com/office/drawing/2014/chart" uri="{C3380CC4-5D6E-409C-BE32-E72D297353CC}">
                <c16:uniqueId val="{00000001-9629-4375-8EF7-CB15CF8916AE}"/>
              </c:ext>
            </c:extLst>
          </c:dPt>
          <c:dPt>
            <c:idx val="1"/>
            <c:bubble3D val="0"/>
            <c:spPr>
              <a:solidFill>
                <a:srgbClr val="939393"/>
              </a:solidFill>
              <a:ln w="12700">
                <a:solidFill>
                  <a:srgbClr val="FCFAF9"/>
                </a:solidFill>
              </a:ln>
              <a:effectLst/>
            </c:spPr>
            <c:extLst>
              <c:ext xmlns:c16="http://schemas.microsoft.com/office/drawing/2014/chart" uri="{C3380CC4-5D6E-409C-BE32-E72D297353CC}">
                <c16:uniqueId val="{00000003-9629-4375-8EF7-CB15CF8916AE}"/>
              </c:ext>
            </c:extLst>
          </c:dPt>
          <c:dPt>
            <c:idx val="2"/>
            <c:bubble3D val="0"/>
            <c:spPr>
              <a:solidFill>
                <a:srgbClr val="3D441E"/>
              </a:solidFill>
              <a:ln w="12700">
                <a:solidFill>
                  <a:srgbClr val="FCFAF9"/>
                </a:solidFill>
              </a:ln>
              <a:effectLst/>
            </c:spPr>
            <c:extLst>
              <c:ext xmlns:c16="http://schemas.microsoft.com/office/drawing/2014/chart" uri="{C3380CC4-5D6E-409C-BE32-E72D297353CC}">
                <c16:uniqueId val="{00000005-9629-4375-8EF7-CB15CF8916AE}"/>
              </c:ext>
            </c:extLst>
          </c:dPt>
          <c:dPt>
            <c:idx val="3"/>
            <c:bubble3D val="0"/>
            <c:spPr>
              <a:solidFill>
                <a:srgbClr val="1F335B"/>
              </a:solidFill>
              <a:ln w="12700">
                <a:solidFill>
                  <a:srgbClr val="FCFAF9"/>
                </a:solidFill>
              </a:ln>
              <a:effectLst/>
            </c:spPr>
            <c:extLst>
              <c:ext xmlns:c16="http://schemas.microsoft.com/office/drawing/2014/chart" uri="{C3380CC4-5D6E-409C-BE32-E72D297353CC}">
                <c16:uniqueId val="{00000007-9629-4375-8EF7-CB15CF8916AE}"/>
              </c:ext>
            </c:extLst>
          </c:dPt>
          <c:dPt>
            <c:idx val="4"/>
            <c:bubble3D val="0"/>
            <c:spPr>
              <a:solidFill>
                <a:srgbClr val="5F88BD"/>
              </a:solidFill>
              <a:ln w="12700">
                <a:solidFill>
                  <a:srgbClr val="FCFAF9"/>
                </a:solidFill>
              </a:ln>
              <a:effectLst/>
            </c:spPr>
            <c:extLst>
              <c:ext xmlns:c16="http://schemas.microsoft.com/office/drawing/2014/chart" uri="{C3380CC4-5D6E-409C-BE32-E72D297353CC}">
                <c16:uniqueId val="{00000009-9629-4375-8EF7-CB15CF8916AE}"/>
              </c:ext>
            </c:extLst>
          </c:dPt>
          <c:dPt>
            <c:idx val="5"/>
            <c:bubble3D val="0"/>
            <c:spPr>
              <a:solidFill>
                <a:srgbClr val="4F0304"/>
              </a:solidFill>
              <a:ln w="12700">
                <a:solidFill>
                  <a:srgbClr val="FCFAF9"/>
                </a:solidFill>
              </a:ln>
              <a:effectLst/>
            </c:spPr>
            <c:extLst>
              <c:ext xmlns:c16="http://schemas.microsoft.com/office/drawing/2014/chart" uri="{C3380CC4-5D6E-409C-BE32-E72D297353CC}">
                <c16:uniqueId val="{0000000B-9629-4375-8EF7-CB15CF8916AE}"/>
              </c:ext>
            </c:extLst>
          </c:dPt>
          <c:dPt>
            <c:idx val="6"/>
            <c:bubble3D val="0"/>
            <c:spPr>
              <a:solidFill>
                <a:srgbClr val="DDC38B"/>
              </a:solidFill>
              <a:ln w="12700">
                <a:solidFill>
                  <a:srgbClr val="FCFAF9"/>
                </a:solidFill>
              </a:ln>
              <a:effectLst/>
            </c:spPr>
            <c:extLst>
              <c:ext xmlns:c16="http://schemas.microsoft.com/office/drawing/2014/chart" uri="{C3380CC4-5D6E-409C-BE32-E72D297353CC}">
                <c16:uniqueId val="{0000000D-9629-4375-8EF7-CB15CF8916AE}"/>
              </c:ext>
            </c:extLst>
          </c:dPt>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Sheet1!$A$2:$A$8</c:f>
              <c:strCache>
                <c:ptCount val="7"/>
                <c:pt idx="0">
                  <c:v>Regent Seven Seas</c:v>
                </c:pt>
                <c:pt idx="1">
                  <c:v>Silversea</c:v>
                </c:pt>
                <c:pt idx="2">
                  <c:v>Four Seasons</c:v>
                </c:pt>
                <c:pt idx="3">
                  <c:v>Ritz-Carlton</c:v>
                </c:pt>
                <c:pt idx="4">
                  <c:v>Seabourn</c:v>
                </c:pt>
                <c:pt idx="5">
                  <c:v>Orient Express</c:v>
                </c:pt>
                <c:pt idx="6">
                  <c:v>Aman</c:v>
                </c:pt>
              </c:strCache>
            </c:strRef>
          </c:cat>
          <c:val>
            <c:numRef>
              <c:f>Sheet1!$B$2:$B$8</c:f>
              <c:numCache>
                <c:formatCode>0%</c:formatCode>
                <c:ptCount val="7"/>
                <c:pt idx="0">
                  <c:v>0.23</c:v>
                </c:pt>
                <c:pt idx="1">
                  <c:v>0.22</c:v>
                </c:pt>
                <c:pt idx="2" formatCode="0.00%">
                  <c:v>0.19550000000000001</c:v>
                </c:pt>
                <c:pt idx="3">
                  <c:v>0.13</c:v>
                </c:pt>
                <c:pt idx="4">
                  <c:v>0.12</c:v>
                </c:pt>
                <c:pt idx="5">
                  <c:v>0.06</c:v>
                </c:pt>
                <c:pt idx="6">
                  <c:v>0.05</c:v>
                </c:pt>
              </c:numCache>
            </c:numRef>
          </c:val>
          <c:extLst>
            <c:ext xmlns:c16="http://schemas.microsoft.com/office/drawing/2014/chart" uri="{C3380CC4-5D6E-409C-BE32-E72D297353CC}">
              <c16:uniqueId val="{0000000E-9629-4375-8EF7-CB15CF8916AE}"/>
            </c:ext>
          </c:extLst>
        </c:ser>
        <c:dLbls>
          <c:showLegendKey val="0"/>
          <c:showVal val="1"/>
          <c:showCatName val="0"/>
          <c:showSerName val="0"/>
          <c:showPercent val="0"/>
          <c:showBubbleSize val="0"/>
          <c:showLeaderLines val="1"/>
        </c:dLbls>
        <c:firstSliceAng val="0"/>
        <c:holeSize val="54"/>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b="1">
          <a:solidFill>
            <a:schemeClr val="bg1"/>
          </a:solidFill>
        </a:defRPr>
      </a:pPr>
      <a:endParaRPr lang="en-US"/>
    </a:p>
  </c:txPr>
  <c:externalData r:id="rId3">
    <c:autoUpdate val="0"/>
  </c:externalData>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a:defRPr sz="1200" b="1" i="0" u="none" strike="noStrike" kern="1200" spc="0" baseline="0">
                <a:solidFill>
                  <a:schemeClr val="bg1"/>
                </a:solidFill>
                <a:latin typeface="+mn-lt"/>
                <a:ea typeface="+mn-ea"/>
                <a:cs typeface="+mn-cs"/>
              </a:defRPr>
            </a:pPr>
            <a:r>
              <a:rPr lang="en-US"/>
              <a:t>SOV</a:t>
            </a:r>
          </a:p>
          <a:p>
            <a:pPr algn="ctr">
              <a:defRPr/>
            </a:pPr>
            <a:r>
              <a:rPr lang="en-US"/>
              <a:t>YTD</a:t>
            </a:r>
          </a:p>
        </c:rich>
      </c:tx>
      <c:layout>
        <c:manualLayout>
          <c:xMode val="edge"/>
          <c:yMode val="edge"/>
          <c:x val="0.42253463108778078"/>
          <c:y val="0.40277777777777779"/>
        </c:manualLayout>
      </c:layout>
      <c:overlay val="1"/>
      <c:spPr>
        <a:noFill/>
        <a:ln>
          <a:noFill/>
        </a:ln>
        <a:effectLst/>
      </c:spPr>
      <c:txPr>
        <a:bodyPr rot="0" spcFirstLastPara="1" vertOverflow="ellipsis" vert="horz" wrap="square" anchor="ctr" anchorCtr="1"/>
        <a:lstStyle/>
        <a:p>
          <a:pPr algn="ctr">
            <a:defRPr sz="1200" b="1" i="0" u="none" strike="noStrike" kern="1200" spc="0" baseline="0">
              <a:solidFill>
                <a:schemeClr val="bg1"/>
              </a:solidFill>
              <a:latin typeface="+mn-lt"/>
              <a:ea typeface="+mn-ea"/>
              <a:cs typeface="+mn-cs"/>
            </a:defRPr>
          </a:pPr>
          <a:endParaRPr lang="en-US"/>
        </a:p>
      </c:txPr>
    </c:title>
    <c:autoTitleDeleted val="0"/>
    <c:plotArea>
      <c:layout/>
      <c:doughnutChart>
        <c:varyColors val="1"/>
        <c:ser>
          <c:idx val="0"/>
          <c:order val="0"/>
          <c:tx>
            <c:strRef>
              <c:f>Sheet1!$B$1</c:f>
              <c:strCache>
                <c:ptCount val="1"/>
                <c:pt idx="0">
                  <c:v>Brands to Watch</c:v>
                </c:pt>
              </c:strCache>
            </c:strRef>
          </c:tx>
          <c:spPr>
            <a:ln w="12700">
              <a:solidFill>
                <a:srgbClr val="FCFAF9"/>
              </a:solidFill>
            </a:ln>
          </c:spPr>
          <c:dPt>
            <c:idx val="0"/>
            <c:bubble3D val="0"/>
            <c:spPr>
              <a:solidFill>
                <a:srgbClr val="939393"/>
              </a:solidFill>
              <a:ln w="12700">
                <a:solidFill>
                  <a:srgbClr val="FCFAF9"/>
                </a:solidFill>
              </a:ln>
              <a:effectLst/>
            </c:spPr>
            <c:extLst>
              <c:ext xmlns:c16="http://schemas.microsoft.com/office/drawing/2014/chart" uri="{C3380CC4-5D6E-409C-BE32-E72D297353CC}">
                <c16:uniqueId val="{00000001-9903-41FB-8A96-300CF6E9D629}"/>
              </c:ext>
            </c:extLst>
          </c:dPt>
          <c:dPt>
            <c:idx val="1"/>
            <c:bubble3D val="0"/>
            <c:spPr>
              <a:solidFill>
                <a:srgbClr val="1F216C"/>
              </a:solidFill>
              <a:ln w="12700">
                <a:solidFill>
                  <a:srgbClr val="FCFAF9"/>
                </a:solidFill>
              </a:ln>
              <a:effectLst/>
            </c:spPr>
            <c:extLst>
              <c:ext xmlns:c16="http://schemas.microsoft.com/office/drawing/2014/chart" uri="{C3380CC4-5D6E-409C-BE32-E72D297353CC}">
                <c16:uniqueId val="{00000003-9903-41FB-8A96-300CF6E9D629}"/>
              </c:ext>
            </c:extLst>
          </c:dPt>
          <c:dPt>
            <c:idx val="2"/>
            <c:bubble3D val="0"/>
            <c:spPr>
              <a:solidFill>
                <a:srgbClr val="3D441E"/>
              </a:solidFill>
              <a:ln w="12700">
                <a:solidFill>
                  <a:srgbClr val="FCFAF9"/>
                </a:solidFill>
              </a:ln>
              <a:effectLst/>
            </c:spPr>
            <c:extLst>
              <c:ext xmlns:c16="http://schemas.microsoft.com/office/drawing/2014/chart" uri="{C3380CC4-5D6E-409C-BE32-E72D297353CC}">
                <c16:uniqueId val="{00000005-9903-41FB-8A96-300CF6E9D629}"/>
              </c:ext>
            </c:extLst>
          </c:dPt>
          <c:dPt>
            <c:idx val="3"/>
            <c:bubble3D val="0"/>
            <c:spPr>
              <a:solidFill>
                <a:srgbClr val="1F335B"/>
              </a:solidFill>
              <a:ln w="12700">
                <a:solidFill>
                  <a:srgbClr val="FCFAF9"/>
                </a:solidFill>
              </a:ln>
              <a:effectLst/>
            </c:spPr>
            <c:extLst>
              <c:ext xmlns:c16="http://schemas.microsoft.com/office/drawing/2014/chart" uri="{C3380CC4-5D6E-409C-BE32-E72D297353CC}">
                <c16:uniqueId val="{00000007-9903-41FB-8A96-300CF6E9D629}"/>
              </c:ext>
            </c:extLst>
          </c:dPt>
          <c:dPt>
            <c:idx val="4"/>
            <c:bubble3D val="0"/>
            <c:spPr>
              <a:solidFill>
                <a:srgbClr val="5F88BD"/>
              </a:solidFill>
              <a:ln w="12700">
                <a:solidFill>
                  <a:srgbClr val="FCFAF9"/>
                </a:solidFill>
              </a:ln>
              <a:effectLst/>
            </c:spPr>
            <c:extLst>
              <c:ext xmlns:c16="http://schemas.microsoft.com/office/drawing/2014/chart" uri="{C3380CC4-5D6E-409C-BE32-E72D297353CC}">
                <c16:uniqueId val="{00000009-9903-41FB-8A96-300CF6E9D629}"/>
              </c:ext>
            </c:extLst>
          </c:dPt>
          <c:dPt>
            <c:idx val="5"/>
            <c:bubble3D val="0"/>
            <c:spPr>
              <a:solidFill>
                <a:srgbClr val="DDC38B"/>
              </a:solidFill>
              <a:ln w="12700">
                <a:solidFill>
                  <a:srgbClr val="FCFAF9"/>
                </a:solidFill>
              </a:ln>
              <a:effectLst/>
            </c:spPr>
            <c:extLst>
              <c:ext xmlns:c16="http://schemas.microsoft.com/office/drawing/2014/chart" uri="{C3380CC4-5D6E-409C-BE32-E72D297353CC}">
                <c16:uniqueId val="{0000000B-9903-41FB-8A96-300CF6E9D629}"/>
              </c:ext>
            </c:extLst>
          </c:dPt>
          <c:dPt>
            <c:idx val="6"/>
            <c:bubble3D val="0"/>
            <c:spPr>
              <a:solidFill>
                <a:srgbClr val="4F0304"/>
              </a:solidFill>
              <a:ln w="12700">
                <a:solidFill>
                  <a:srgbClr val="FCFAF9"/>
                </a:solidFill>
              </a:ln>
              <a:effectLst/>
            </c:spPr>
            <c:extLst>
              <c:ext xmlns:c16="http://schemas.microsoft.com/office/drawing/2014/chart" uri="{C3380CC4-5D6E-409C-BE32-E72D297353CC}">
                <c16:uniqueId val="{0000000D-9903-41FB-8A96-300CF6E9D629}"/>
              </c:ext>
            </c:extLst>
          </c:dPt>
          <c:dLbls>
            <c:dLbl>
              <c:idx val="5"/>
              <c:layout>
                <c:manualLayout>
                  <c:x val="9.2592592592591737E-3"/>
                  <c:y val="9.2592592592592587E-3"/>
                </c:manualLayout>
              </c:layout>
              <c:tx>
                <c:rich>
                  <a:bodyPr/>
                  <a:lstStyle/>
                  <a:p>
                    <a:fld id="{22A9FC36-68E2-48D7-BDC2-797716216749}" type="VALUE">
                      <a:rPr lang="en-US" smtClean="0"/>
                      <a:pPr/>
                      <a:t>[VALUE]</a:t>
                    </a:fld>
                    <a:endParaRPr lang="es-CO"/>
                  </a:p>
                </c:rich>
              </c:tx>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B-9903-41FB-8A96-300CF6E9D629}"/>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extLst>
          </c:dLbls>
          <c:cat>
            <c:strRef>
              <c:f>Sheet1!$A$2:$A$8</c:f>
              <c:strCache>
                <c:ptCount val="7"/>
                <c:pt idx="0">
                  <c:v>Silversea</c:v>
                </c:pt>
                <c:pt idx="1">
                  <c:v>Regent Seven Seas</c:v>
                </c:pt>
                <c:pt idx="2">
                  <c:v>Four Seasons</c:v>
                </c:pt>
                <c:pt idx="3">
                  <c:v>Ritz-Carlton</c:v>
                </c:pt>
                <c:pt idx="4">
                  <c:v>Seabourn</c:v>
                </c:pt>
                <c:pt idx="5">
                  <c:v>Aman</c:v>
                </c:pt>
                <c:pt idx="6">
                  <c:v>Orient Express</c:v>
                </c:pt>
              </c:strCache>
            </c:strRef>
          </c:cat>
          <c:val>
            <c:numRef>
              <c:f>Sheet1!$B$2:$B$8</c:f>
              <c:numCache>
                <c:formatCode>0%</c:formatCode>
                <c:ptCount val="7"/>
                <c:pt idx="0">
                  <c:v>0.23</c:v>
                </c:pt>
                <c:pt idx="1">
                  <c:v>0.22</c:v>
                </c:pt>
                <c:pt idx="2" formatCode="0.00%">
                  <c:v>0.1837</c:v>
                </c:pt>
                <c:pt idx="3">
                  <c:v>0.14000000000000001</c:v>
                </c:pt>
                <c:pt idx="4">
                  <c:v>0.08</c:v>
                </c:pt>
                <c:pt idx="5">
                  <c:v>0.08</c:v>
                </c:pt>
                <c:pt idx="6">
                  <c:v>7.0000000000000007E-2</c:v>
                </c:pt>
              </c:numCache>
            </c:numRef>
          </c:val>
          <c:extLst>
            <c:ext xmlns:c16="http://schemas.microsoft.com/office/drawing/2014/chart" uri="{C3380CC4-5D6E-409C-BE32-E72D297353CC}">
              <c16:uniqueId val="{0000000E-9903-41FB-8A96-300CF6E9D629}"/>
            </c:ext>
          </c:extLst>
        </c:ser>
        <c:dLbls>
          <c:showLegendKey val="0"/>
          <c:showVal val="1"/>
          <c:showCatName val="0"/>
          <c:showSerName val="0"/>
          <c:showPercent val="0"/>
          <c:showBubbleSize val="0"/>
          <c:showLeaderLines val="0"/>
        </c:dLbls>
        <c:firstSliceAng val="0"/>
        <c:holeSize val="54"/>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b="1">
          <a:solidFill>
            <a:schemeClr val="bg1"/>
          </a:solidFill>
        </a:defRPr>
      </a:pPr>
      <a:endParaRPr lang="en-US"/>
    </a:p>
  </c:txPr>
  <c:externalData r:id="rId3">
    <c:autoUpdate val="0"/>
  </c:externalData>
  <c:userShapes r:id="rId4"/>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a:defRPr sz="1200" b="1" i="0" u="none" strike="noStrike" kern="1200" spc="0" baseline="0">
                <a:solidFill>
                  <a:schemeClr val="bg1"/>
                </a:solidFill>
                <a:latin typeface="+mn-lt"/>
                <a:ea typeface="+mn-ea"/>
                <a:cs typeface="+mn-cs"/>
              </a:defRPr>
            </a:pPr>
            <a:r>
              <a:rPr lang="en-US"/>
              <a:t>SOV</a:t>
            </a:r>
          </a:p>
          <a:p>
            <a:pPr algn="ctr">
              <a:defRPr/>
            </a:pPr>
            <a:r>
              <a:rPr lang="en-US"/>
              <a:t>YTD</a:t>
            </a:r>
          </a:p>
        </c:rich>
      </c:tx>
      <c:layout>
        <c:manualLayout>
          <c:xMode val="edge"/>
          <c:yMode val="edge"/>
          <c:x val="0.42253463108778078"/>
          <c:y val="0.40277777777777779"/>
        </c:manualLayout>
      </c:layout>
      <c:overlay val="1"/>
      <c:spPr>
        <a:noFill/>
        <a:ln>
          <a:noFill/>
        </a:ln>
        <a:effectLst/>
      </c:spPr>
      <c:txPr>
        <a:bodyPr rot="0" spcFirstLastPara="1" vertOverflow="ellipsis" vert="horz" wrap="square" anchor="ctr" anchorCtr="1"/>
        <a:lstStyle/>
        <a:p>
          <a:pPr algn="ctr">
            <a:defRPr sz="1200" b="1" i="0" u="none" strike="noStrike" kern="1200" spc="0" baseline="0">
              <a:solidFill>
                <a:schemeClr val="bg1"/>
              </a:solidFill>
              <a:latin typeface="+mn-lt"/>
              <a:ea typeface="+mn-ea"/>
              <a:cs typeface="+mn-cs"/>
            </a:defRPr>
          </a:pPr>
          <a:endParaRPr lang="en-US"/>
        </a:p>
      </c:txPr>
    </c:title>
    <c:autoTitleDeleted val="0"/>
    <c:plotArea>
      <c:layout/>
      <c:doughnutChart>
        <c:varyColors val="1"/>
        <c:ser>
          <c:idx val="0"/>
          <c:order val="0"/>
          <c:tx>
            <c:strRef>
              <c:f>Sheet1!$B$1</c:f>
              <c:strCache>
                <c:ptCount val="1"/>
                <c:pt idx="0">
                  <c:v>Yachts</c:v>
                </c:pt>
              </c:strCache>
            </c:strRef>
          </c:tx>
          <c:spPr>
            <a:ln w="12700">
              <a:solidFill>
                <a:srgbClr val="FCFAF9"/>
              </a:solidFill>
            </a:ln>
          </c:spPr>
          <c:dPt>
            <c:idx val="0"/>
            <c:bubble3D val="0"/>
            <c:spPr>
              <a:solidFill>
                <a:srgbClr val="3D441E"/>
              </a:solidFill>
              <a:ln w="12700">
                <a:solidFill>
                  <a:srgbClr val="FCFAF9"/>
                </a:solidFill>
              </a:ln>
              <a:effectLst/>
            </c:spPr>
            <c:extLst>
              <c:ext xmlns:c16="http://schemas.microsoft.com/office/drawing/2014/chart" uri="{C3380CC4-5D6E-409C-BE32-E72D297353CC}">
                <c16:uniqueId val="{00000001-67FE-4F81-805D-9779AB26B7AB}"/>
              </c:ext>
            </c:extLst>
          </c:dPt>
          <c:dPt>
            <c:idx val="1"/>
            <c:bubble3D val="0"/>
            <c:spPr>
              <a:solidFill>
                <a:srgbClr val="1F216C"/>
              </a:solidFill>
              <a:ln w="12700">
                <a:solidFill>
                  <a:srgbClr val="FCFAF9"/>
                </a:solidFill>
              </a:ln>
              <a:effectLst/>
            </c:spPr>
            <c:extLst>
              <c:ext xmlns:c16="http://schemas.microsoft.com/office/drawing/2014/chart" uri="{C3380CC4-5D6E-409C-BE32-E72D297353CC}">
                <c16:uniqueId val="{00000003-67FE-4F81-805D-9779AB26B7AB}"/>
              </c:ext>
            </c:extLst>
          </c:dPt>
          <c:dPt>
            <c:idx val="2"/>
            <c:bubble3D val="0"/>
            <c:spPr>
              <a:solidFill>
                <a:srgbClr val="4F0304"/>
              </a:solidFill>
              <a:ln w="12700">
                <a:solidFill>
                  <a:srgbClr val="FCFAF9"/>
                </a:solidFill>
              </a:ln>
              <a:effectLst/>
            </c:spPr>
            <c:extLst>
              <c:ext xmlns:c16="http://schemas.microsoft.com/office/drawing/2014/chart" uri="{C3380CC4-5D6E-409C-BE32-E72D297353CC}">
                <c16:uniqueId val="{00000005-67FE-4F81-805D-9779AB26B7AB}"/>
              </c:ext>
            </c:extLst>
          </c:dPt>
          <c:dPt>
            <c:idx val="3"/>
            <c:bubble3D val="0"/>
            <c:spPr>
              <a:solidFill>
                <a:srgbClr val="939393"/>
              </a:solidFill>
              <a:ln w="12700">
                <a:solidFill>
                  <a:srgbClr val="FCFAF9"/>
                </a:solidFill>
              </a:ln>
              <a:effectLst/>
            </c:spPr>
            <c:extLst>
              <c:ext xmlns:c16="http://schemas.microsoft.com/office/drawing/2014/chart" uri="{C3380CC4-5D6E-409C-BE32-E72D297353CC}">
                <c16:uniqueId val="{00000007-67FE-4F81-805D-9779AB26B7AB}"/>
              </c:ext>
            </c:extLst>
          </c:dPt>
          <c:dPt>
            <c:idx val="4"/>
            <c:bubble3D val="0"/>
            <c:spPr>
              <a:solidFill>
                <a:srgbClr val="1F335B"/>
              </a:solidFill>
              <a:ln w="12700">
                <a:solidFill>
                  <a:srgbClr val="FCFAF9"/>
                </a:solidFill>
              </a:ln>
              <a:effectLst/>
            </c:spPr>
            <c:extLst>
              <c:ext xmlns:c16="http://schemas.microsoft.com/office/drawing/2014/chart" uri="{C3380CC4-5D6E-409C-BE32-E72D297353CC}">
                <c16:uniqueId val="{00000009-67FE-4F81-805D-9779AB26B7AB}"/>
              </c:ext>
            </c:extLst>
          </c:dPt>
          <c:dPt>
            <c:idx val="5"/>
            <c:bubble3D val="0"/>
            <c:spPr>
              <a:solidFill>
                <a:srgbClr val="5F88BD"/>
              </a:solidFill>
              <a:ln w="12700">
                <a:solidFill>
                  <a:srgbClr val="FCFAF9"/>
                </a:solidFill>
              </a:ln>
              <a:effectLst/>
            </c:spPr>
            <c:extLst>
              <c:ext xmlns:c16="http://schemas.microsoft.com/office/drawing/2014/chart" uri="{C3380CC4-5D6E-409C-BE32-E72D297353CC}">
                <c16:uniqueId val="{0000000B-67FE-4F81-805D-9779AB26B7AB}"/>
              </c:ext>
            </c:extLst>
          </c:dPt>
          <c:dPt>
            <c:idx val="6"/>
            <c:bubble3D val="0"/>
            <c:spPr>
              <a:solidFill>
                <a:srgbClr val="DDC38B"/>
              </a:solidFill>
              <a:ln w="12700">
                <a:solidFill>
                  <a:srgbClr val="FCFAF9"/>
                </a:solidFill>
              </a:ln>
              <a:effectLst/>
            </c:spPr>
            <c:extLst>
              <c:ext xmlns:c16="http://schemas.microsoft.com/office/drawing/2014/chart" uri="{C3380CC4-5D6E-409C-BE32-E72D297353CC}">
                <c16:uniqueId val="{0000000D-67FE-4F81-805D-9779AB26B7AB}"/>
              </c:ext>
            </c:extLst>
          </c:dPt>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Sheet1!$A$2:$A$8</c:f>
              <c:strCache>
                <c:ptCount val="7"/>
                <c:pt idx="0">
                  <c:v>Four Seasons</c:v>
                </c:pt>
                <c:pt idx="1">
                  <c:v>Regent Seven Seas</c:v>
                </c:pt>
                <c:pt idx="2">
                  <c:v>Orient Express</c:v>
                </c:pt>
                <c:pt idx="3">
                  <c:v>Silversea</c:v>
                </c:pt>
                <c:pt idx="4">
                  <c:v>Ritz-Carlton</c:v>
                </c:pt>
                <c:pt idx="5">
                  <c:v>Seabourn</c:v>
                </c:pt>
                <c:pt idx="6">
                  <c:v>Aman</c:v>
                </c:pt>
              </c:strCache>
            </c:strRef>
          </c:cat>
          <c:val>
            <c:numRef>
              <c:f>Sheet1!$B$2:$B$8</c:f>
              <c:numCache>
                <c:formatCode>0%</c:formatCode>
                <c:ptCount val="7"/>
                <c:pt idx="0" formatCode="0.00%">
                  <c:v>0.23319999999999999</c:v>
                </c:pt>
                <c:pt idx="1">
                  <c:v>0.2</c:v>
                </c:pt>
                <c:pt idx="2">
                  <c:v>0.17</c:v>
                </c:pt>
                <c:pt idx="3">
                  <c:v>0.13</c:v>
                </c:pt>
                <c:pt idx="4">
                  <c:v>0.13</c:v>
                </c:pt>
                <c:pt idx="5">
                  <c:v>0.08</c:v>
                </c:pt>
                <c:pt idx="6">
                  <c:v>0.06</c:v>
                </c:pt>
              </c:numCache>
            </c:numRef>
          </c:val>
          <c:extLst>
            <c:ext xmlns:c16="http://schemas.microsoft.com/office/drawing/2014/chart" uri="{C3380CC4-5D6E-409C-BE32-E72D297353CC}">
              <c16:uniqueId val="{0000000E-67FE-4F81-805D-9779AB26B7AB}"/>
            </c:ext>
          </c:extLst>
        </c:ser>
        <c:dLbls>
          <c:showLegendKey val="0"/>
          <c:showVal val="1"/>
          <c:showCatName val="0"/>
          <c:showSerName val="0"/>
          <c:showPercent val="0"/>
          <c:showBubbleSize val="0"/>
          <c:showLeaderLines val="1"/>
        </c:dLbls>
        <c:firstSliceAng val="0"/>
        <c:holeSize val="54"/>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b="1">
          <a:solidFill>
            <a:schemeClr val="bg1"/>
          </a:solidFill>
        </a:defRPr>
      </a:pPr>
      <a:endParaRPr lang="en-US"/>
    </a:p>
  </c:txPr>
  <c:externalData r:id="rId3">
    <c:autoUpdate val="0"/>
  </c:externalData>
  <c:userShapes r:id="rId4"/>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a:defRPr sz="1200" b="1" i="0" u="none" strike="noStrike" kern="1200" spc="0" baseline="0">
                <a:solidFill>
                  <a:schemeClr val="bg1"/>
                </a:solidFill>
                <a:latin typeface="+mn-lt"/>
                <a:ea typeface="+mn-ea"/>
                <a:cs typeface="+mn-cs"/>
              </a:defRPr>
            </a:pPr>
            <a:r>
              <a:rPr lang="en-US"/>
              <a:t>SOV</a:t>
            </a:r>
          </a:p>
          <a:p>
            <a:pPr algn="ctr">
              <a:defRPr/>
            </a:pPr>
            <a:r>
              <a:rPr lang="en-US"/>
              <a:t>YTD</a:t>
            </a:r>
          </a:p>
        </c:rich>
      </c:tx>
      <c:layout>
        <c:manualLayout>
          <c:xMode val="edge"/>
          <c:yMode val="edge"/>
          <c:x val="0.42253463108778078"/>
          <c:y val="0.40277777777777779"/>
        </c:manualLayout>
      </c:layout>
      <c:overlay val="1"/>
      <c:spPr>
        <a:noFill/>
        <a:ln>
          <a:noFill/>
        </a:ln>
        <a:effectLst/>
      </c:spPr>
      <c:txPr>
        <a:bodyPr rot="0" spcFirstLastPara="1" vertOverflow="ellipsis" vert="horz" wrap="square" anchor="ctr" anchorCtr="1"/>
        <a:lstStyle/>
        <a:p>
          <a:pPr algn="ctr">
            <a:defRPr sz="1200" b="1" i="0" u="none" strike="noStrike" kern="1200" spc="0" baseline="0">
              <a:solidFill>
                <a:schemeClr val="bg1"/>
              </a:solidFill>
              <a:latin typeface="+mn-lt"/>
              <a:ea typeface="+mn-ea"/>
              <a:cs typeface="+mn-cs"/>
            </a:defRPr>
          </a:pPr>
          <a:endParaRPr lang="en-US"/>
        </a:p>
      </c:txPr>
    </c:title>
    <c:autoTitleDeleted val="0"/>
    <c:plotArea>
      <c:layout/>
      <c:doughnutChart>
        <c:varyColors val="1"/>
        <c:ser>
          <c:idx val="0"/>
          <c:order val="0"/>
          <c:tx>
            <c:strRef>
              <c:f>Sheet1!$B$1</c:f>
              <c:strCache>
                <c:ptCount val="1"/>
                <c:pt idx="0">
                  <c:v>Yachts</c:v>
                </c:pt>
              </c:strCache>
            </c:strRef>
          </c:tx>
          <c:spPr>
            <a:ln w="12700">
              <a:solidFill>
                <a:srgbClr val="FCFAF9"/>
              </a:solidFill>
            </a:ln>
          </c:spPr>
          <c:dPt>
            <c:idx val="0"/>
            <c:bubble3D val="0"/>
            <c:spPr>
              <a:solidFill>
                <a:srgbClr val="3D441E"/>
              </a:solidFill>
              <a:ln w="12700">
                <a:solidFill>
                  <a:srgbClr val="FCFAF9"/>
                </a:solidFill>
              </a:ln>
              <a:effectLst/>
            </c:spPr>
            <c:extLst>
              <c:ext xmlns:c16="http://schemas.microsoft.com/office/drawing/2014/chart" uri="{C3380CC4-5D6E-409C-BE32-E72D297353CC}">
                <c16:uniqueId val="{00000001-5A5E-49D3-B535-DADC55FFA453}"/>
              </c:ext>
            </c:extLst>
          </c:dPt>
          <c:dPt>
            <c:idx val="1"/>
            <c:bubble3D val="0"/>
            <c:spPr>
              <a:solidFill>
                <a:srgbClr val="1F216C"/>
              </a:solidFill>
              <a:ln w="12700">
                <a:solidFill>
                  <a:srgbClr val="FCFAF9"/>
                </a:solidFill>
              </a:ln>
              <a:effectLst/>
            </c:spPr>
            <c:extLst>
              <c:ext xmlns:c16="http://schemas.microsoft.com/office/drawing/2014/chart" uri="{C3380CC4-5D6E-409C-BE32-E72D297353CC}">
                <c16:uniqueId val="{00000003-5A5E-49D3-B535-DADC55FFA453}"/>
              </c:ext>
            </c:extLst>
          </c:dPt>
          <c:dPt>
            <c:idx val="2"/>
            <c:bubble3D val="0"/>
            <c:spPr>
              <a:solidFill>
                <a:srgbClr val="939393"/>
              </a:solidFill>
              <a:ln w="12700">
                <a:solidFill>
                  <a:srgbClr val="FCFAF9"/>
                </a:solidFill>
              </a:ln>
              <a:effectLst/>
            </c:spPr>
            <c:extLst>
              <c:ext xmlns:c16="http://schemas.microsoft.com/office/drawing/2014/chart" uri="{C3380CC4-5D6E-409C-BE32-E72D297353CC}">
                <c16:uniqueId val="{00000005-5A5E-49D3-B535-DADC55FFA453}"/>
              </c:ext>
            </c:extLst>
          </c:dPt>
          <c:dPt>
            <c:idx val="3"/>
            <c:bubble3D val="0"/>
            <c:spPr>
              <a:solidFill>
                <a:srgbClr val="4F0304"/>
              </a:solidFill>
              <a:ln w="12700">
                <a:solidFill>
                  <a:srgbClr val="FCFAF9"/>
                </a:solidFill>
              </a:ln>
              <a:effectLst/>
            </c:spPr>
            <c:extLst>
              <c:ext xmlns:c16="http://schemas.microsoft.com/office/drawing/2014/chart" uri="{C3380CC4-5D6E-409C-BE32-E72D297353CC}">
                <c16:uniqueId val="{00000007-5A5E-49D3-B535-DADC55FFA453}"/>
              </c:ext>
            </c:extLst>
          </c:dPt>
          <c:dPt>
            <c:idx val="4"/>
            <c:bubble3D val="0"/>
            <c:spPr>
              <a:solidFill>
                <a:srgbClr val="1F335B"/>
              </a:solidFill>
              <a:ln w="12700">
                <a:solidFill>
                  <a:srgbClr val="FCFAF9"/>
                </a:solidFill>
              </a:ln>
              <a:effectLst/>
            </c:spPr>
            <c:extLst>
              <c:ext xmlns:c16="http://schemas.microsoft.com/office/drawing/2014/chart" uri="{C3380CC4-5D6E-409C-BE32-E72D297353CC}">
                <c16:uniqueId val="{00000009-5A5E-49D3-B535-DADC55FFA453}"/>
              </c:ext>
            </c:extLst>
          </c:dPt>
          <c:dPt>
            <c:idx val="5"/>
            <c:bubble3D val="0"/>
            <c:spPr>
              <a:solidFill>
                <a:srgbClr val="5F88BD"/>
              </a:solidFill>
              <a:ln w="12700">
                <a:solidFill>
                  <a:srgbClr val="FCFAF9"/>
                </a:solidFill>
              </a:ln>
              <a:effectLst/>
            </c:spPr>
            <c:extLst>
              <c:ext xmlns:c16="http://schemas.microsoft.com/office/drawing/2014/chart" uri="{C3380CC4-5D6E-409C-BE32-E72D297353CC}">
                <c16:uniqueId val="{0000000B-5A5E-49D3-B535-DADC55FFA453}"/>
              </c:ext>
            </c:extLst>
          </c:dPt>
          <c:dPt>
            <c:idx val="6"/>
            <c:bubble3D val="0"/>
            <c:spPr>
              <a:solidFill>
                <a:srgbClr val="DDC38B"/>
              </a:solidFill>
              <a:ln w="12700">
                <a:solidFill>
                  <a:srgbClr val="FCFAF9"/>
                </a:solidFill>
              </a:ln>
              <a:effectLst/>
            </c:spPr>
            <c:extLst>
              <c:ext xmlns:c16="http://schemas.microsoft.com/office/drawing/2014/chart" uri="{C3380CC4-5D6E-409C-BE32-E72D297353CC}">
                <c16:uniqueId val="{0000000D-5A5E-49D3-B535-DADC55FFA453}"/>
              </c:ext>
            </c:extLst>
          </c:dPt>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Sheet1!$A$2:$A$8</c:f>
              <c:strCache>
                <c:ptCount val="7"/>
                <c:pt idx="0">
                  <c:v>Four Seasons</c:v>
                </c:pt>
                <c:pt idx="1">
                  <c:v>Regent Seven Seas</c:v>
                </c:pt>
                <c:pt idx="2">
                  <c:v>Silversea</c:v>
                </c:pt>
                <c:pt idx="3">
                  <c:v>Orient Express</c:v>
                </c:pt>
                <c:pt idx="4">
                  <c:v>Ritz-Carlton</c:v>
                </c:pt>
                <c:pt idx="5">
                  <c:v>Seabourn</c:v>
                </c:pt>
                <c:pt idx="6">
                  <c:v>Aman</c:v>
                </c:pt>
              </c:strCache>
            </c:strRef>
          </c:cat>
          <c:val>
            <c:numRef>
              <c:f>Sheet1!$B$2:$B$8</c:f>
              <c:numCache>
                <c:formatCode>0%</c:formatCode>
                <c:ptCount val="7"/>
                <c:pt idx="0" formatCode="0.00%">
                  <c:v>0.2442</c:v>
                </c:pt>
                <c:pt idx="1">
                  <c:v>0.2</c:v>
                </c:pt>
                <c:pt idx="2">
                  <c:v>0.16</c:v>
                </c:pt>
                <c:pt idx="3">
                  <c:v>0.15</c:v>
                </c:pt>
                <c:pt idx="4">
                  <c:v>0.12</c:v>
                </c:pt>
                <c:pt idx="5">
                  <c:v>0.08</c:v>
                </c:pt>
                <c:pt idx="6">
                  <c:v>0.05</c:v>
                </c:pt>
              </c:numCache>
            </c:numRef>
          </c:val>
          <c:extLst>
            <c:ext xmlns:c16="http://schemas.microsoft.com/office/drawing/2014/chart" uri="{C3380CC4-5D6E-409C-BE32-E72D297353CC}">
              <c16:uniqueId val="{0000000E-5A5E-49D3-B535-DADC55FFA453}"/>
            </c:ext>
          </c:extLst>
        </c:ser>
        <c:dLbls>
          <c:showLegendKey val="0"/>
          <c:showVal val="1"/>
          <c:showCatName val="0"/>
          <c:showSerName val="0"/>
          <c:showPercent val="0"/>
          <c:showBubbleSize val="0"/>
          <c:showLeaderLines val="1"/>
        </c:dLbls>
        <c:firstSliceAng val="0"/>
        <c:holeSize val="54"/>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b="1">
          <a:solidFill>
            <a:schemeClr val="bg1"/>
          </a:solidFill>
        </a:defRPr>
      </a:pPr>
      <a:endParaRPr lang="en-US"/>
    </a:p>
  </c:txPr>
  <c:externalData r:id="rId3">
    <c:autoUpdate val="0"/>
  </c:externalData>
  <c:userShapes r:id="rId4"/>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a:defRPr sz="1200" b="1" i="0" u="none" strike="noStrike" kern="1200" spc="0" baseline="0">
                <a:solidFill>
                  <a:schemeClr val="bg1"/>
                </a:solidFill>
                <a:latin typeface="+mn-lt"/>
                <a:ea typeface="+mn-ea"/>
                <a:cs typeface="+mn-cs"/>
              </a:defRPr>
            </a:pPr>
            <a:r>
              <a:rPr lang="en-US"/>
              <a:t>SOV</a:t>
            </a:r>
          </a:p>
          <a:p>
            <a:pPr algn="ctr">
              <a:defRPr/>
            </a:pPr>
            <a:r>
              <a:rPr lang="en-US"/>
              <a:t>YTD</a:t>
            </a:r>
          </a:p>
        </c:rich>
      </c:tx>
      <c:layout>
        <c:manualLayout>
          <c:xMode val="edge"/>
          <c:yMode val="edge"/>
          <c:x val="0.42253463108778078"/>
          <c:y val="0.40277777777777779"/>
        </c:manualLayout>
      </c:layout>
      <c:overlay val="1"/>
      <c:spPr>
        <a:noFill/>
        <a:ln>
          <a:noFill/>
        </a:ln>
        <a:effectLst/>
      </c:spPr>
      <c:txPr>
        <a:bodyPr rot="0" spcFirstLastPara="1" vertOverflow="ellipsis" vert="horz" wrap="square" anchor="ctr" anchorCtr="1"/>
        <a:lstStyle/>
        <a:p>
          <a:pPr algn="ctr">
            <a:defRPr sz="1200" b="1" i="0" u="none" strike="noStrike" kern="1200" spc="0" baseline="0">
              <a:solidFill>
                <a:schemeClr val="bg1"/>
              </a:solidFill>
              <a:latin typeface="+mn-lt"/>
              <a:ea typeface="+mn-ea"/>
              <a:cs typeface="+mn-cs"/>
            </a:defRPr>
          </a:pPr>
          <a:endParaRPr lang="en-US"/>
        </a:p>
      </c:txPr>
    </c:title>
    <c:autoTitleDeleted val="0"/>
    <c:plotArea>
      <c:layout/>
      <c:doughnutChart>
        <c:varyColors val="1"/>
        <c:ser>
          <c:idx val="0"/>
          <c:order val="0"/>
          <c:tx>
            <c:strRef>
              <c:f>Sheet1!$B$1</c:f>
              <c:strCache>
                <c:ptCount val="1"/>
                <c:pt idx="0">
                  <c:v>Brands to Watch</c:v>
                </c:pt>
              </c:strCache>
            </c:strRef>
          </c:tx>
          <c:spPr>
            <a:ln w="12700">
              <a:solidFill>
                <a:srgbClr val="FCFAF9"/>
              </a:solidFill>
            </a:ln>
          </c:spPr>
          <c:dPt>
            <c:idx val="0"/>
            <c:bubble3D val="0"/>
            <c:spPr>
              <a:solidFill>
                <a:srgbClr val="3D441E"/>
              </a:solidFill>
              <a:ln w="12700">
                <a:solidFill>
                  <a:srgbClr val="FCFAF9"/>
                </a:solidFill>
              </a:ln>
              <a:effectLst/>
            </c:spPr>
            <c:extLst>
              <c:ext xmlns:c16="http://schemas.microsoft.com/office/drawing/2014/chart" uri="{C3380CC4-5D6E-409C-BE32-E72D297353CC}">
                <c16:uniqueId val="{00000001-FE54-4916-829D-9BEC38D06206}"/>
              </c:ext>
            </c:extLst>
          </c:dPt>
          <c:dPt>
            <c:idx val="1"/>
            <c:bubble3D val="0"/>
            <c:spPr>
              <a:solidFill>
                <a:srgbClr val="1F335B"/>
              </a:solidFill>
              <a:ln w="12700">
                <a:solidFill>
                  <a:srgbClr val="FCFAF9"/>
                </a:solidFill>
              </a:ln>
              <a:effectLst/>
            </c:spPr>
            <c:extLst>
              <c:ext xmlns:c16="http://schemas.microsoft.com/office/drawing/2014/chart" uri="{C3380CC4-5D6E-409C-BE32-E72D297353CC}">
                <c16:uniqueId val="{00000003-FE54-4916-829D-9BEC38D06206}"/>
              </c:ext>
            </c:extLst>
          </c:dPt>
          <c:dPt>
            <c:idx val="2"/>
            <c:bubble3D val="0"/>
            <c:spPr>
              <a:solidFill>
                <a:srgbClr val="1F216C"/>
              </a:solidFill>
              <a:ln w="12700">
                <a:solidFill>
                  <a:srgbClr val="FCFAF9"/>
                </a:solidFill>
              </a:ln>
              <a:effectLst/>
            </c:spPr>
            <c:extLst>
              <c:ext xmlns:c16="http://schemas.microsoft.com/office/drawing/2014/chart" uri="{C3380CC4-5D6E-409C-BE32-E72D297353CC}">
                <c16:uniqueId val="{00000005-FE54-4916-829D-9BEC38D06206}"/>
              </c:ext>
            </c:extLst>
          </c:dPt>
          <c:dPt>
            <c:idx val="3"/>
            <c:bubble3D val="0"/>
            <c:spPr>
              <a:solidFill>
                <a:srgbClr val="DDC38B"/>
              </a:solidFill>
              <a:ln w="12700">
                <a:solidFill>
                  <a:srgbClr val="FCFAF9"/>
                </a:solidFill>
              </a:ln>
              <a:effectLst/>
            </c:spPr>
            <c:extLst>
              <c:ext xmlns:c16="http://schemas.microsoft.com/office/drawing/2014/chart" uri="{C3380CC4-5D6E-409C-BE32-E72D297353CC}">
                <c16:uniqueId val="{00000007-FE54-4916-829D-9BEC38D06206}"/>
              </c:ext>
            </c:extLst>
          </c:dPt>
          <c:dPt>
            <c:idx val="4"/>
            <c:bubble3D val="0"/>
            <c:spPr>
              <a:solidFill>
                <a:srgbClr val="939393"/>
              </a:solidFill>
              <a:ln w="12700">
                <a:solidFill>
                  <a:srgbClr val="FCFAF9"/>
                </a:solidFill>
              </a:ln>
              <a:effectLst/>
            </c:spPr>
            <c:extLst>
              <c:ext xmlns:c16="http://schemas.microsoft.com/office/drawing/2014/chart" uri="{C3380CC4-5D6E-409C-BE32-E72D297353CC}">
                <c16:uniqueId val="{00000009-FE54-4916-829D-9BEC38D06206}"/>
              </c:ext>
            </c:extLst>
          </c:dPt>
          <c:dPt>
            <c:idx val="5"/>
            <c:bubble3D val="0"/>
            <c:spPr>
              <a:solidFill>
                <a:srgbClr val="4F0304"/>
              </a:solidFill>
              <a:ln w="12700">
                <a:solidFill>
                  <a:srgbClr val="FCFAF9"/>
                </a:solidFill>
              </a:ln>
              <a:effectLst/>
            </c:spPr>
            <c:extLst>
              <c:ext xmlns:c16="http://schemas.microsoft.com/office/drawing/2014/chart" uri="{C3380CC4-5D6E-409C-BE32-E72D297353CC}">
                <c16:uniqueId val="{0000000B-FE54-4916-829D-9BEC38D06206}"/>
              </c:ext>
            </c:extLst>
          </c:dPt>
          <c:dPt>
            <c:idx val="6"/>
            <c:bubble3D val="0"/>
            <c:spPr>
              <a:solidFill>
                <a:srgbClr val="5F88BD"/>
              </a:solidFill>
              <a:ln w="12700">
                <a:solidFill>
                  <a:srgbClr val="FCFAF9"/>
                </a:solidFill>
              </a:ln>
              <a:effectLst/>
            </c:spPr>
            <c:extLst>
              <c:ext xmlns:c16="http://schemas.microsoft.com/office/drawing/2014/chart" uri="{C3380CC4-5D6E-409C-BE32-E72D297353CC}">
                <c16:uniqueId val="{0000000D-FE54-4916-829D-9BEC38D06206}"/>
              </c:ext>
            </c:extLst>
          </c:dPt>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Sheet1!$A$2:$A$8</c:f>
              <c:strCache>
                <c:ptCount val="7"/>
                <c:pt idx="0">
                  <c:v>Four Seasons</c:v>
                </c:pt>
                <c:pt idx="1">
                  <c:v>Ritz-Carlton</c:v>
                </c:pt>
                <c:pt idx="2">
                  <c:v>Regent Seven Seas</c:v>
                </c:pt>
                <c:pt idx="3">
                  <c:v>Aman</c:v>
                </c:pt>
                <c:pt idx="4">
                  <c:v>Silversea</c:v>
                </c:pt>
                <c:pt idx="5">
                  <c:v>Orient Express</c:v>
                </c:pt>
                <c:pt idx="6">
                  <c:v>Seabourn</c:v>
                </c:pt>
              </c:strCache>
            </c:strRef>
          </c:cat>
          <c:val>
            <c:numRef>
              <c:f>Sheet1!$B$2:$B$8</c:f>
              <c:numCache>
                <c:formatCode>0%</c:formatCode>
                <c:ptCount val="7"/>
                <c:pt idx="0" formatCode="0.00%">
                  <c:v>0.47149999999999997</c:v>
                </c:pt>
                <c:pt idx="1">
                  <c:v>0.15</c:v>
                </c:pt>
                <c:pt idx="2">
                  <c:v>0.1</c:v>
                </c:pt>
                <c:pt idx="3">
                  <c:v>0.09</c:v>
                </c:pt>
                <c:pt idx="4">
                  <c:v>0.08</c:v>
                </c:pt>
                <c:pt idx="5">
                  <c:v>0.05</c:v>
                </c:pt>
                <c:pt idx="6">
                  <c:v>0.04</c:v>
                </c:pt>
              </c:numCache>
            </c:numRef>
          </c:val>
          <c:extLst>
            <c:ext xmlns:c16="http://schemas.microsoft.com/office/drawing/2014/chart" uri="{C3380CC4-5D6E-409C-BE32-E72D297353CC}">
              <c16:uniqueId val="{0000000E-FE54-4916-829D-9BEC38D06206}"/>
            </c:ext>
          </c:extLst>
        </c:ser>
        <c:dLbls>
          <c:showLegendKey val="0"/>
          <c:showVal val="1"/>
          <c:showCatName val="0"/>
          <c:showSerName val="0"/>
          <c:showPercent val="0"/>
          <c:showBubbleSize val="0"/>
          <c:showLeaderLines val="1"/>
        </c:dLbls>
        <c:firstSliceAng val="0"/>
        <c:holeSize val="54"/>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b="1">
          <a:solidFill>
            <a:schemeClr val="bg1"/>
          </a:solidFill>
        </a:defRPr>
      </a:pPr>
      <a:endParaRPr lang="en-US"/>
    </a:p>
  </c:txPr>
  <c:externalData r:id="rId3">
    <c:autoUpdate val="0"/>
  </c:externalData>
  <c:userShapes r:id="rId4"/>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a:defRPr sz="1200" b="1" i="0" u="none" strike="noStrike" kern="1200" spc="0" baseline="0">
                <a:solidFill>
                  <a:schemeClr val="bg1"/>
                </a:solidFill>
                <a:latin typeface="+mn-lt"/>
                <a:ea typeface="+mn-ea"/>
                <a:cs typeface="+mn-cs"/>
              </a:defRPr>
            </a:pPr>
            <a:r>
              <a:rPr lang="en-US"/>
              <a:t>SOV</a:t>
            </a:r>
          </a:p>
          <a:p>
            <a:pPr algn="ctr">
              <a:defRPr/>
            </a:pPr>
            <a:r>
              <a:rPr lang="en-US"/>
              <a:t>YTD</a:t>
            </a:r>
          </a:p>
        </c:rich>
      </c:tx>
      <c:layout>
        <c:manualLayout>
          <c:xMode val="edge"/>
          <c:yMode val="edge"/>
          <c:x val="0.42253463108778078"/>
          <c:y val="0.40277777777777779"/>
        </c:manualLayout>
      </c:layout>
      <c:overlay val="1"/>
      <c:spPr>
        <a:noFill/>
        <a:ln>
          <a:noFill/>
        </a:ln>
        <a:effectLst/>
      </c:spPr>
      <c:txPr>
        <a:bodyPr rot="0" spcFirstLastPara="1" vertOverflow="ellipsis" vert="horz" wrap="square" anchor="ctr" anchorCtr="1"/>
        <a:lstStyle/>
        <a:p>
          <a:pPr algn="ctr">
            <a:defRPr sz="1200" b="1" i="0" u="none" strike="noStrike" kern="1200" spc="0" baseline="0">
              <a:solidFill>
                <a:schemeClr val="bg1"/>
              </a:solidFill>
              <a:latin typeface="+mn-lt"/>
              <a:ea typeface="+mn-ea"/>
              <a:cs typeface="+mn-cs"/>
            </a:defRPr>
          </a:pPr>
          <a:endParaRPr lang="en-US"/>
        </a:p>
      </c:txPr>
    </c:title>
    <c:autoTitleDeleted val="0"/>
    <c:plotArea>
      <c:layout/>
      <c:doughnutChart>
        <c:varyColors val="1"/>
        <c:ser>
          <c:idx val="0"/>
          <c:order val="0"/>
          <c:tx>
            <c:strRef>
              <c:f>Sheet1!$B$1</c:f>
              <c:strCache>
                <c:ptCount val="1"/>
                <c:pt idx="0">
                  <c:v>Yachts</c:v>
                </c:pt>
              </c:strCache>
            </c:strRef>
          </c:tx>
          <c:spPr>
            <a:ln w="12700">
              <a:solidFill>
                <a:srgbClr val="FCFAF9"/>
              </a:solidFill>
            </a:ln>
          </c:spPr>
          <c:dPt>
            <c:idx val="0"/>
            <c:bubble3D val="0"/>
            <c:spPr>
              <a:solidFill>
                <a:srgbClr val="3D441E"/>
              </a:solidFill>
              <a:ln w="12700">
                <a:solidFill>
                  <a:srgbClr val="FCFAF9"/>
                </a:solidFill>
              </a:ln>
              <a:effectLst/>
            </c:spPr>
            <c:extLst>
              <c:ext xmlns:c16="http://schemas.microsoft.com/office/drawing/2014/chart" uri="{C3380CC4-5D6E-409C-BE32-E72D297353CC}">
                <c16:uniqueId val="{00000001-3D0A-46D9-8D1C-2870813AC6F0}"/>
              </c:ext>
            </c:extLst>
          </c:dPt>
          <c:dPt>
            <c:idx val="1"/>
            <c:bubble3D val="0"/>
            <c:spPr>
              <a:solidFill>
                <a:srgbClr val="1F216C"/>
              </a:solidFill>
              <a:ln w="12700">
                <a:solidFill>
                  <a:srgbClr val="FCFAF9"/>
                </a:solidFill>
              </a:ln>
              <a:effectLst/>
            </c:spPr>
            <c:extLst>
              <c:ext xmlns:c16="http://schemas.microsoft.com/office/drawing/2014/chart" uri="{C3380CC4-5D6E-409C-BE32-E72D297353CC}">
                <c16:uniqueId val="{00000003-3D0A-46D9-8D1C-2870813AC6F0}"/>
              </c:ext>
            </c:extLst>
          </c:dPt>
          <c:dPt>
            <c:idx val="2"/>
            <c:bubble3D val="0"/>
            <c:spPr>
              <a:solidFill>
                <a:srgbClr val="DDC38B"/>
              </a:solidFill>
              <a:ln w="12700">
                <a:solidFill>
                  <a:srgbClr val="FCFAF9"/>
                </a:solidFill>
              </a:ln>
              <a:effectLst/>
            </c:spPr>
            <c:extLst>
              <c:ext xmlns:c16="http://schemas.microsoft.com/office/drawing/2014/chart" uri="{C3380CC4-5D6E-409C-BE32-E72D297353CC}">
                <c16:uniqueId val="{00000005-3D0A-46D9-8D1C-2870813AC6F0}"/>
              </c:ext>
            </c:extLst>
          </c:dPt>
          <c:dPt>
            <c:idx val="3"/>
            <c:bubble3D val="0"/>
            <c:spPr>
              <a:solidFill>
                <a:srgbClr val="939393"/>
              </a:solidFill>
              <a:ln w="12700">
                <a:solidFill>
                  <a:srgbClr val="FCFAF9"/>
                </a:solidFill>
              </a:ln>
              <a:effectLst/>
            </c:spPr>
            <c:extLst>
              <c:ext xmlns:c16="http://schemas.microsoft.com/office/drawing/2014/chart" uri="{C3380CC4-5D6E-409C-BE32-E72D297353CC}">
                <c16:uniqueId val="{00000007-3D0A-46D9-8D1C-2870813AC6F0}"/>
              </c:ext>
            </c:extLst>
          </c:dPt>
          <c:dPt>
            <c:idx val="4"/>
            <c:bubble3D val="0"/>
            <c:spPr>
              <a:solidFill>
                <a:srgbClr val="4F0304"/>
              </a:solidFill>
              <a:ln w="12700">
                <a:solidFill>
                  <a:srgbClr val="FCFAF9"/>
                </a:solidFill>
              </a:ln>
              <a:effectLst/>
            </c:spPr>
            <c:extLst>
              <c:ext xmlns:c16="http://schemas.microsoft.com/office/drawing/2014/chart" uri="{C3380CC4-5D6E-409C-BE32-E72D297353CC}">
                <c16:uniqueId val="{00000009-3D0A-46D9-8D1C-2870813AC6F0}"/>
              </c:ext>
            </c:extLst>
          </c:dPt>
          <c:dPt>
            <c:idx val="5"/>
            <c:bubble3D val="0"/>
            <c:spPr>
              <a:solidFill>
                <a:srgbClr val="1F335B"/>
              </a:solidFill>
              <a:ln w="12700">
                <a:solidFill>
                  <a:srgbClr val="FCFAF9"/>
                </a:solidFill>
              </a:ln>
              <a:effectLst/>
            </c:spPr>
            <c:extLst>
              <c:ext xmlns:c16="http://schemas.microsoft.com/office/drawing/2014/chart" uri="{C3380CC4-5D6E-409C-BE32-E72D297353CC}">
                <c16:uniqueId val="{0000000B-3D0A-46D9-8D1C-2870813AC6F0}"/>
              </c:ext>
            </c:extLst>
          </c:dPt>
          <c:dPt>
            <c:idx val="6"/>
            <c:bubble3D val="0"/>
            <c:spPr>
              <a:solidFill>
                <a:srgbClr val="5F88BD"/>
              </a:solidFill>
              <a:ln w="12700">
                <a:solidFill>
                  <a:srgbClr val="FCFAF9"/>
                </a:solidFill>
              </a:ln>
              <a:effectLst/>
            </c:spPr>
            <c:extLst>
              <c:ext xmlns:c16="http://schemas.microsoft.com/office/drawing/2014/chart" uri="{C3380CC4-5D6E-409C-BE32-E72D297353CC}">
                <c16:uniqueId val="{0000000D-3D0A-46D9-8D1C-2870813AC6F0}"/>
              </c:ext>
            </c:extLst>
          </c:dPt>
          <c:dLbls>
            <c:dLbl>
              <c:idx val="1"/>
              <c:layout>
                <c:manualLayout>
                  <c:x val="-4.6296296296296294E-3"/>
                  <c:y val="-9.2592592592592587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D0A-46D9-8D1C-2870813AC6F0}"/>
                </c:ext>
              </c:extLst>
            </c:dLbl>
            <c:dLbl>
              <c:idx val="2"/>
              <c:layout>
                <c:manualLayout>
                  <c:x val="-9.2592592592592587E-3"/>
                  <c:y val="-1.388888888888888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D0A-46D9-8D1C-2870813AC6F0}"/>
                </c:ext>
              </c:extLst>
            </c:dLbl>
            <c:dLbl>
              <c:idx val="6"/>
              <c:layout>
                <c:manualLayout>
                  <c:x val="0"/>
                  <c:y val="-0.1250000000000000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rgbClr val="5F88BD"/>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3D0A-46D9-8D1C-2870813AC6F0}"/>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extLst>
          </c:dLbls>
          <c:cat>
            <c:strRef>
              <c:f>Sheet1!$A$2:$A$8</c:f>
              <c:strCache>
                <c:ptCount val="7"/>
                <c:pt idx="0">
                  <c:v>Four Seasons</c:v>
                </c:pt>
                <c:pt idx="1">
                  <c:v>Regent Seven Seas</c:v>
                </c:pt>
                <c:pt idx="2">
                  <c:v>Aman</c:v>
                </c:pt>
                <c:pt idx="3">
                  <c:v>Silversea</c:v>
                </c:pt>
                <c:pt idx="4">
                  <c:v>Orient Express</c:v>
                </c:pt>
                <c:pt idx="5">
                  <c:v>Ritz-Carlton</c:v>
                </c:pt>
                <c:pt idx="6">
                  <c:v>Seabourn</c:v>
                </c:pt>
              </c:strCache>
            </c:strRef>
          </c:cat>
          <c:val>
            <c:numRef>
              <c:f>Sheet1!$B$2:$B$8</c:f>
              <c:numCache>
                <c:formatCode>0%</c:formatCode>
                <c:ptCount val="7"/>
                <c:pt idx="0" formatCode="0.00%">
                  <c:v>0.50349999999999995</c:v>
                </c:pt>
                <c:pt idx="1">
                  <c:v>0.14000000000000001</c:v>
                </c:pt>
                <c:pt idx="2">
                  <c:v>0.14000000000000001</c:v>
                </c:pt>
                <c:pt idx="3">
                  <c:v>0.11</c:v>
                </c:pt>
                <c:pt idx="4">
                  <c:v>0.06</c:v>
                </c:pt>
                <c:pt idx="5">
                  <c:v>0.04</c:v>
                </c:pt>
                <c:pt idx="6">
                  <c:v>0.02</c:v>
                </c:pt>
              </c:numCache>
            </c:numRef>
          </c:val>
          <c:extLst>
            <c:ext xmlns:c16="http://schemas.microsoft.com/office/drawing/2014/chart" uri="{C3380CC4-5D6E-409C-BE32-E72D297353CC}">
              <c16:uniqueId val="{0000000E-3D0A-46D9-8D1C-2870813AC6F0}"/>
            </c:ext>
          </c:extLst>
        </c:ser>
        <c:dLbls>
          <c:showLegendKey val="0"/>
          <c:showVal val="1"/>
          <c:showCatName val="0"/>
          <c:showSerName val="0"/>
          <c:showPercent val="0"/>
          <c:showBubbleSize val="0"/>
          <c:showLeaderLines val="0"/>
        </c:dLbls>
        <c:firstSliceAng val="0"/>
        <c:holeSize val="54"/>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b="1">
          <a:solidFill>
            <a:schemeClr val="bg1"/>
          </a:solidFill>
        </a:defRPr>
      </a:pPr>
      <a:endParaRPr lang="en-US"/>
    </a:p>
  </c:txPr>
  <c:externalData r:id="rId3">
    <c:autoUpdate val="0"/>
  </c:externalData>
  <c:userShapes r:id="rId4"/>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5541551998740474E-2"/>
          <c:y val="8.7727970759645654E-2"/>
          <c:w val="0.94445844800125955"/>
          <c:h val="0.79479857752894656"/>
        </c:manualLayout>
      </c:layout>
      <c:barChart>
        <c:barDir val="col"/>
        <c:grouping val="clustered"/>
        <c:varyColors val="0"/>
        <c:ser>
          <c:idx val="0"/>
          <c:order val="0"/>
          <c:tx>
            <c:strRef>
              <c:f>Sheet1!$B$1</c:f>
              <c:strCache>
                <c:ptCount val="1"/>
                <c:pt idx="0">
                  <c:v>LOB</c:v>
                </c:pt>
              </c:strCache>
            </c:strRef>
          </c:tx>
          <c:spPr>
            <a:solidFill>
              <a:schemeClr val="accent1"/>
            </a:solidFill>
            <a:ln w="12700">
              <a:solidFill>
                <a:srgbClr val="FCFAF9"/>
              </a:solidFill>
            </a:ln>
          </c:spPr>
          <c:invertIfNegative val="0"/>
          <c:dPt>
            <c:idx val="0"/>
            <c:invertIfNegative val="0"/>
            <c:bubble3D val="0"/>
            <c:spPr>
              <a:solidFill>
                <a:schemeClr val="accent1"/>
              </a:solidFill>
              <a:ln w="12700">
                <a:solidFill>
                  <a:srgbClr val="FCFAF9"/>
                </a:solidFill>
              </a:ln>
              <a:effectLst/>
            </c:spPr>
            <c:extLst>
              <c:ext xmlns:c16="http://schemas.microsoft.com/office/drawing/2014/chart" uri="{C3380CC4-5D6E-409C-BE32-E72D297353CC}">
                <c16:uniqueId val="{00000001-698A-448A-8FB7-4EE93C6F13BF}"/>
              </c:ext>
            </c:extLst>
          </c:dPt>
          <c:dPt>
            <c:idx val="1"/>
            <c:invertIfNegative val="0"/>
            <c:bubble3D val="0"/>
            <c:spPr>
              <a:solidFill>
                <a:schemeClr val="accent1"/>
              </a:solidFill>
              <a:ln w="12700">
                <a:solidFill>
                  <a:srgbClr val="FCFAF9"/>
                </a:solidFill>
              </a:ln>
              <a:effectLst/>
            </c:spPr>
            <c:extLst>
              <c:ext xmlns:c16="http://schemas.microsoft.com/office/drawing/2014/chart" uri="{C3380CC4-5D6E-409C-BE32-E72D297353CC}">
                <c16:uniqueId val="{00000003-698A-448A-8FB7-4EE93C6F13BF}"/>
              </c:ext>
            </c:extLst>
          </c:dPt>
          <c:dPt>
            <c:idx val="2"/>
            <c:invertIfNegative val="0"/>
            <c:bubble3D val="0"/>
            <c:spPr>
              <a:solidFill>
                <a:schemeClr val="accent1"/>
              </a:solidFill>
              <a:ln w="12700">
                <a:solidFill>
                  <a:srgbClr val="FCFAF9"/>
                </a:solidFill>
              </a:ln>
              <a:effectLst/>
            </c:spPr>
            <c:extLst>
              <c:ext xmlns:c16="http://schemas.microsoft.com/office/drawing/2014/chart" uri="{C3380CC4-5D6E-409C-BE32-E72D297353CC}">
                <c16:uniqueId val="{00000005-698A-448A-8FB7-4EE93C6F13BF}"/>
              </c:ext>
            </c:extLst>
          </c:dPt>
          <c:dPt>
            <c:idx val="3"/>
            <c:invertIfNegative val="0"/>
            <c:bubble3D val="0"/>
            <c:spPr>
              <a:solidFill>
                <a:schemeClr val="accent1"/>
              </a:solidFill>
              <a:ln w="12700">
                <a:solidFill>
                  <a:srgbClr val="FCFAF9"/>
                </a:solidFill>
              </a:ln>
              <a:effectLst/>
            </c:spPr>
            <c:extLst>
              <c:ext xmlns:c16="http://schemas.microsoft.com/office/drawing/2014/chart" uri="{C3380CC4-5D6E-409C-BE32-E72D297353CC}">
                <c16:uniqueId val="{00000007-698A-448A-8FB7-4EE93C6F13BF}"/>
              </c:ext>
            </c:extLst>
          </c:dPt>
          <c:dPt>
            <c:idx val="4"/>
            <c:invertIfNegative val="0"/>
            <c:bubble3D val="0"/>
            <c:spPr>
              <a:solidFill>
                <a:schemeClr val="accent1"/>
              </a:solidFill>
              <a:ln w="12700">
                <a:solidFill>
                  <a:srgbClr val="FCFAF9"/>
                </a:solidFill>
              </a:ln>
              <a:effectLst/>
            </c:spPr>
            <c:extLst>
              <c:ext xmlns:c16="http://schemas.microsoft.com/office/drawing/2014/chart" uri="{C3380CC4-5D6E-409C-BE32-E72D297353CC}">
                <c16:uniqueId val="{00000009-698A-448A-8FB7-4EE93C6F13BF}"/>
              </c:ext>
            </c:extLst>
          </c:dPt>
          <c:dPt>
            <c:idx val="5"/>
            <c:invertIfNegative val="0"/>
            <c:bubble3D val="0"/>
            <c:spPr>
              <a:solidFill>
                <a:schemeClr val="accent1"/>
              </a:solidFill>
              <a:ln w="12700">
                <a:solidFill>
                  <a:srgbClr val="FCFAF9"/>
                </a:solidFill>
              </a:ln>
              <a:effectLst/>
            </c:spPr>
            <c:extLst>
              <c:ext xmlns:c16="http://schemas.microsoft.com/office/drawing/2014/chart" uri="{C3380CC4-5D6E-409C-BE32-E72D297353CC}">
                <c16:uniqueId val="{0000000B-698A-448A-8FB7-4EE93C6F13BF}"/>
              </c:ext>
            </c:extLst>
          </c:dPt>
          <c:dPt>
            <c:idx val="6"/>
            <c:invertIfNegative val="0"/>
            <c:bubble3D val="0"/>
            <c:spPr>
              <a:solidFill>
                <a:schemeClr val="accent1"/>
              </a:solidFill>
              <a:ln w="12700">
                <a:solidFill>
                  <a:srgbClr val="FCFAF9"/>
                </a:solidFill>
              </a:ln>
              <a:effectLst/>
            </c:spPr>
            <c:extLst>
              <c:ext xmlns:c16="http://schemas.microsoft.com/office/drawing/2014/chart" uri="{C3380CC4-5D6E-409C-BE32-E72D297353CC}">
                <c16:uniqueId val="{0000000D-698A-448A-8FB7-4EE93C6F13BF}"/>
              </c:ext>
            </c:extLst>
          </c:dPt>
          <c:dLbls>
            <c:dLbl>
              <c:idx val="4"/>
              <c:tx>
                <c:rich>
                  <a:bodyPr wrap="square" lIns="38100" tIns="19050" rIns="38100" bIns="1905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rgbClr val="374156"/>
                        </a:solidFill>
                        <a:latin typeface="+mn-lt"/>
                        <a:ea typeface="+mn-ea"/>
                        <a:cs typeface="+mn-cs"/>
                      </a:defRPr>
                    </a:pPr>
                    <a:r>
                      <a:rPr lang="en-US" altLang="zh-CN" sz="1000" b="0" i="0" u="none" strike="noStrike" kern="1200" baseline="0">
                        <a:solidFill>
                          <a:srgbClr val="374156"/>
                        </a:solidFill>
                      </a:rPr>
                      <a:t>&lt;0.5%</a:t>
                    </a:r>
                    <a:endParaRPr lang="en-US" sz="1000" b="0" i="0" u="none" strike="noStrike" kern="1200" baseline="0">
                      <a:solidFill>
                        <a:srgbClr val="374156"/>
                      </a:solidFill>
                    </a:endParaRPr>
                  </a:p>
                </c:rich>
              </c:tx>
              <c:spPr>
                <a:noFill/>
                <a:ln>
                  <a:noFill/>
                </a:ln>
                <a:effectLst/>
              </c:spPr>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698A-448A-8FB7-4EE93C6F13BF}"/>
                </c:ext>
              </c:extLst>
            </c:dLbl>
            <c:dLbl>
              <c:idx val="5"/>
              <c:tx>
                <c:rich>
                  <a:bodyPr/>
                  <a:lstStyle/>
                  <a:p>
                    <a:r>
                      <a:rPr lang="en-US" altLang="zh-CN"/>
                      <a:t>&lt;0.5%</a:t>
                    </a:r>
                    <a:endParaRPr lang="en-US"/>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698A-448A-8FB7-4EE93C6F13BF}"/>
                </c:ext>
              </c:extLst>
            </c:dLbl>
            <c:dLbl>
              <c:idx val="6"/>
              <c:tx>
                <c:rich>
                  <a:bodyPr wrap="square" lIns="38100" tIns="19050" rIns="38100" bIns="1905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rgbClr val="374156"/>
                        </a:solidFill>
                        <a:latin typeface="+mn-lt"/>
                        <a:ea typeface="+mn-ea"/>
                        <a:cs typeface="+mn-cs"/>
                      </a:defRPr>
                    </a:pPr>
                    <a:r>
                      <a:rPr lang="en-US" altLang="zh-CN" sz="1000" b="0" i="0" u="none" strike="noStrike" kern="1200" baseline="0">
                        <a:solidFill>
                          <a:srgbClr val="374156"/>
                        </a:solidFill>
                      </a:rPr>
                      <a:t>&lt;0.5%</a:t>
                    </a:r>
                    <a:endParaRPr lang="en-US" sz="1000" b="0" i="0" u="none" strike="noStrike" kern="1200" baseline="0">
                      <a:solidFill>
                        <a:srgbClr val="374156"/>
                      </a:solidFill>
                    </a:endParaRPr>
                  </a:p>
                </c:rich>
              </c:tx>
              <c:spPr>
                <a:noFill/>
                <a:ln>
                  <a:noFill/>
                </a:ln>
                <a:effectLst/>
              </c:spPr>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698A-448A-8FB7-4EE93C6F13BF}"/>
                </c:ext>
              </c:extLst>
            </c:dLbl>
            <c:spPr>
              <a:noFill/>
              <a:ln>
                <a:noFill/>
              </a:ln>
              <a:effectLst/>
            </c:spPr>
            <c:txPr>
              <a:bodyPr wrap="square" lIns="38100" tIns="19050" rIns="38100" bIns="19050" anchor="ctr">
                <a:spAutoFit/>
              </a:bodyPr>
              <a:lstStyle/>
              <a:p>
                <a:pPr>
                  <a:defRPr>
                    <a:solidFill>
                      <a:schemeClr val="tx2"/>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Portfolio/Other</c:v>
                </c:pt>
                <c:pt idx="1">
                  <c:v>R&amp;B</c:v>
                </c:pt>
                <c:pt idx="2">
                  <c:v>Residences</c:v>
                </c:pt>
                <c:pt idx="3">
                  <c:v>Yachts</c:v>
                </c:pt>
                <c:pt idx="4">
                  <c:v>Online Retail</c:v>
                </c:pt>
                <c:pt idx="5">
                  <c:v>Private Jet</c:v>
                </c:pt>
                <c:pt idx="6">
                  <c:v>Drive Experience</c:v>
                </c:pt>
              </c:strCache>
            </c:strRef>
          </c:cat>
          <c:val>
            <c:numRef>
              <c:f>Sheet1!$B$2:$B$8</c:f>
              <c:numCache>
                <c:formatCode>0.0%</c:formatCode>
                <c:ptCount val="7"/>
                <c:pt idx="0">
                  <c:v>0.72699999999999998</c:v>
                </c:pt>
                <c:pt idx="1">
                  <c:v>0.151</c:v>
                </c:pt>
                <c:pt idx="2">
                  <c:v>8.8999999999999996E-2</c:v>
                </c:pt>
                <c:pt idx="3">
                  <c:v>2.5000000000000001E-2</c:v>
                </c:pt>
                <c:pt idx="4">
                  <c:v>5.0000000000000001E-3</c:v>
                </c:pt>
                <c:pt idx="5">
                  <c:v>2E-3</c:v>
                </c:pt>
                <c:pt idx="6">
                  <c:v>1E-3</c:v>
                </c:pt>
              </c:numCache>
            </c:numRef>
          </c:val>
          <c:extLst>
            <c:ext xmlns:c16="http://schemas.microsoft.com/office/drawing/2014/chart" uri="{C3380CC4-5D6E-409C-BE32-E72D297353CC}">
              <c16:uniqueId val="{0000000F-698A-448A-8FB7-4EE93C6F13BF}"/>
            </c:ext>
          </c:extLst>
        </c:ser>
        <c:dLbls>
          <c:dLblPos val="outEnd"/>
          <c:showLegendKey val="0"/>
          <c:showVal val="1"/>
          <c:showCatName val="0"/>
          <c:showSerName val="0"/>
          <c:showPercent val="0"/>
          <c:showBubbleSize val="0"/>
        </c:dLbls>
        <c:gapWidth val="100"/>
        <c:axId val="150695056"/>
        <c:axId val="150674896"/>
      </c:barChart>
      <c:catAx>
        <c:axId val="150695056"/>
        <c:scaling>
          <c:orientation val="minMax"/>
        </c:scaling>
        <c:delete val="0"/>
        <c:axPos val="b"/>
        <c:numFmt formatCode="General" sourceLinked="1"/>
        <c:majorTickMark val="out"/>
        <c:minorTickMark val="in"/>
        <c:tickLblPos val="nextTo"/>
        <c:spPr>
          <a:ln>
            <a:solidFill>
              <a:schemeClr val="tx1">
                <a:lumMod val="10000"/>
                <a:lumOff val="90000"/>
              </a:schemeClr>
            </a:solidFill>
          </a:ln>
        </c:spPr>
        <c:txPr>
          <a:bodyPr rot="0" vert="horz" anchor="t" anchorCtr="0"/>
          <a:lstStyle/>
          <a:p>
            <a:pPr>
              <a:defRPr sz="650">
                <a:solidFill>
                  <a:schemeClr val="accent1"/>
                </a:solidFill>
              </a:defRPr>
            </a:pPr>
            <a:endParaRPr lang="en-US"/>
          </a:p>
        </c:txPr>
        <c:crossAx val="150674896"/>
        <c:crosses val="autoZero"/>
        <c:auto val="1"/>
        <c:lblAlgn val="ctr"/>
        <c:lblOffset val="100"/>
        <c:tickLblSkip val="1"/>
        <c:noMultiLvlLbl val="0"/>
      </c:catAx>
      <c:valAx>
        <c:axId val="150674896"/>
        <c:scaling>
          <c:orientation val="minMax"/>
        </c:scaling>
        <c:delete val="0"/>
        <c:axPos val="l"/>
        <c:numFmt formatCode="0.0%" sourceLinked="1"/>
        <c:majorTickMark val="out"/>
        <c:minorTickMark val="none"/>
        <c:tickLblPos val="none"/>
        <c:spPr>
          <a:ln>
            <a:noFill/>
          </a:ln>
        </c:spPr>
        <c:crossAx val="1506950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770775999370237E-2"/>
          <c:y val="6.5795978069734237E-2"/>
          <c:w val="0.94445844800125955"/>
          <c:h val="0.79479857752894656"/>
        </c:manualLayout>
      </c:layout>
      <c:barChart>
        <c:barDir val="col"/>
        <c:grouping val="clustered"/>
        <c:varyColors val="0"/>
        <c:ser>
          <c:idx val="0"/>
          <c:order val="0"/>
          <c:tx>
            <c:strRef>
              <c:f>Sheet1!$B$1</c:f>
              <c:strCache>
                <c:ptCount val="1"/>
                <c:pt idx="0">
                  <c:v>LOB</c:v>
                </c:pt>
              </c:strCache>
            </c:strRef>
          </c:tx>
          <c:spPr>
            <a:solidFill>
              <a:schemeClr val="accent1"/>
            </a:solidFill>
            <a:ln w="12700">
              <a:solidFill>
                <a:srgbClr val="FCFAF9"/>
              </a:solidFill>
            </a:ln>
          </c:spPr>
          <c:invertIfNegative val="0"/>
          <c:dPt>
            <c:idx val="0"/>
            <c:invertIfNegative val="0"/>
            <c:bubble3D val="0"/>
            <c:spPr>
              <a:solidFill>
                <a:schemeClr val="accent1"/>
              </a:solidFill>
              <a:ln w="12700">
                <a:solidFill>
                  <a:srgbClr val="FCFAF9"/>
                </a:solidFill>
              </a:ln>
              <a:effectLst/>
            </c:spPr>
            <c:extLst>
              <c:ext xmlns:c16="http://schemas.microsoft.com/office/drawing/2014/chart" uri="{C3380CC4-5D6E-409C-BE32-E72D297353CC}">
                <c16:uniqueId val="{00000001-E9B8-4CB2-9C00-5B688620E62F}"/>
              </c:ext>
            </c:extLst>
          </c:dPt>
          <c:dPt>
            <c:idx val="1"/>
            <c:invertIfNegative val="0"/>
            <c:bubble3D val="0"/>
            <c:spPr>
              <a:solidFill>
                <a:schemeClr val="accent1"/>
              </a:solidFill>
              <a:ln w="12700">
                <a:solidFill>
                  <a:srgbClr val="FCFAF9"/>
                </a:solidFill>
              </a:ln>
              <a:effectLst/>
            </c:spPr>
            <c:extLst>
              <c:ext xmlns:c16="http://schemas.microsoft.com/office/drawing/2014/chart" uri="{C3380CC4-5D6E-409C-BE32-E72D297353CC}">
                <c16:uniqueId val="{00000003-E9B8-4CB2-9C00-5B688620E62F}"/>
              </c:ext>
            </c:extLst>
          </c:dPt>
          <c:dPt>
            <c:idx val="2"/>
            <c:invertIfNegative val="0"/>
            <c:bubble3D val="0"/>
            <c:spPr>
              <a:solidFill>
                <a:schemeClr val="accent1"/>
              </a:solidFill>
              <a:ln w="12700">
                <a:solidFill>
                  <a:srgbClr val="FCFAF9"/>
                </a:solidFill>
              </a:ln>
              <a:effectLst/>
            </c:spPr>
            <c:extLst>
              <c:ext xmlns:c16="http://schemas.microsoft.com/office/drawing/2014/chart" uri="{C3380CC4-5D6E-409C-BE32-E72D297353CC}">
                <c16:uniqueId val="{00000005-E9B8-4CB2-9C00-5B688620E62F}"/>
              </c:ext>
            </c:extLst>
          </c:dPt>
          <c:dPt>
            <c:idx val="3"/>
            <c:invertIfNegative val="0"/>
            <c:bubble3D val="0"/>
            <c:spPr>
              <a:solidFill>
                <a:schemeClr val="accent1"/>
              </a:solidFill>
              <a:ln w="12700">
                <a:solidFill>
                  <a:srgbClr val="FCFAF9"/>
                </a:solidFill>
              </a:ln>
              <a:effectLst/>
            </c:spPr>
            <c:extLst>
              <c:ext xmlns:c16="http://schemas.microsoft.com/office/drawing/2014/chart" uri="{C3380CC4-5D6E-409C-BE32-E72D297353CC}">
                <c16:uniqueId val="{00000007-E9B8-4CB2-9C00-5B688620E62F}"/>
              </c:ext>
            </c:extLst>
          </c:dPt>
          <c:dPt>
            <c:idx val="4"/>
            <c:invertIfNegative val="0"/>
            <c:bubble3D val="0"/>
            <c:spPr>
              <a:solidFill>
                <a:schemeClr val="accent1"/>
              </a:solidFill>
              <a:ln w="12700">
                <a:solidFill>
                  <a:srgbClr val="FCFAF9"/>
                </a:solidFill>
              </a:ln>
              <a:effectLst/>
            </c:spPr>
            <c:extLst>
              <c:ext xmlns:c16="http://schemas.microsoft.com/office/drawing/2014/chart" uri="{C3380CC4-5D6E-409C-BE32-E72D297353CC}">
                <c16:uniqueId val="{00000009-E9B8-4CB2-9C00-5B688620E62F}"/>
              </c:ext>
            </c:extLst>
          </c:dPt>
          <c:dPt>
            <c:idx val="6"/>
            <c:invertIfNegative val="0"/>
            <c:bubble3D val="0"/>
            <c:spPr>
              <a:solidFill>
                <a:schemeClr val="accent1"/>
              </a:solidFill>
              <a:ln w="12700">
                <a:solidFill>
                  <a:srgbClr val="FCFAF9"/>
                </a:solidFill>
              </a:ln>
              <a:effectLst/>
            </c:spPr>
            <c:extLst>
              <c:ext xmlns:c16="http://schemas.microsoft.com/office/drawing/2014/chart" uri="{C3380CC4-5D6E-409C-BE32-E72D297353CC}">
                <c16:uniqueId val="{0000000B-E9B8-4CB2-9C00-5B688620E62F}"/>
              </c:ext>
            </c:extLst>
          </c:dPt>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Sheet1!$A$2:$A$8</c:f>
              <c:strCache>
                <c:ptCount val="7"/>
                <c:pt idx="0">
                  <c:v>Portfolio/Other</c:v>
                </c:pt>
                <c:pt idx="1">
                  <c:v>R&amp;B</c:v>
                </c:pt>
                <c:pt idx="2">
                  <c:v>Yachts</c:v>
                </c:pt>
                <c:pt idx="3">
                  <c:v>Residences</c:v>
                </c:pt>
                <c:pt idx="4">
                  <c:v>Private Jet</c:v>
                </c:pt>
                <c:pt idx="5">
                  <c:v>Drive Experience</c:v>
                </c:pt>
                <c:pt idx="6">
                  <c:v>Online Retail</c:v>
                </c:pt>
              </c:strCache>
            </c:strRef>
          </c:cat>
          <c:val>
            <c:numRef>
              <c:f>Sheet1!$B$2:$B$8</c:f>
              <c:numCache>
                <c:formatCode>0.0%</c:formatCode>
                <c:ptCount val="7"/>
                <c:pt idx="0">
                  <c:v>0.78500000000000003</c:v>
                </c:pt>
                <c:pt idx="1">
                  <c:v>0.17699999999999999</c:v>
                </c:pt>
                <c:pt idx="2">
                  <c:v>7.9000000000000001E-2</c:v>
                </c:pt>
                <c:pt idx="3">
                  <c:v>5.0999999999999997E-2</c:v>
                </c:pt>
                <c:pt idx="4">
                  <c:v>0.02</c:v>
                </c:pt>
                <c:pt idx="5">
                  <c:v>1.2E-2</c:v>
                </c:pt>
                <c:pt idx="6">
                  <c:v>8.9999999999999993E-3</c:v>
                </c:pt>
              </c:numCache>
            </c:numRef>
          </c:val>
          <c:extLst>
            <c:ext xmlns:c16="http://schemas.microsoft.com/office/drawing/2014/chart" uri="{C3380CC4-5D6E-409C-BE32-E72D297353CC}">
              <c16:uniqueId val="{0000000E-E9B8-4CB2-9C00-5B688620E62F}"/>
            </c:ext>
          </c:extLst>
        </c:ser>
        <c:dLbls>
          <c:dLblPos val="outEnd"/>
          <c:showLegendKey val="0"/>
          <c:showVal val="1"/>
          <c:showCatName val="0"/>
          <c:showSerName val="0"/>
          <c:showPercent val="0"/>
          <c:showBubbleSize val="0"/>
        </c:dLbls>
        <c:gapWidth val="100"/>
        <c:axId val="150695056"/>
        <c:axId val="150674896"/>
      </c:barChart>
      <c:catAx>
        <c:axId val="150695056"/>
        <c:scaling>
          <c:orientation val="minMax"/>
        </c:scaling>
        <c:delete val="0"/>
        <c:axPos val="b"/>
        <c:numFmt formatCode="General" sourceLinked="1"/>
        <c:majorTickMark val="none"/>
        <c:minorTickMark val="none"/>
        <c:tickLblPos val="nextTo"/>
        <c:spPr>
          <a:ln>
            <a:solidFill>
              <a:schemeClr val="tx1">
                <a:lumMod val="10000"/>
                <a:lumOff val="90000"/>
              </a:schemeClr>
            </a:solidFill>
          </a:ln>
        </c:spPr>
        <c:txPr>
          <a:bodyPr/>
          <a:lstStyle/>
          <a:p>
            <a:pPr>
              <a:defRPr sz="650">
                <a:solidFill>
                  <a:schemeClr val="accent1"/>
                </a:solidFill>
              </a:defRPr>
            </a:pPr>
            <a:endParaRPr lang="en-US"/>
          </a:p>
        </c:txPr>
        <c:crossAx val="150674896"/>
        <c:crosses val="autoZero"/>
        <c:auto val="1"/>
        <c:lblAlgn val="ctr"/>
        <c:lblOffset val="100"/>
        <c:noMultiLvlLbl val="0"/>
      </c:catAx>
      <c:valAx>
        <c:axId val="150674896"/>
        <c:scaling>
          <c:orientation val="minMax"/>
        </c:scaling>
        <c:delete val="0"/>
        <c:axPos val="l"/>
        <c:numFmt formatCode="0.0%" sourceLinked="1"/>
        <c:majorTickMark val="out"/>
        <c:minorTickMark val="none"/>
        <c:tickLblPos val="none"/>
        <c:spPr>
          <a:ln>
            <a:noFill/>
          </a:ln>
        </c:spPr>
        <c:crossAx val="1506950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5541551998740474E-2"/>
          <c:y val="8.7727970759645654E-2"/>
          <c:w val="0.94445844800125955"/>
          <c:h val="0.79479857752894656"/>
        </c:manualLayout>
      </c:layout>
      <c:barChart>
        <c:barDir val="col"/>
        <c:grouping val="clustered"/>
        <c:varyColors val="0"/>
        <c:ser>
          <c:idx val="0"/>
          <c:order val="0"/>
          <c:tx>
            <c:strRef>
              <c:f>Sheet1!$B$1</c:f>
              <c:strCache>
                <c:ptCount val="1"/>
                <c:pt idx="0">
                  <c:v>LOB</c:v>
                </c:pt>
              </c:strCache>
            </c:strRef>
          </c:tx>
          <c:spPr>
            <a:solidFill>
              <a:schemeClr val="accent1"/>
            </a:solidFill>
            <a:ln w="12700">
              <a:solidFill>
                <a:srgbClr val="FCFAF9"/>
              </a:solidFill>
            </a:ln>
          </c:spPr>
          <c:invertIfNegative val="0"/>
          <c:dPt>
            <c:idx val="0"/>
            <c:invertIfNegative val="0"/>
            <c:bubble3D val="0"/>
            <c:spPr>
              <a:solidFill>
                <a:schemeClr val="accent1"/>
              </a:solidFill>
              <a:ln w="12700">
                <a:solidFill>
                  <a:srgbClr val="FCFAF9"/>
                </a:solidFill>
              </a:ln>
              <a:effectLst/>
            </c:spPr>
            <c:extLst>
              <c:ext xmlns:c16="http://schemas.microsoft.com/office/drawing/2014/chart" uri="{C3380CC4-5D6E-409C-BE32-E72D297353CC}">
                <c16:uniqueId val="{00000001-0256-49F7-8766-4E3F9A05FE5C}"/>
              </c:ext>
            </c:extLst>
          </c:dPt>
          <c:dPt>
            <c:idx val="1"/>
            <c:invertIfNegative val="0"/>
            <c:bubble3D val="0"/>
            <c:spPr>
              <a:solidFill>
                <a:schemeClr val="accent1"/>
              </a:solidFill>
              <a:ln w="12700">
                <a:solidFill>
                  <a:srgbClr val="FCFAF9"/>
                </a:solidFill>
              </a:ln>
              <a:effectLst/>
            </c:spPr>
            <c:extLst>
              <c:ext xmlns:c16="http://schemas.microsoft.com/office/drawing/2014/chart" uri="{C3380CC4-5D6E-409C-BE32-E72D297353CC}">
                <c16:uniqueId val="{00000003-0256-49F7-8766-4E3F9A05FE5C}"/>
              </c:ext>
            </c:extLst>
          </c:dPt>
          <c:dPt>
            <c:idx val="2"/>
            <c:invertIfNegative val="0"/>
            <c:bubble3D val="0"/>
            <c:spPr>
              <a:solidFill>
                <a:schemeClr val="accent1"/>
              </a:solidFill>
              <a:ln w="12700">
                <a:solidFill>
                  <a:srgbClr val="FCFAF9"/>
                </a:solidFill>
              </a:ln>
              <a:effectLst/>
            </c:spPr>
            <c:extLst>
              <c:ext xmlns:c16="http://schemas.microsoft.com/office/drawing/2014/chart" uri="{C3380CC4-5D6E-409C-BE32-E72D297353CC}">
                <c16:uniqueId val="{00000005-0256-49F7-8766-4E3F9A05FE5C}"/>
              </c:ext>
            </c:extLst>
          </c:dPt>
          <c:dPt>
            <c:idx val="3"/>
            <c:invertIfNegative val="0"/>
            <c:bubble3D val="0"/>
            <c:spPr>
              <a:solidFill>
                <a:schemeClr val="accent1"/>
              </a:solidFill>
              <a:ln w="12700">
                <a:solidFill>
                  <a:srgbClr val="FCFAF9"/>
                </a:solidFill>
              </a:ln>
              <a:effectLst/>
            </c:spPr>
            <c:extLst>
              <c:ext xmlns:c16="http://schemas.microsoft.com/office/drawing/2014/chart" uri="{C3380CC4-5D6E-409C-BE32-E72D297353CC}">
                <c16:uniqueId val="{00000007-0256-49F7-8766-4E3F9A05FE5C}"/>
              </c:ext>
            </c:extLst>
          </c:dPt>
          <c:dPt>
            <c:idx val="4"/>
            <c:invertIfNegative val="0"/>
            <c:bubble3D val="0"/>
            <c:spPr>
              <a:solidFill>
                <a:schemeClr val="accent1"/>
              </a:solidFill>
              <a:ln w="12700">
                <a:solidFill>
                  <a:srgbClr val="FCFAF9"/>
                </a:solidFill>
              </a:ln>
              <a:effectLst/>
            </c:spPr>
            <c:extLst>
              <c:ext xmlns:c16="http://schemas.microsoft.com/office/drawing/2014/chart" uri="{C3380CC4-5D6E-409C-BE32-E72D297353CC}">
                <c16:uniqueId val="{00000009-0256-49F7-8766-4E3F9A05FE5C}"/>
              </c:ext>
            </c:extLst>
          </c:dPt>
          <c:dPt>
            <c:idx val="5"/>
            <c:invertIfNegative val="0"/>
            <c:bubble3D val="0"/>
            <c:spPr>
              <a:solidFill>
                <a:schemeClr val="accent1"/>
              </a:solidFill>
              <a:ln w="12700">
                <a:solidFill>
                  <a:srgbClr val="FCFAF9"/>
                </a:solidFill>
              </a:ln>
              <a:effectLst/>
            </c:spPr>
            <c:extLst>
              <c:ext xmlns:c16="http://schemas.microsoft.com/office/drawing/2014/chart" uri="{C3380CC4-5D6E-409C-BE32-E72D297353CC}">
                <c16:uniqueId val="{0000000B-0256-49F7-8766-4E3F9A05FE5C}"/>
              </c:ext>
            </c:extLst>
          </c:dPt>
          <c:dLbls>
            <c:dLbl>
              <c:idx val="4"/>
              <c:tx>
                <c:rich>
                  <a:bodyPr wrap="square" lIns="38100" tIns="19050" rIns="38100" bIns="1905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rgbClr val="374156"/>
                        </a:solidFill>
                        <a:latin typeface="+mn-lt"/>
                        <a:ea typeface="+mn-ea"/>
                        <a:cs typeface="+mn-cs"/>
                      </a:defRPr>
                    </a:pPr>
                    <a:r>
                      <a:rPr lang="en-US" altLang="zh-CN" sz="1000" b="0" i="0" u="none" strike="noStrike" kern="1200" baseline="0">
                        <a:solidFill>
                          <a:srgbClr val="374156"/>
                        </a:solidFill>
                      </a:rPr>
                      <a:t>&lt;0.5%</a:t>
                    </a:r>
                    <a:endParaRPr lang="en-US" sz="1000" b="0" i="0" u="none" strike="noStrike" kern="1200" baseline="0">
                      <a:solidFill>
                        <a:srgbClr val="374156"/>
                      </a:solidFill>
                    </a:endParaRPr>
                  </a:p>
                </c:rich>
              </c:tx>
              <c:spPr>
                <a:noFill/>
                <a:ln>
                  <a:noFill/>
                </a:ln>
                <a:effectLst/>
              </c:spPr>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0256-49F7-8766-4E3F9A05FE5C}"/>
                </c:ext>
              </c:extLst>
            </c:dLbl>
            <c:dLbl>
              <c:idx val="5"/>
              <c:tx>
                <c:rich>
                  <a:bodyPr/>
                  <a:lstStyle/>
                  <a:p>
                    <a:r>
                      <a:rPr lang="en-US" altLang="zh-CN"/>
                      <a:t>&lt;0.5%</a:t>
                    </a:r>
                    <a:endParaRPr lang="en-US"/>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0256-49F7-8766-4E3F9A05FE5C}"/>
                </c:ext>
              </c:extLst>
            </c:dLbl>
            <c:spPr>
              <a:noFill/>
              <a:ln>
                <a:noFill/>
              </a:ln>
              <a:effectLst/>
            </c:spPr>
            <c:txPr>
              <a:bodyPr wrap="square" lIns="38100" tIns="19050" rIns="38100" bIns="19050" anchor="ctr">
                <a:spAutoFit/>
              </a:bodyPr>
              <a:lstStyle/>
              <a:p>
                <a:pPr>
                  <a:defRPr>
                    <a:solidFill>
                      <a:schemeClr val="tx2"/>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Portfolio/Other</c:v>
                </c:pt>
                <c:pt idx="1">
                  <c:v>R&amp;B</c:v>
                </c:pt>
                <c:pt idx="2">
                  <c:v>Residences</c:v>
                </c:pt>
                <c:pt idx="3">
                  <c:v>Yachts</c:v>
                </c:pt>
                <c:pt idx="4">
                  <c:v>Private Jet</c:v>
                </c:pt>
                <c:pt idx="5">
                  <c:v>Online Retail</c:v>
                </c:pt>
              </c:strCache>
            </c:strRef>
          </c:cat>
          <c:val>
            <c:numRef>
              <c:f>Sheet1!$B$2:$B$7</c:f>
              <c:numCache>
                <c:formatCode>0.0%</c:formatCode>
                <c:ptCount val="6"/>
                <c:pt idx="0">
                  <c:v>0.71699999999999997</c:v>
                </c:pt>
                <c:pt idx="1">
                  <c:v>0.17799999999999999</c:v>
                </c:pt>
                <c:pt idx="2">
                  <c:v>7.2999999999999995E-2</c:v>
                </c:pt>
                <c:pt idx="3">
                  <c:v>2.5999999999999999E-2</c:v>
                </c:pt>
                <c:pt idx="4">
                  <c:v>1E-3</c:v>
                </c:pt>
                <c:pt idx="5">
                  <c:v>4.0000000000000001E-3</c:v>
                </c:pt>
              </c:numCache>
            </c:numRef>
          </c:val>
          <c:extLst>
            <c:ext xmlns:c16="http://schemas.microsoft.com/office/drawing/2014/chart" uri="{C3380CC4-5D6E-409C-BE32-E72D297353CC}">
              <c16:uniqueId val="{0000000F-0256-49F7-8766-4E3F9A05FE5C}"/>
            </c:ext>
          </c:extLst>
        </c:ser>
        <c:dLbls>
          <c:dLblPos val="outEnd"/>
          <c:showLegendKey val="0"/>
          <c:showVal val="1"/>
          <c:showCatName val="0"/>
          <c:showSerName val="0"/>
          <c:showPercent val="0"/>
          <c:showBubbleSize val="0"/>
        </c:dLbls>
        <c:gapWidth val="100"/>
        <c:axId val="150695056"/>
        <c:axId val="150674896"/>
      </c:barChart>
      <c:catAx>
        <c:axId val="150695056"/>
        <c:scaling>
          <c:orientation val="minMax"/>
        </c:scaling>
        <c:delete val="0"/>
        <c:axPos val="b"/>
        <c:numFmt formatCode="General" sourceLinked="1"/>
        <c:majorTickMark val="out"/>
        <c:minorTickMark val="in"/>
        <c:tickLblPos val="nextTo"/>
        <c:spPr>
          <a:ln>
            <a:solidFill>
              <a:schemeClr val="tx1">
                <a:lumMod val="10000"/>
                <a:lumOff val="90000"/>
              </a:schemeClr>
            </a:solidFill>
          </a:ln>
        </c:spPr>
        <c:txPr>
          <a:bodyPr rot="0" vert="horz" anchor="t" anchorCtr="0"/>
          <a:lstStyle/>
          <a:p>
            <a:pPr>
              <a:defRPr sz="650">
                <a:solidFill>
                  <a:schemeClr val="accent1"/>
                </a:solidFill>
              </a:defRPr>
            </a:pPr>
            <a:endParaRPr lang="en-US"/>
          </a:p>
        </c:txPr>
        <c:crossAx val="150674896"/>
        <c:crosses val="autoZero"/>
        <c:auto val="1"/>
        <c:lblAlgn val="ctr"/>
        <c:lblOffset val="100"/>
        <c:tickLblSkip val="1"/>
        <c:noMultiLvlLbl val="0"/>
      </c:catAx>
      <c:valAx>
        <c:axId val="150674896"/>
        <c:scaling>
          <c:orientation val="minMax"/>
        </c:scaling>
        <c:delete val="0"/>
        <c:axPos val="l"/>
        <c:numFmt formatCode="0.0%" sourceLinked="1"/>
        <c:majorTickMark val="out"/>
        <c:minorTickMark val="none"/>
        <c:tickLblPos val="none"/>
        <c:spPr>
          <a:ln>
            <a:noFill/>
          </a:ln>
        </c:spPr>
        <c:crossAx val="1506950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LOB</c:v>
                </c:pt>
              </c:strCache>
            </c:strRef>
          </c:tx>
          <c:spPr>
            <a:solidFill>
              <a:schemeClr val="accent1"/>
            </a:solidFill>
            <a:ln w="12700">
              <a:solidFill>
                <a:srgbClr val="FCFAF9"/>
              </a:solidFill>
            </a:ln>
          </c:spPr>
          <c:invertIfNegative val="0"/>
          <c:dPt>
            <c:idx val="0"/>
            <c:invertIfNegative val="0"/>
            <c:bubble3D val="0"/>
            <c:spPr>
              <a:solidFill>
                <a:schemeClr val="accent1"/>
              </a:solidFill>
              <a:ln w="12700">
                <a:solidFill>
                  <a:srgbClr val="FCFAF9"/>
                </a:solidFill>
              </a:ln>
              <a:effectLst/>
            </c:spPr>
            <c:extLst>
              <c:ext xmlns:c16="http://schemas.microsoft.com/office/drawing/2014/chart" uri="{C3380CC4-5D6E-409C-BE32-E72D297353CC}">
                <c16:uniqueId val="{00000001-82F5-4FC0-95C6-C1E8312438CF}"/>
              </c:ext>
            </c:extLst>
          </c:dPt>
          <c:dPt>
            <c:idx val="1"/>
            <c:invertIfNegative val="0"/>
            <c:bubble3D val="0"/>
            <c:spPr>
              <a:solidFill>
                <a:schemeClr val="accent1"/>
              </a:solidFill>
              <a:ln w="12700">
                <a:solidFill>
                  <a:srgbClr val="FCFAF9"/>
                </a:solidFill>
              </a:ln>
              <a:effectLst/>
            </c:spPr>
            <c:extLst>
              <c:ext xmlns:c16="http://schemas.microsoft.com/office/drawing/2014/chart" uri="{C3380CC4-5D6E-409C-BE32-E72D297353CC}">
                <c16:uniqueId val="{00000003-82F5-4FC0-95C6-C1E8312438CF}"/>
              </c:ext>
            </c:extLst>
          </c:dPt>
          <c:dPt>
            <c:idx val="2"/>
            <c:invertIfNegative val="0"/>
            <c:bubble3D val="0"/>
            <c:spPr>
              <a:solidFill>
                <a:schemeClr val="accent1"/>
              </a:solidFill>
              <a:ln w="12700">
                <a:solidFill>
                  <a:srgbClr val="FCFAF9"/>
                </a:solidFill>
              </a:ln>
              <a:effectLst/>
            </c:spPr>
            <c:extLst>
              <c:ext xmlns:c16="http://schemas.microsoft.com/office/drawing/2014/chart" uri="{C3380CC4-5D6E-409C-BE32-E72D297353CC}">
                <c16:uniqueId val="{00000005-82F5-4FC0-95C6-C1E8312438CF}"/>
              </c:ext>
            </c:extLst>
          </c:dPt>
          <c:dPt>
            <c:idx val="3"/>
            <c:invertIfNegative val="0"/>
            <c:bubble3D val="0"/>
            <c:spPr>
              <a:solidFill>
                <a:schemeClr val="accent1"/>
              </a:solidFill>
              <a:ln w="12700">
                <a:solidFill>
                  <a:srgbClr val="FCFAF9"/>
                </a:solidFill>
              </a:ln>
              <a:effectLst/>
            </c:spPr>
            <c:extLst>
              <c:ext xmlns:c16="http://schemas.microsoft.com/office/drawing/2014/chart" uri="{C3380CC4-5D6E-409C-BE32-E72D297353CC}">
                <c16:uniqueId val="{00000007-82F5-4FC0-95C6-C1E8312438CF}"/>
              </c:ext>
            </c:extLst>
          </c:dPt>
          <c:dPt>
            <c:idx val="4"/>
            <c:invertIfNegative val="0"/>
            <c:bubble3D val="0"/>
            <c:spPr>
              <a:solidFill>
                <a:schemeClr val="accent1"/>
              </a:solidFill>
              <a:ln w="12700">
                <a:solidFill>
                  <a:srgbClr val="FCFAF9"/>
                </a:solidFill>
              </a:ln>
              <a:effectLst/>
            </c:spPr>
            <c:extLst>
              <c:ext xmlns:c16="http://schemas.microsoft.com/office/drawing/2014/chart" uri="{C3380CC4-5D6E-409C-BE32-E72D297353CC}">
                <c16:uniqueId val="{00000009-82F5-4FC0-95C6-C1E8312438CF}"/>
              </c:ext>
            </c:extLst>
          </c:dPt>
          <c:dPt>
            <c:idx val="6"/>
            <c:invertIfNegative val="0"/>
            <c:bubble3D val="0"/>
            <c:spPr>
              <a:solidFill>
                <a:schemeClr val="accent1"/>
              </a:solidFill>
              <a:ln w="12700">
                <a:solidFill>
                  <a:srgbClr val="FCFAF9"/>
                </a:solidFill>
              </a:ln>
              <a:effectLst/>
            </c:spPr>
            <c:extLst>
              <c:ext xmlns:c16="http://schemas.microsoft.com/office/drawing/2014/chart" uri="{C3380CC4-5D6E-409C-BE32-E72D297353CC}">
                <c16:uniqueId val="{0000000B-82F5-4FC0-95C6-C1E8312438CF}"/>
              </c:ext>
            </c:extLst>
          </c:dPt>
          <c:dLbls>
            <c:spPr>
              <a:noFill/>
              <a:ln>
                <a:noFill/>
              </a:ln>
              <a:effectLst/>
            </c:spPr>
            <c:txPr>
              <a:bodyPr wrap="square" lIns="38100" tIns="19050" rIns="38100" bIns="19050" anchor="ctr">
                <a:spAutoFit/>
              </a:bodyPr>
              <a:lstStyle/>
              <a:p>
                <a:pPr>
                  <a:defRPr>
                    <a:solidFill>
                      <a:srgbClr val="3D441E"/>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Sheet1!$A$2:$A$8</c:f>
              <c:strCache>
                <c:ptCount val="7"/>
                <c:pt idx="0">
                  <c:v>Portfolio/Other</c:v>
                </c:pt>
                <c:pt idx="1">
                  <c:v>R&amp;B</c:v>
                </c:pt>
                <c:pt idx="2">
                  <c:v>Residences</c:v>
                </c:pt>
                <c:pt idx="3">
                  <c:v>Yachts</c:v>
                </c:pt>
                <c:pt idx="4">
                  <c:v>Private Jet</c:v>
                </c:pt>
                <c:pt idx="5">
                  <c:v>Drive Experience</c:v>
                </c:pt>
                <c:pt idx="6">
                  <c:v>Online Retail</c:v>
                </c:pt>
              </c:strCache>
            </c:strRef>
          </c:cat>
          <c:val>
            <c:numRef>
              <c:f>Sheet1!$B$2:$B$8</c:f>
              <c:numCache>
                <c:formatCode>0.0%</c:formatCode>
                <c:ptCount val="7"/>
                <c:pt idx="0">
                  <c:v>0.67200000000000004</c:v>
                </c:pt>
                <c:pt idx="1">
                  <c:v>0.17399999999999999</c:v>
                </c:pt>
                <c:pt idx="2">
                  <c:v>5.8000000000000003E-2</c:v>
                </c:pt>
                <c:pt idx="3">
                  <c:v>7.5999999999999998E-2</c:v>
                </c:pt>
                <c:pt idx="4">
                  <c:v>6.0000000000000001E-3</c:v>
                </c:pt>
                <c:pt idx="5">
                  <c:v>5.0000000000000001E-3</c:v>
                </c:pt>
                <c:pt idx="6">
                  <c:v>0.01</c:v>
                </c:pt>
              </c:numCache>
            </c:numRef>
          </c:val>
          <c:extLst>
            <c:ext xmlns:c16="http://schemas.microsoft.com/office/drawing/2014/chart" uri="{C3380CC4-5D6E-409C-BE32-E72D297353CC}">
              <c16:uniqueId val="{0000000C-82F5-4FC0-95C6-C1E8312438CF}"/>
            </c:ext>
          </c:extLst>
        </c:ser>
        <c:dLbls>
          <c:dLblPos val="outEnd"/>
          <c:showLegendKey val="0"/>
          <c:showVal val="1"/>
          <c:showCatName val="0"/>
          <c:showSerName val="0"/>
          <c:showPercent val="0"/>
          <c:showBubbleSize val="0"/>
        </c:dLbls>
        <c:gapWidth val="100"/>
        <c:axId val="150695056"/>
        <c:axId val="150674896"/>
      </c:barChart>
      <c:catAx>
        <c:axId val="150695056"/>
        <c:scaling>
          <c:orientation val="minMax"/>
        </c:scaling>
        <c:delete val="0"/>
        <c:axPos val="b"/>
        <c:numFmt formatCode="General" sourceLinked="1"/>
        <c:majorTickMark val="none"/>
        <c:minorTickMark val="none"/>
        <c:tickLblPos val="nextTo"/>
        <c:spPr>
          <a:ln>
            <a:solidFill>
              <a:schemeClr val="tx1">
                <a:lumMod val="10000"/>
                <a:lumOff val="90000"/>
              </a:schemeClr>
            </a:solidFill>
          </a:ln>
        </c:spPr>
        <c:txPr>
          <a:bodyPr/>
          <a:lstStyle/>
          <a:p>
            <a:pPr>
              <a:defRPr sz="650">
                <a:solidFill>
                  <a:schemeClr val="accent1"/>
                </a:solidFill>
              </a:defRPr>
            </a:pPr>
            <a:endParaRPr lang="en-US"/>
          </a:p>
        </c:txPr>
        <c:crossAx val="150674896"/>
        <c:crosses val="autoZero"/>
        <c:auto val="1"/>
        <c:lblAlgn val="ctr"/>
        <c:lblOffset val="100"/>
        <c:noMultiLvlLbl val="0"/>
      </c:catAx>
      <c:valAx>
        <c:axId val="150674896"/>
        <c:scaling>
          <c:orientation val="minMax"/>
        </c:scaling>
        <c:delete val="0"/>
        <c:axPos val="l"/>
        <c:numFmt formatCode="0.0%" sourceLinked="1"/>
        <c:majorTickMark val="out"/>
        <c:minorTickMark val="none"/>
        <c:tickLblPos val="none"/>
        <c:spPr>
          <a:ln>
            <a:noFill/>
          </a:ln>
        </c:spPr>
        <c:crossAx val="1506950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0.295</cdr:x>
      <cdr:y>0.295</cdr:y>
    </cdr:from>
    <cdr:to>
      <cdr:x>0.705</cdr:x>
      <cdr:y>0.705</cdr:y>
    </cdr:to>
    <cdr:sp macro="" textlink="">
      <cdr:nvSpPr>
        <cdr:cNvPr id="2" name="Oval 1">
          <a:extLst xmlns:a="http://schemas.openxmlformats.org/drawingml/2006/main">
            <a:ext uri="{FF2B5EF4-FFF2-40B4-BE49-F238E27FC236}">
              <a16:creationId xmlns:a16="http://schemas.microsoft.com/office/drawing/2014/main" id="{806EF1C2-EF02-42B8-E9B9-8AF578B9E87A}"/>
            </a:ext>
          </a:extLst>
        </cdr:cNvPr>
        <cdr:cNvSpPr>
          <a:spLocks xmlns:a="http://schemas.openxmlformats.org/drawingml/2006/main" noChangeAspect="1"/>
        </cdr:cNvSpPr>
      </cdr:nvSpPr>
      <cdr:spPr>
        <a:xfrm xmlns:a="http://schemas.openxmlformats.org/drawingml/2006/main">
          <a:off x="809244" y="809244"/>
          <a:ext cx="1124712" cy="1124712"/>
        </a:xfrm>
        <a:prstGeom xmlns:a="http://schemas.openxmlformats.org/drawingml/2006/main" prst="ellipse">
          <a:avLst/>
        </a:prstGeom>
        <a:solidFill xmlns:a="http://schemas.openxmlformats.org/drawingml/2006/main">
          <a:schemeClr val="bg1"/>
        </a:solidFill>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wrap="none" anchor="ctr"/>
        <a:lstStyle xmlns:a="http://schemas.openxmlformats.org/drawingml/2006/main"/>
        <a:p xmlns:a="http://schemas.openxmlformats.org/drawingml/2006/main">
          <a:pPr algn="ctr"/>
          <a:r>
            <a:rPr lang="en-US" sz="1400" dirty="0">
              <a:solidFill>
                <a:schemeClr val="accent1"/>
              </a:solidFill>
              <a:latin typeface="Saol Display Light" panose="00000400000000000000"/>
            </a:rPr>
            <a:t>SOV/P</a:t>
          </a:r>
        </a:p>
        <a:p xmlns:a="http://schemas.openxmlformats.org/drawingml/2006/main">
          <a:pPr algn="ctr"/>
          <a:r>
            <a:rPr lang="en-US" sz="1400" dirty="0">
              <a:solidFill>
                <a:schemeClr val="accent1"/>
              </a:solidFill>
              <a:latin typeface="Saol Display Light" panose="00000400000000000000"/>
            </a:rPr>
            <a:t>YTD</a:t>
          </a:r>
        </a:p>
      </cdr:txBody>
    </cdr:sp>
  </cdr:relSizeAnchor>
</c:userShapes>
</file>

<file path=ppt/drawings/drawing2.xml><?xml version="1.0" encoding="utf-8"?>
<c:userShapes xmlns:c="http://schemas.openxmlformats.org/drawingml/2006/chart">
  <cdr:relSizeAnchor xmlns:cdr="http://schemas.openxmlformats.org/drawingml/2006/chartDrawing">
    <cdr:from>
      <cdr:x>0.295</cdr:x>
      <cdr:y>0.295</cdr:y>
    </cdr:from>
    <cdr:to>
      <cdr:x>0.705</cdr:x>
      <cdr:y>0.705</cdr:y>
    </cdr:to>
    <cdr:sp macro="" textlink="">
      <cdr:nvSpPr>
        <cdr:cNvPr id="2" name="Oval 1">
          <a:extLst xmlns:a="http://schemas.openxmlformats.org/drawingml/2006/main">
            <a:ext uri="{FF2B5EF4-FFF2-40B4-BE49-F238E27FC236}">
              <a16:creationId xmlns:a16="http://schemas.microsoft.com/office/drawing/2014/main" id="{806EF1C2-EF02-42B8-E9B9-8AF578B9E87A}"/>
            </a:ext>
          </a:extLst>
        </cdr:cNvPr>
        <cdr:cNvSpPr>
          <a:spLocks xmlns:a="http://schemas.openxmlformats.org/drawingml/2006/main" noChangeAspect="1"/>
        </cdr:cNvSpPr>
      </cdr:nvSpPr>
      <cdr:spPr>
        <a:xfrm xmlns:a="http://schemas.openxmlformats.org/drawingml/2006/main">
          <a:off x="809244" y="809244"/>
          <a:ext cx="1124712" cy="1124712"/>
        </a:xfrm>
        <a:prstGeom xmlns:a="http://schemas.openxmlformats.org/drawingml/2006/main" prst="ellipse">
          <a:avLst/>
        </a:prstGeom>
        <a:solidFill xmlns:a="http://schemas.openxmlformats.org/drawingml/2006/main">
          <a:schemeClr val="bg1"/>
        </a:solidFill>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wrap="none" anchor="ctr"/>
        <a:lstStyle xmlns:a="http://schemas.openxmlformats.org/drawingml/2006/main"/>
        <a:p xmlns:a="http://schemas.openxmlformats.org/drawingml/2006/main">
          <a:pPr algn="ctr"/>
          <a:r>
            <a:rPr lang="en-US" sz="1400" dirty="0">
              <a:solidFill>
                <a:schemeClr val="accent1"/>
              </a:solidFill>
              <a:latin typeface="Saol Display Light" panose="00000400000000000000"/>
            </a:rPr>
            <a:t>SOV/P</a:t>
          </a:r>
        </a:p>
        <a:p xmlns:a="http://schemas.openxmlformats.org/drawingml/2006/main">
          <a:pPr algn="ctr"/>
          <a:endParaRPr lang="en-US" sz="1400" dirty="0">
            <a:solidFill>
              <a:schemeClr val="accent1"/>
            </a:solidFill>
            <a:latin typeface="Saol Display Light" panose="00000400000000000000"/>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0.295</cdr:x>
      <cdr:y>0.295</cdr:y>
    </cdr:from>
    <cdr:to>
      <cdr:x>0.705</cdr:x>
      <cdr:y>0.705</cdr:y>
    </cdr:to>
    <cdr:sp macro="" textlink="">
      <cdr:nvSpPr>
        <cdr:cNvPr id="2" name="Oval 1">
          <a:extLst xmlns:a="http://schemas.openxmlformats.org/drawingml/2006/main">
            <a:ext uri="{FF2B5EF4-FFF2-40B4-BE49-F238E27FC236}">
              <a16:creationId xmlns:a16="http://schemas.microsoft.com/office/drawing/2014/main" id="{806EF1C2-EF02-42B8-E9B9-8AF578B9E87A}"/>
            </a:ext>
          </a:extLst>
        </cdr:cNvPr>
        <cdr:cNvSpPr>
          <a:spLocks xmlns:a="http://schemas.openxmlformats.org/drawingml/2006/main" noChangeAspect="1"/>
        </cdr:cNvSpPr>
      </cdr:nvSpPr>
      <cdr:spPr>
        <a:xfrm xmlns:a="http://schemas.openxmlformats.org/drawingml/2006/main">
          <a:off x="809244" y="809244"/>
          <a:ext cx="1124712" cy="1124712"/>
        </a:xfrm>
        <a:prstGeom xmlns:a="http://schemas.openxmlformats.org/drawingml/2006/main" prst="ellipse">
          <a:avLst/>
        </a:prstGeom>
        <a:solidFill xmlns:a="http://schemas.openxmlformats.org/drawingml/2006/main">
          <a:schemeClr val="bg1"/>
        </a:solidFill>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wrap="none" anchor="ctr"/>
        <a:lstStyle xmlns:a="http://schemas.openxmlformats.org/drawingml/2006/main"/>
        <a:p xmlns:a="http://schemas.openxmlformats.org/drawingml/2006/main">
          <a:pPr algn="ctr"/>
          <a:r>
            <a:rPr lang="en-US" sz="1400" dirty="0">
              <a:solidFill>
                <a:schemeClr val="accent1"/>
              </a:solidFill>
              <a:latin typeface="Saol Display Light" panose="00000400000000000000"/>
            </a:rPr>
            <a:t>SOV/P</a:t>
          </a:r>
        </a:p>
        <a:p xmlns:a="http://schemas.openxmlformats.org/drawingml/2006/main">
          <a:pPr algn="ctr"/>
          <a:r>
            <a:rPr lang="en-US" sz="1400" dirty="0">
              <a:solidFill>
                <a:schemeClr val="accent1"/>
              </a:solidFill>
              <a:latin typeface="Saol Display Light" panose="00000400000000000000"/>
            </a:rPr>
            <a:t>YTD</a:t>
          </a:r>
        </a:p>
      </cdr:txBody>
    </cdr:sp>
  </cdr:relSizeAnchor>
</c:userShapes>
</file>

<file path=ppt/drawings/drawing4.xml><?xml version="1.0" encoding="utf-8"?>
<c:userShapes xmlns:c="http://schemas.openxmlformats.org/drawingml/2006/chart">
  <cdr:relSizeAnchor xmlns:cdr="http://schemas.openxmlformats.org/drawingml/2006/chartDrawing">
    <cdr:from>
      <cdr:x>0.295</cdr:x>
      <cdr:y>0.295</cdr:y>
    </cdr:from>
    <cdr:to>
      <cdr:x>0.705</cdr:x>
      <cdr:y>0.705</cdr:y>
    </cdr:to>
    <cdr:sp macro="" textlink="">
      <cdr:nvSpPr>
        <cdr:cNvPr id="2" name="Oval 1">
          <a:extLst xmlns:a="http://schemas.openxmlformats.org/drawingml/2006/main">
            <a:ext uri="{FF2B5EF4-FFF2-40B4-BE49-F238E27FC236}">
              <a16:creationId xmlns:a16="http://schemas.microsoft.com/office/drawing/2014/main" id="{806EF1C2-EF02-42B8-E9B9-8AF578B9E87A}"/>
            </a:ext>
          </a:extLst>
        </cdr:cNvPr>
        <cdr:cNvSpPr>
          <a:spLocks xmlns:a="http://schemas.openxmlformats.org/drawingml/2006/main" noChangeAspect="1"/>
        </cdr:cNvSpPr>
      </cdr:nvSpPr>
      <cdr:spPr>
        <a:xfrm xmlns:a="http://schemas.openxmlformats.org/drawingml/2006/main">
          <a:off x="809244" y="809244"/>
          <a:ext cx="1124712" cy="1124712"/>
        </a:xfrm>
        <a:prstGeom xmlns:a="http://schemas.openxmlformats.org/drawingml/2006/main" prst="ellipse">
          <a:avLst/>
        </a:prstGeom>
        <a:solidFill xmlns:a="http://schemas.openxmlformats.org/drawingml/2006/main">
          <a:schemeClr val="bg1"/>
        </a:solidFill>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wrap="none" anchor="ctr"/>
        <a:lstStyle xmlns:a="http://schemas.openxmlformats.org/drawingml/2006/main"/>
        <a:p xmlns:a="http://schemas.openxmlformats.org/drawingml/2006/main">
          <a:pPr algn="ctr"/>
          <a:r>
            <a:rPr lang="en-US" sz="1400" dirty="0">
              <a:solidFill>
                <a:schemeClr val="accent1"/>
              </a:solidFill>
              <a:latin typeface="Saol Display Light" panose="00000400000000000000"/>
            </a:rPr>
            <a:t>SOV/P</a:t>
          </a:r>
        </a:p>
        <a:p xmlns:a="http://schemas.openxmlformats.org/drawingml/2006/main">
          <a:pPr algn="ctr"/>
          <a:endParaRPr lang="en-US" sz="1400" dirty="0">
            <a:solidFill>
              <a:schemeClr val="accent1"/>
            </a:solidFill>
            <a:latin typeface="Saol Display Light" panose="00000400000000000000"/>
          </a:endParaRPr>
        </a:p>
      </cdr:txBody>
    </cdr:sp>
  </cdr:relSizeAnchor>
</c:userShapes>
</file>

<file path=ppt/drawings/drawing5.xml><?xml version="1.0" encoding="utf-8"?>
<c:userShapes xmlns:c="http://schemas.openxmlformats.org/drawingml/2006/chart">
  <cdr:relSizeAnchor xmlns:cdr="http://schemas.openxmlformats.org/drawingml/2006/chartDrawing">
    <cdr:from>
      <cdr:x>0.295</cdr:x>
      <cdr:y>0.295</cdr:y>
    </cdr:from>
    <cdr:to>
      <cdr:x>0.705</cdr:x>
      <cdr:y>0.705</cdr:y>
    </cdr:to>
    <cdr:sp macro="" textlink="">
      <cdr:nvSpPr>
        <cdr:cNvPr id="2" name="Oval 1">
          <a:extLst xmlns:a="http://schemas.openxmlformats.org/drawingml/2006/main">
            <a:ext uri="{FF2B5EF4-FFF2-40B4-BE49-F238E27FC236}">
              <a16:creationId xmlns:a16="http://schemas.microsoft.com/office/drawing/2014/main" id="{806EF1C2-EF02-42B8-E9B9-8AF578B9E87A}"/>
            </a:ext>
          </a:extLst>
        </cdr:cNvPr>
        <cdr:cNvSpPr>
          <a:spLocks xmlns:a="http://schemas.openxmlformats.org/drawingml/2006/main" noChangeAspect="1"/>
        </cdr:cNvSpPr>
      </cdr:nvSpPr>
      <cdr:spPr>
        <a:xfrm xmlns:a="http://schemas.openxmlformats.org/drawingml/2006/main">
          <a:off x="809244" y="809244"/>
          <a:ext cx="1124712" cy="1124712"/>
        </a:xfrm>
        <a:prstGeom xmlns:a="http://schemas.openxmlformats.org/drawingml/2006/main" prst="ellipse">
          <a:avLst/>
        </a:prstGeom>
        <a:solidFill xmlns:a="http://schemas.openxmlformats.org/drawingml/2006/main">
          <a:schemeClr val="bg1"/>
        </a:solidFill>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wrap="none" anchor="ctr"/>
        <a:lstStyle xmlns:a="http://schemas.openxmlformats.org/drawingml/2006/main"/>
        <a:p xmlns:a="http://schemas.openxmlformats.org/drawingml/2006/main">
          <a:pPr algn="ctr"/>
          <a:r>
            <a:rPr lang="en-US" sz="1400" dirty="0">
              <a:solidFill>
                <a:schemeClr val="accent6"/>
              </a:solidFill>
              <a:latin typeface="Saol Display Light" panose="00000400000000000000"/>
            </a:rPr>
            <a:t>SOV/P</a:t>
          </a:r>
        </a:p>
        <a:p xmlns:a="http://schemas.openxmlformats.org/drawingml/2006/main">
          <a:pPr algn="ctr"/>
          <a:r>
            <a:rPr lang="en-US" sz="1400" dirty="0">
              <a:solidFill>
                <a:schemeClr val="accent6"/>
              </a:solidFill>
              <a:latin typeface="Saol Display Light" panose="00000400000000000000"/>
            </a:rPr>
            <a:t>YTD</a:t>
          </a:r>
        </a:p>
      </cdr:txBody>
    </cdr:sp>
  </cdr:relSizeAnchor>
</c:userShapes>
</file>

<file path=ppt/drawings/drawing6.xml><?xml version="1.0" encoding="utf-8"?>
<c:userShapes xmlns:c="http://schemas.openxmlformats.org/drawingml/2006/chart">
  <cdr:relSizeAnchor xmlns:cdr="http://schemas.openxmlformats.org/drawingml/2006/chartDrawing">
    <cdr:from>
      <cdr:x>0.295</cdr:x>
      <cdr:y>0.295</cdr:y>
    </cdr:from>
    <cdr:to>
      <cdr:x>0.705</cdr:x>
      <cdr:y>0.705</cdr:y>
    </cdr:to>
    <cdr:sp macro="" textlink="">
      <cdr:nvSpPr>
        <cdr:cNvPr id="2" name="Oval 1">
          <a:extLst xmlns:a="http://schemas.openxmlformats.org/drawingml/2006/main">
            <a:ext uri="{FF2B5EF4-FFF2-40B4-BE49-F238E27FC236}">
              <a16:creationId xmlns:a16="http://schemas.microsoft.com/office/drawing/2014/main" id="{806EF1C2-EF02-42B8-E9B9-8AF578B9E87A}"/>
            </a:ext>
          </a:extLst>
        </cdr:cNvPr>
        <cdr:cNvSpPr>
          <a:spLocks xmlns:a="http://schemas.openxmlformats.org/drawingml/2006/main" noChangeAspect="1"/>
        </cdr:cNvSpPr>
      </cdr:nvSpPr>
      <cdr:spPr>
        <a:xfrm xmlns:a="http://schemas.openxmlformats.org/drawingml/2006/main">
          <a:off x="809244" y="809244"/>
          <a:ext cx="1124712" cy="1124712"/>
        </a:xfrm>
        <a:prstGeom xmlns:a="http://schemas.openxmlformats.org/drawingml/2006/main" prst="ellipse">
          <a:avLst/>
        </a:prstGeom>
        <a:solidFill xmlns:a="http://schemas.openxmlformats.org/drawingml/2006/main">
          <a:schemeClr val="bg1"/>
        </a:solidFill>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wrap="none" anchor="ctr"/>
        <a:lstStyle xmlns:a="http://schemas.openxmlformats.org/drawingml/2006/main"/>
        <a:p xmlns:a="http://schemas.openxmlformats.org/drawingml/2006/main">
          <a:pPr algn="ctr"/>
          <a:r>
            <a:rPr lang="en-US" sz="1400" dirty="0">
              <a:solidFill>
                <a:schemeClr val="accent6"/>
              </a:solidFill>
              <a:latin typeface="Saol Display Light" panose="00000400000000000000"/>
            </a:rPr>
            <a:t>SOV/P</a:t>
          </a:r>
        </a:p>
        <a:p xmlns:a="http://schemas.openxmlformats.org/drawingml/2006/main">
          <a:pPr algn="ctr"/>
          <a:endParaRPr lang="en-US" sz="1400" dirty="0">
            <a:solidFill>
              <a:schemeClr val="accent6"/>
            </a:solidFill>
            <a:latin typeface="Saol Display Light" panose="00000400000000000000"/>
          </a:endParaRPr>
        </a:p>
      </cdr:txBody>
    </cdr:sp>
  </cdr:relSizeAnchor>
</c:userShapes>
</file>

<file path=ppt/drawings/drawing7.xml><?xml version="1.0" encoding="utf-8"?>
<c:userShapes xmlns:c="http://schemas.openxmlformats.org/drawingml/2006/chart">
  <cdr:relSizeAnchor xmlns:cdr="http://schemas.openxmlformats.org/drawingml/2006/chartDrawing">
    <cdr:from>
      <cdr:x>0.295</cdr:x>
      <cdr:y>0.295</cdr:y>
    </cdr:from>
    <cdr:to>
      <cdr:x>0.705</cdr:x>
      <cdr:y>0.705</cdr:y>
    </cdr:to>
    <cdr:sp macro="" textlink="">
      <cdr:nvSpPr>
        <cdr:cNvPr id="2" name="Oval 1">
          <a:extLst xmlns:a="http://schemas.openxmlformats.org/drawingml/2006/main">
            <a:ext uri="{FF2B5EF4-FFF2-40B4-BE49-F238E27FC236}">
              <a16:creationId xmlns:a16="http://schemas.microsoft.com/office/drawing/2014/main" id="{806EF1C2-EF02-42B8-E9B9-8AF578B9E87A}"/>
            </a:ext>
          </a:extLst>
        </cdr:cNvPr>
        <cdr:cNvSpPr>
          <a:spLocks xmlns:a="http://schemas.openxmlformats.org/drawingml/2006/main" noChangeAspect="1"/>
        </cdr:cNvSpPr>
      </cdr:nvSpPr>
      <cdr:spPr>
        <a:xfrm xmlns:a="http://schemas.openxmlformats.org/drawingml/2006/main">
          <a:off x="809244" y="809244"/>
          <a:ext cx="1124712" cy="1124712"/>
        </a:xfrm>
        <a:prstGeom xmlns:a="http://schemas.openxmlformats.org/drawingml/2006/main" prst="ellipse">
          <a:avLst/>
        </a:prstGeom>
        <a:solidFill xmlns:a="http://schemas.openxmlformats.org/drawingml/2006/main">
          <a:schemeClr val="bg1"/>
        </a:solidFill>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wrap="none" anchor="ctr"/>
        <a:lstStyle xmlns:a="http://schemas.openxmlformats.org/drawingml/2006/main"/>
        <a:p xmlns:a="http://schemas.openxmlformats.org/drawingml/2006/main">
          <a:pPr algn="ctr"/>
          <a:r>
            <a:rPr lang="en-US" sz="1400" dirty="0">
              <a:solidFill>
                <a:schemeClr val="accent6"/>
              </a:solidFill>
              <a:latin typeface="Saol Display Light" panose="00000400000000000000"/>
            </a:rPr>
            <a:t>SOV/P</a:t>
          </a:r>
        </a:p>
        <a:p xmlns:a="http://schemas.openxmlformats.org/drawingml/2006/main">
          <a:pPr algn="ctr"/>
          <a:r>
            <a:rPr lang="en-US" sz="1400" dirty="0">
              <a:solidFill>
                <a:schemeClr val="accent6"/>
              </a:solidFill>
              <a:latin typeface="Saol Display Light" panose="00000400000000000000"/>
            </a:rPr>
            <a:t>YTD</a:t>
          </a:r>
        </a:p>
      </cdr:txBody>
    </cdr:sp>
  </cdr:relSizeAnchor>
</c:userShapes>
</file>

<file path=ppt/drawings/drawing8.xml><?xml version="1.0" encoding="utf-8"?>
<c:userShapes xmlns:c="http://schemas.openxmlformats.org/drawingml/2006/chart">
  <cdr:relSizeAnchor xmlns:cdr="http://schemas.openxmlformats.org/drawingml/2006/chartDrawing">
    <cdr:from>
      <cdr:x>0.295</cdr:x>
      <cdr:y>0.295</cdr:y>
    </cdr:from>
    <cdr:to>
      <cdr:x>0.705</cdr:x>
      <cdr:y>0.705</cdr:y>
    </cdr:to>
    <cdr:sp macro="" textlink="">
      <cdr:nvSpPr>
        <cdr:cNvPr id="2" name="Oval 1">
          <a:extLst xmlns:a="http://schemas.openxmlformats.org/drawingml/2006/main">
            <a:ext uri="{FF2B5EF4-FFF2-40B4-BE49-F238E27FC236}">
              <a16:creationId xmlns:a16="http://schemas.microsoft.com/office/drawing/2014/main" id="{806EF1C2-EF02-42B8-E9B9-8AF578B9E87A}"/>
            </a:ext>
          </a:extLst>
        </cdr:cNvPr>
        <cdr:cNvSpPr>
          <a:spLocks xmlns:a="http://schemas.openxmlformats.org/drawingml/2006/main" noChangeAspect="1"/>
        </cdr:cNvSpPr>
      </cdr:nvSpPr>
      <cdr:spPr>
        <a:xfrm xmlns:a="http://schemas.openxmlformats.org/drawingml/2006/main">
          <a:off x="809244" y="809244"/>
          <a:ext cx="1124712" cy="1124712"/>
        </a:xfrm>
        <a:prstGeom xmlns:a="http://schemas.openxmlformats.org/drawingml/2006/main" prst="ellipse">
          <a:avLst/>
        </a:prstGeom>
        <a:solidFill xmlns:a="http://schemas.openxmlformats.org/drawingml/2006/main">
          <a:schemeClr val="bg1"/>
        </a:solidFill>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wrap="none" anchor="ctr"/>
        <a:lstStyle xmlns:a="http://schemas.openxmlformats.org/drawingml/2006/main"/>
        <a:p xmlns:a="http://schemas.openxmlformats.org/drawingml/2006/main">
          <a:pPr algn="ctr"/>
          <a:r>
            <a:rPr lang="en-US" sz="1400" dirty="0">
              <a:solidFill>
                <a:schemeClr val="accent6"/>
              </a:solidFill>
              <a:latin typeface="Saol Display Light" panose="00000400000000000000"/>
            </a:rPr>
            <a:t>SOV/P</a:t>
          </a:r>
        </a:p>
        <a:p xmlns:a="http://schemas.openxmlformats.org/drawingml/2006/main">
          <a:pPr algn="ctr"/>
          <a:endParaRPr lang="en-US" sz="1400" dirty="0">
            <a:solidFill>
              <a:schemeClr val="accent6"/>
            </a:solidFill>
            <a:latin typeface="Saol Display Light" panose="00000400000000000000"/>
          </a:endParaRP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ACA1AE5-C911-4AB9-82FB-95D17FC94CD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0B80C23-9E8B-46DB-88AB-B6F84A3757E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A2FE80C-3E56-4780-AF4B-2EBCD63A75E4}" type="datetimeFigureOut">
              <a:rPr lang="en-US" smtClean="0"/>
              <a:t>9/8/2026</a:t>
            </a:fld>
            <a:endParaRPr lang="en-US"/>
          </a:p>
        </p:txBody>
      </p:sp>
      <p:sp>
        <p:nvSpPr>
          <p:cNvPr id="4" name="Footer Placeholder 3">
            <a:extLst>
              <a:ext uri="{FF2B5EF4-FFF2-40B4-BE49-F238E27FC236}">
                <a16:creationId xmlns:a16="http://schemas.microsoft.com/office/drawing/2014/main" id="{3359244A-FA64-4F87-872D-F65DB4C755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E129269-E311-4BF9-BBB9-EC7B5098B14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32F0EB0-BCA5-42D7-8F28-6980B1303049}" type="slidenum">
              <a:rPr lang="en-US" smtClean="0"/>
              <a:t>‹#›</a:t>
            </a:fld>
            <a:endParaRPr lang="en-US"/>
          </a:p>
        </p:txBody>
      </p:sp>
    </p:spTree>
    <p:extLst>
      <p:ext uri="{BB962C8B-B14F-4D97-AF65-F5344CB8AC3E}">
        <p14:creationId xmlns:p14="http://schemas.microsoft.com/office/powerpoint/2010/main" val="23332793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EF32B2-0573-4682-B90A-6AA3D4FCF089}" type="datetimeFigureOut">
              <a:rPr lang="en-US" smtClean="0"/>
              <a:t>9/8/2026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8A5127-CA8C-49E1-A453-9F89E2555C2C}" type="slidenum">
              <a:rPr lang="en-US" smtClean="0"/>
              <a:t>‹#›</a:t>
            </a:fld>
            <a:endParaRPr lang="en-US"/>
          </a:p>
        </p:txBody>
      </p:sp>
    </p:spTree>
    <p:extLst>
      <p:ext uri="{BB962C8B-B14F-4D97-AF65-F5344CB8AC3E}">
        <p14:creationId xmlns:p14="http://schemas.microsoft.com/office/powerpoint/2010/main" val="8947847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B8A5127-CA8C-49E1-A453-9F89E2555C2C}" type="slidenum">
              <a:rPr lang="en-US" smtClean="0"/>
              <a:t>8</a:t>
            </a:fld>
            <a:endParaRPr lang="en-US"/>
          </a:p>
        </p:txBody>
      </p:sp>
    </p:spTree>
    <p:extLst>
      <p:ext uri="{BB962C8B-B14F-4D97-AF65-F5344CB8AC3E}">
        <p14:creationId xmlns:p14="http://schemas.microsoft.com/office/powerpoint/2010/main" val="845066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B8A5127-CA8C-49E1-A453-9F89E2555C2C}" type="slidenum">
              <a:rPr lang="en-US" smtClean="0"/>
              <a:t>12</a:t>
            </a:fld>
            <a:endParaRPr lang="en-US"/>
          </a:p>
        </p:txBody>
      </p:sp>
    </p:spTree>
    <p:extLst>
      <p:ext uri="{BB962C8B-B14F-4D97-AF65-F5344CB8AC3E}">
        <p14:creationId xmlns:p14="http://schemas.microsoft.com/office/powerpoint/2010/main" val="31141048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B8A5127-CA8C-49E1-A453-9F89E2555C2C}" type="slidenum">
              <a:rPr lang="en-US" smtClean="0"/>
              <a:t>14</a:t>
            </a:fld>
            <a:endParaRPr lang="en-US"/>
          </a:p>
        </p:txBody>
      </p:sp>
    </p:spTree>
    <p:extLst>
      <p:ext uri="{BB962C8B-B14F-4D97-AF65-F5344CB8AC3E}">
        <p14:creationId xmlns:p14="http://schemas.microsoft.com/office/powerpoint/2010/main" val="360375905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rgbClr val="17525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2834F75-8C8E-A8AD-76F6-D98F0AFF6017}"/>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pic>
        <p:nvPicPr>
          <p:cNvPr id="6" name="Picture 2" descr="Four Seasons logo and symbol, meaning, history, PNG">
            <a:extLst>
              <a:ext uri="{FF2B5EF4-FFF2-40B4-BE49-F238E27FC236}">
                <a16:creationId xmlns:a16="http://schemas.microsoft.com/office/drawing/2014/main" id="{740B86EB-96E0-3624-EE79-3816292D033C}"/>
              </a:ext>
            </a:extLst>
          </p:cNvPr>
          <p:cNvPicPr>
            <a:picLocks noChangeAspect="1" noChangeArrowheads="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805575" y="999241"/>
            <a:ext cx="2580850" cy="1451728"/>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C2189017-3C65-BCB5-0BAB-49EF320DD99B}"/>
              </a:ext>
            </a:extLst>
          </p:cNvPr>
          <p:cNvSpPr>
            <a:spLocks noGrp="1"/>
          </p:cNvSpPr>
          <p:nvPr>
            <p:ph type="body" sz="quarter" idx="11" hasCustomPrompt="1"/>
          </p:nvPr>
        </p:nvSpPr>
        <p:spPr>
          <a:xfrm>
            <a:off x="2244625" y="3109698"/>
            <a:ext cx="7702751" cy="1205010"/>
          </a:xfrm>
          <a:prstGeom prst="rect">
            <a:avLst/>
          </a:prstGeom>
        </p:spPr>
        <p:txBody>
          <a:bodyPr wrap="none" anchor="ctr">
            <a:spAutoFit/>
          </a:bodyPr>
          <a:lstStyle>
            <a:lvl1pPr algn="ctr">
              <a:lnSpc>
                <a:spcPct val="70000"/>
              </a:lnSpc>
              <a:spcBef>
                <a:spcPts val="0"/>
              </a:spcBef>
              <a:defRPr kumimoji="0" lang="en-US" sz="9600" b="0" i="0" u="none" strike="noStrike" kern="1200" cap="none" spc="-150" normalizeH="0" baseline="0" dirty="0">
                <a:ln>
                  <a:noFill/>
                </a:ln>
                <a:solidFill>
                  <a:schemeClr val="accent1"/>
                </a:solidFill>
                <a:effectLst/>
                <a:uLnTx/>
                <a:uFillTx/>
                <a:latin typeface="+mj-lt"/>
                <a:ea typeface="Baskerville Old Face" panose="02020602080505020303" pitchFamily="18" charset="0"/>
                <a:cs typeface="+mn-cs"/>
              </a:defRPr>
            </a:lvl1pPr>
          </a:lstStyle>
          <a:p>
            <a:pPr lvl="0"/>
            <a:r>
              <a:rPr lang="en-US"/>
              <a:t>TITLE HERE</a:t>
            </a:r>
          </a:p>
        </p:txBody>
      </p:sp>
      <p:sp>
        <p:nvSpPr>
          <p:cNvPr id="10" name="Text Placeholder 8">
            <a:extLst>
              <a:ext uri="{FF2B5EF4-FFF2-40B4-BE49-F238E27FC236}">
                <a16:creationId xmlns:a16="http://schemas.microsoft.com/office/drawing/2014/main" id="{F9915786-CE1F-92B8-AD61-14212A6AC875}"/>
              </a:ext>
            </a:extLst>
          </p:cNvPr>
          <p:cNvSpPr>
            <a:spLocks noGrp="1"/>
          </p:cNvSpPr>
          <p:nvPr>
            <p:ph type="body" sz="quarter" idx="12" hasCustomPrompt="1"/>
          </p:nvPr>
        </p:nvSpPr>
        <p:spPr>
          <a:xfrm>
            <a:off x="1935508" y="4890910"/>
            <a:ext cx="8320984" cy="400110"/>
          </a:xfrm>
          <a:prstGeom prst="rect">
            <a:avLst/>
          </a:prstGeom>
          <a:noFill/>
        </p:spPr>
        <p:txBody>
          <a:bodyPr wrap="square">
            <a:spAutoFit/>
          </a:bodyPr>
          <a:lstStyle>
            <a:lvl1pPr algn="ctr">
              <a:defRPr kumimoji="0" lang="en-US" sz="2000" b="0" u="none" strike="noStrike" cap="none" spc="200" normalizeH="0" baseline="0" dirty="0">
                <a:ln>
                  <a:noFill/>
                </a:ln>
                <a:solidFill>
                  <a:schemeClr val="accent1"/>
                </a:solidFill>
                <a:effectLst/>
                <a:uLnTx/>
                <a:uFillTx/>
                <a:ea typeface="Baskerville" panose="02020502070401020303" pitchFamily="18" charset="0"/>
              </a:defRPr>
            </a:lvl1pPr>
          </a:lstStyle>
          <a:p>
            <a:pPr marR="0" lvl="0" fontAlgn="auto">
              <a:lnSpc>
                <a:spcPct val="100000"/>
              </a:lnSpc>
              <a:spcBef>
                <a:spcPts val="0"/>
              </a:spcBef>
              <a:spcAft>
                <a:spcPts val="0"/>
              </a:spcAft>
              <a:buClrTx/>
              <a:buSzTx/>
              <a:buFontTx/>
              <a:tabLst/>
            </a:pPr>
            <a:r>
              <a:rPr lang="en-US"/>
              <a:t>SUBTITLE HERE IN ALL-CAPS</a:t>
            </a:r>
          </a:p>
        </p:txBody>
      </p:sp>
      <p:sp>
        <p:nvSpPr>
          <p:cNvPr id="7" name="Text Placeholder 8">
            <a:extLst>
              <a:ext uri="{FF2B5EF4-FFF2-40B4-BE49-F238E27FC236}">
                <a16:creationId xmlns:a16="http://schemas.microsoft.com/office/drawing/2014/main" id="{8BE0596E-C890-74BC-766C-3E11F11A8DFE}"/>
              </a:ext>
            </a:extLst>
          </p:cNvPr>
          <p:cNvSpPr>
            <a:spLocks noGrp="1"/>
          </p:cNvSpPr>
          <p:nvPr>
            <p:ph type="body" sz="quarter" idx="13" hasCustomPrompt="1"/>
          </p:nvPr>
        </p:nvSpPr>
        <p:spPr>
          <a:xfrm>
            <a:off x="1935508" y="5397438"/>
            <a:ext cx="8320984" cy="261610"/>
          </a:xfrm>
          <a:prstGeom prst="rect">
            <a:avLst/>
          </a:prstGeom>
          <a:noFill/>
        </p:spPr>
        <p:txBody>
          <a:bodyPr wrap="square">
            <a:spAutoFit/>
          </a:bodyPr>
          <a:lstStyle>
            <a:lvl1pPr algn="ctr">
              <a:defRPr kumimoji="0" lang="en-US" sz="1100" b="1" u="none" strike="noStrike" cap="none" spc="200" normalizeH="0" baseline="0" dirty="0">
                <a:ln>
                  <a:noFill/>
                </a:ln>
                <a:solidFill>
                  <a:schemeClr val="accent1"/>
                </a:solidFill>
                <a:effectLst/>
                <a:uLnTx/>
                <a:uFillTx/>
                <a:ea typeface="Baskerville" panose="02020502070401020303" pitchFamily="18" charset="0"/>
              </a:defRPr>
            </a:lvl1pPr>
          </a:lstStyle>
          <a:p>
            <a:pPr marR="0" lvl="0" fontAlgn="auto">
              <a:lnSpc>
                <a:spcPct val="100000"/>
              </a:lnSpc>
              <a:spcBef>
                <a:spcPts val="0"/>
              </a:spcBef>
              <a:spcAft>
                <a:spcPts val="0"/>
              </a:spcAft>
              <a:buClrTx/>
              <a:buSzTx/>
              <a:buFontTx/>
              <a:tabLst/>
            </a:pPr>
            <a:r>
              <a:rPr lang="en-US"/>
              <a:t>SUBTITLE HERE IN ALL-CAPS</a:t>
            </a:r>
          </a:p>
        </p:txBody>
      </p:sp>
      <p:cxnSp>
        <p:nvCxnSpPr>
          <p:cNvPr id="3" name="Straight Connector 2">
            <a:extLst>
              <a:ext uri="{FF2B5EF4-FFF2-40B4-BE49-F238E27FC236}">
                <a16:creationId xmlns:a16="http://schemas.microsoft.com/office/drawing/2014/main" id="{DB7E32AA-BF22-724B-1A08-6B0121149527}"/>
              </a:ext>
            </a:extLst>
          </p:cNvPr>
          <p:cNvCxnSpPr>
            <a:cxnSpLocks/>
          </p:cNvCxnSpPr>
          <p:nvPr userDrawn="1"/>
        </p:nvCxnSpPr>
        <p:spPr>
          <a:xfrm>
            <a:off x="273050" y="317500"/>
            <a:ext cx="116459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50700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Black Divider Slide">
    <p:bg>
      <p:bgPr>
        <a:solidFill>
          <a:srgbClr val="17525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124749-E8C6-D925-9B4B-C9A190B53A79}"/>
              </a:ext>
            </a:extLst>
          </p:cNvPr>
          <p:cNvSpPr/>
          <p:nvPr userDrawn="1"/>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84256D5D-0A93-4890-D503-18F50AAAB627}"/>
              </a:ext>
            </a:extLst>
          </p:cNvPr>
          <p:cNvSpPr>
            <a:spLocks noGrp="1"/>
          </p:cNvSpPr>
          <p:nvPr>
            <p:ph type="sldNum" sz="quarter" idx="10"/>
          </p:nvPr>
        </p:nvSpPr>
        <p:spPr/>
        <p:txBody>
          <a:bodyPr/>
          <a:lstStyle>
            <a:lvl1pPr>
              <a:defRPr>
                <a:solidFill>
                  <a:schemeClr val="bg1"/>
                </a:solidFill>
                <a:latin typeface="+mn-lt"/>
              </a:defRPr>
            </a:lvl1pPr>
          </a:lstStyle>
          <a:p>
            <a:pPr marL="12700">
              <a:spcBef>
                <a:spcPts val="95"/>
              </a:spcBef>
            </a:pPr>
            <a:fld id="{E9625C4B-B71B-4BE7-9266-E8021570290B}" type="slidenum">
              <a:rPr lang="en-US" smtClean="0"/>
              <a:pPr marL="12700">
                <a:spcBef>
                  <a:spcPts val="95"/>
                </a:spcBef>
              </a:pPr>
              <a:t>‹#›</a:t>
            </a:fld>
            <a:endParaRPr lang="en-US"/>
          </a:p>
        </p:txBody>
      </p:sp>
      <p:pic>
        <p:nvPicPr>
          <p:cNvPr id="4" name="object 3">
            <a:extLst>
              <a:ext uri="{FF2B5EF4-FFF2-40B4-BE49-F238E27FC236}">
                <a16:creationId xmlns:a16="http://schemas.microsoft.com/office/drawing/2014/main" id="{1ED7F18C-F7D4-326C-23E9-FAC4EE3AF340}"/>
              </a:ext>
            </a:extLst>
          </p:cNvPr>
          <p:cNvPicPr>
            <a:picLocks noChangeAspect="1"/>
          </p:cNvPicPr>
          <p:nvPr userDrawn="1"/>
        </p:nvPicPr>
        <p:blipFill>
          <a:blip r:embed="rId2" cstate="print"/>
          <a:stretch>
            <a:fillRect/>
          </a:stretch>
        </p:blipFill>
        <p:spPr>
          <a:xfrm>
            <a:off x="584984" y="1867274"/>
            <a:ext cx="2087493" cy="3200400"/>
          </a:xfrm>
          <a:prstGeom prst="rect">
            <a:avLst/>
          </a:prstGeom>
        </p:spPr>
      </p:pic>
      <p:sp>
        <p:nvSpPr>
          <p:cNvPr id="9" name="Text Placeholder 8">
            <a:extLst>
              <a:ext uri="{FF2B5EF4-FFF2-40B4-BE49-F238E27FC236}">
                <a16:creationId xmlns:a16="http://schemas.microsoft.com/office/drawing/2014/main" id="{C2189017-3C65-BCB5-0BAB-49EF320DD99B}"/>
              </a:ext>
            </a:extLst>
          </p:cNvPr>
          <p:cNvSpPr>
            <a:spLocks noGrp="1"/>
          </p:cNvSpPr>
          <p:nvPr>
            <p:ph type="body" sz="quarter" idx="11" hasCustomPrompt="1"/>
          </p:nvPr>
        </p:nvSpPr>
        <p:spPr>
          <a:xfrm>
            <a:off x="3285171" y="2757442"/>
            <a:ext cx="8320985" cy="1246764"/>
          </a:xfrm>
          <a:prstGeom prst="rect">
            <a:avLst/>
          </a:prstGeom>
        </p:spPr>
        <p:txBody>
          <a:bodyPr>
            <a:noAutofit/>
          </a:bodyPr>
          <a:lstStyle>
            <a:lvl1pPr>
              <a:defRPr kumimoji="0" lang="en-US" sz="9600" b="0" i="0" u="none" strike="noStrike" kern="1200" cap="none" spc="-150" normalizeH="0" baseline="0" dirty="0">
                <a:ln>
                  <a:noFill/>
                </a:ln>
                <a:solidFill>
                  <a:srgbClr val="DFF3FA"/>
                </a:solidFill>
                <a:effectLst/>
                <a:uLnTx/>
                <a:uFillTx/>
                <a:latin typeface="+mj-lt"/>
                <a:ea typeface="Baskerville Old Face" panose="02020602080505020303" pitchFamily="18" charset="0"/>
                <a:cs typeface="+mn-cs"/>
              </a:defRPr>
            </a:lvl1pPr>
          </a:lstStyle>
          <a:p>
            <a:pPr lvl="0"/>
            <a:r>
              <a:rPr lang="en-US"/>
              <a:t>Title Here</a:t>
            </a:r>
          </a:p>
        </p:txBody>
      </p:sp>
      <p:sp>
        <p:nvSpPr>
          <p:cNvPr id="10" name="Text Placeholder 8">
            <a:extLst>
              <a:ext uri="{FF2B5EF4-FFF2-40B4-BE49-F238E27FC236}">
                <a16:creationId xmlns:a16="http://schemas.microsoft.com/office/drawing/2014/main" id="{F9915786-CE1F-92B8-AD61-14212A6AC875}"/>
              </a:ext>
            </a:extLst>
          </p:cNvPr>
          <p:cNvSpPr>
            <a:spLocks noGrp="1"/>
          </p:cNvSpPr>
          <p:nvPr>
            <p:ph type="body" sz="quarter" idx="12" hasCustomPrompt="1"/>
          </p:nvPr>
        </p:nvSpPr>
        <p:spPr>
          <a:xfrm>
            <a:off x="3285172" y="4087336"/>
            <a:ext cx="8320984" cy="461665"/>
          </a:xfrm>
          <a:prstGeom prst="rect">
            <a:avLst/>
          </a:prstGeom>
          <a:noFill/>
        </p:spPr>
        <p:txBody>
          <a:bodyPr wrap="square">
            <a:spAutoFit/>
          </a:bodyPr>
          <a:lstStyle>
            <a:lvl1pPr>
              <a:defRPr kumimoji="0" lang="en-US" sz="2400" b="0" u="none" strike="noStrike" cap="none" spc="50" normalizeH="0" dirty="0">
                <a:ln>
                  <a:noFill/>
                </a:ln>
                <a:solidFill>
                  <a:srgbClr val="DFF3FA"/>
                </a:solidFill>
                <a:effectLst/>
                <a:uLnTx/>
                <a:uFillTx/>
                <a:ea typeface="Baskerville" panose="02020502070401020303" pitchFamily="18" charset="0"/>
              </a:defRPr>
            </a:lvl1pPr>
          </a:lstStyle>
          <a:p>
            <a:pPr marR="0" lvl="0" fontAlgn="auto">
              <a:lnSpc>
                <a:spcPct val="100000"/>
              </a:lnSpc>
              <a:spcBef>
                <a:spcPts val="0"/>
              </a:spcBef>
              <a:spcAft>
                <a:spcPts val="0"/>
              </a:spcAft>
              <a:buClrTx/>
              <a:buSzTx/>
              <a:buFontTx/>
              <a:tabLst/>
            </a:pPr>
            <a:r>
              <a:rPr lang="en-US"/>
              <a:t>SUBTITLE HERE IN ALL-CAPS</a:t>
            </a:r>
          </a:p>
        </p:txBody>
      </p:sp>
    </p:spTree>
    <p:extLst>
      <p:ext uri="{BB962C8B-B14F-4D97-AF65-F5344CB8AC3E}">
        <p14:creationId xmlns:p14="http://schemas.microsoft.com/office/powerpoint/2010/main" val="923832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Green Divider Slide">
    <p:bg>
      <p:bgPr>
        <a:solidFill>
          <a:srgbClr val="17525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124749-E8C6-D925-9B4B-C9A190B53A79}"/>
              </a:ext>
            </a:extLst>
          </p:cNvPr>
          <p:cNvSpPr/>
          <p:nvPr userDrawn="1"/>
        </p:nvSpPr>
        <p:spPr>
          <a:xfrm>
            <a:off x="0" y="0"/>
            <a:ext cx="12192000" cy="6858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84256D5D-0A93-4890-D503-18F50AAAB627}"/>
              </a:ext>
            </a:extLst>
          </p:cNvPr>
          <p:cNvSpPr>
            <a:spLocks noGrp="1"/>
          </p:cNvSpPr>
          <p:nvPr>
            <p:ph type="sldNum" sz="quarter" idx="10"/>
          </p:nvPr>
        </p:nvSpPr>
        <p:spPr/>
        <p:txBody>
          <a:bodyPr/>
          <a:lstStyle>
            <a:lvl1pPr>
              <a:defRPr>
                <a:solidFill>
                  <a:schemeClr val="accent3"/>
                </a:solidFill>
                <a:latin typeface="+mn-lt"/>
              </a:defRPr>
            </a:lvl1pPr>
          </a:lstStyle>
          <a:p>
            <a:pPr marL="12700">
              <a:spcBef>
                <a:spcPts val="95"/>
              </a:spcBef>
            </a:pPr>
            <a:fld id="{E9625C4B-B71B-4BE7-9266-E8021570290B}" type="slidenum">
              <a:rPr lang="en-US" smtClean="0"/>
              <a:pPr marL="12700">
                <a:spcBef>
                  <a:spcPts val="95"/>
                </a:spcBef>
              </a:pPr>
              <a:t>‹#›</a:t>
            </a:fld>
            <a:endParaRPr lang="en-US"/>
          </a:p>
        </p:txBody>
      </p:sp>
      <p:pic>
        <p:nvPicPr>
          <p:cNvPr id="4" name="object 3">
            <a:extLst>
              <a:ext uri="{FF2B5EF4-FFF2-40B4-BE49-F238E27FC236}">
                <a16:creationId xmlns:a16="http://schemas.microsoft.com/office/drawing/2014/main" id="{1ED7F18C-F7D4-326C-23E9-FAC4EE3AF340}"/>
              </a:ext>
            </a:extLst>
          </p:cNvPr>
          <p:cNvPicPr>
            <a:picLocks noChangeAspect="1"/>
          </p:cNvPicPr>
          <p:nvPr userDrawn="1"/>
        </p:nvPicPr>
        <p:blipFill>
          <a:blip r:embed="rId2" cstate="print"/>
          <a:stretch>
            <a:fillRect/>
          </a:stretch>
        </p:blipFill>
        <p:spPr>
          <a:xfrm>
            <a:off x="584984" y="1867274"/>
            <a:ext cx="2087493" cy="3200400"/>
          </a:xfrm>
          <a:prstGeom prst="rect">
            <a:avLst/>
          </a:prstGeom>
        </p:spPr>
      </p:pic>
      <p:sp>
        <p:nvSpPr>
          <p:cNvPr id="9" name="Text Placeholder 8">
            <a:extLst>
              <a:ext uri="{FF2B5EF4-FFF2-40B4-BE49-F238E27FC236}">
                <a16:creationId xmlns:a16="http://schemas.microsoft.com/office/drawing/2014/main" id="{C2189017-3C65-BCB5-0BAB-49EF320DD99B}"/>
              </a:ext>
            </a:extLst>
          </p:cNvPr>
          <p:cNvSpPr>
            <a:spLocks noGrp="1"/>
          </p:cNvSpPr>
          <p:nvPr>
            <p:ph type="body" sz="quarter" idx="11" hasCustomPrompt="1"/>
          </p:nvPr>
        </p:nvSpPr>
        <p:spPr>
          <a:xfrm>
            <a:off x="3285171" y="2757442"/>
            <a:ext cx="8320985" cy="1246764"/>
          </a:xfrm>
          <a:prstGeom prst="rect">
            <a:avLst/>
          </a:prstGeom>
        </p:spPr>
        <p:txBody>
          <a:bodyPr>
            <a:noAutofit/>
          </a:bodyPr>
          <a:lstStyle>
            <a:lvl1pPr>
              <a:defRPr kumimoji="0" lang="en-US" sz="9600" b="0" i="0" u="none" strike="noStrike" kern="1200" cap="none" spc="-150" normalizeH="0" baseline="0" dirty="0">
                <a:ln>
                  <a:noFill/>
                </a:ln>
                <a:solidFill>
                  <a:srgbClr val="DFF3FA"/>
                </a:solidFill>
                <a:effectLst/>
                <a:uLnTx/>
                <a:uFillTx/>
                <a:latin typeface="+mj-lt"/>
                <a:ea typeface="Baskerville" panose="02020502070401020303" pitchFamily="18" charset="0"/>
                <a:cs typeface="+mn-cs"/>
              </a:defRPr>
            </a:lvl1pPr>
          </a:lstStyle>
          <a:p>
            <a:pPr lvl="0"/>
            <a:r>
              <a:rPr lang="en-US"/>
              <a:t>Title Here</a:t>
            </a:r>
          </a:p>
        </p:txBody>
      </p:sp>
      <p:sp>
        <p:nvSpPr>
          <p:cNvPr id="10" name="Text Placeholder 8">
            <a:extLst>
              <a:ext uri="{FF2B5EF4-FFF2-40B4-BE49-F238E27FC236}">
                <a16:creationId xmlns:a16="http://schemas.microsoft.com/office/drawing/2014/main" id="{F9915786-CE1F-92B8-AD61-14212A6AC875}"/>
              </a:ext>
            </a:extLst>
          </p:cNvPr>
          <p:cNvSpPr>
            <a:spLocks noGrp="1"/>
          </p:cNvSpPr>
          <p:nvPr>
            <p:ph type="body" sz="quarter" idx="12" hasCustomPrompt="1"/>
          </p:nvPr>
        </p:nvSpPr>
        <p:spPr>
          <a:xfrm>
            <a:off x="3285172" y="4087336"/>
            <a:ext cx="8320984" cy="461665"/>
          </a:xfrm>
          <a:prstGeom prst="rect">
            <a:avLst/>
          </a:prstGeom>
          <a:noFill/>
        </p:spPr>
        <p:txBody>
          <a:bodyPr wrap="square">
            <a:spAutoFit/>
          </a:bodyPr>
          <a:lstStyle>
            <a:lvl1pPr>
              <a:defRPr kumimoji="0" lang="en-US" sz="2400" b="0" u="none" strike="noStrike" cap="none" spc="50" normalizeH="0" dirty="0">
                <a:ln>
                  <a:noFill/>
                </a:ln>
                <a:solidFill>
                  <a:srgbClr val="DFF3FA"/>
                </a:solidFill>
                <a:effectLst/>
                <a:uLnTx/>
                <a:uFillTx/>
                <a:ea typeface="Baskerville" panose="02020502070401020303" pitchFamily="18" charset="0"/>
              </a:defRPr>
            </a:lvl1pPr>
          </a:lstStyle>
          <a:p>
            <a:pPr marR="0" lvl="0" fontAlgn="auto">
              <a:lnSpc>
                <a:spcPct val="100000"/>
              </a:lnSpc>
              <a:spcBef>
                <a:spcPts val="0"/>
              </a:spcBef>
              <a:spcAft>
                <a:spcPts val="0"/>
              </a:spcAft>
              <a:buClrTx/>
              <a:buSzTx/>
              <a:buFontTx/>
              <a:tabLst/>
            </a:pPr>
            <a:r>
              <a:rPr lang="en-US"/>
              <a:t>SUBTITLE HERE IN ALL-CAPS</a:t>
            </a:r>
          </a:p>
        </p:txBody>
      </p:sp>
    </p:spTree>
    <p:extLst>
      <p:ext uri="{BB962C8B-B14F-4D97-AF65-F5344CB8AC3E}">
        <p14:creationId xmlns:p14="http://schemas.microsoft.com/office/powerpoint/2010/main" val="508488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6_Green Divider Slide">
    <p:bg>
      <p:bgPr>
        <a:solidFill>
          <a:srgbClr val="17525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124749-E8C6-D925-9B4B-C9A190B53A79}"/>
              </a:ext>
            </a:extLst>
          </p:cNvPr>
          <p:cNvSpPr/>
          <p:nvPr userDrawn="1"/>
        </p:nvSpPr>
        <p:spPr>
          <a:xfrm>
            <a:off x="0" y="0"/>
            <a:ext cx="12192000" cy="6858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84256D5D-0A93-4890-D503-18F50AAAB627}"/>
              </a:ext>
            </a:extLst>
          </p:cNvPr>
          <p:cNvSpPr>
            <a:spLocks noGrp="1"/>
          </p:cNvSpPr>
          <p:nvPr>
            <p:ph type="sldNum" sz="quarter" idx="10"/>
          </p:nvPr>
        </p:nvSpPr>
        <p:spPr/>
        <p:txBody>
          <a:bodyPr/>
          <a:lstStyle>
            <a:lvl1pPr>
              <a:defRPr>
                <a:solidFill>
                  <a:schemeClr val="accent3"/>
                </a:solidFill>
                <a:latin typeface="+mn-lt"/>
              </a:defRPr>
            </a:lvl1pPr>
          </a:lstStyle>
          <a:p>
            <a:pPr marL="12700">
              <a:spcBef>
                <a:spcPts val="95"/>
              </a:spcBef>
            </a:pPr>
            <a:fld id="{E9625C4B-B71B-4BE7-9266-E8021570290B}" type="slidenum">
              <a:rPr lang="en-US" smtClean="0"/>
              <a:pPr marL="12700">
                <a:spcBef>
                  <a:spcPts val="95"/>
                </a:spcBef>
              </a:pPr>
              <a:t>‹#›</a:t>
            </a:fld>
            <a:endParaRPr lang="en-US"/>
          </a:p>
        </p:txBody>
      </p:sp>
      <p:pic>
        <p:nvPicPr>
          <p:cNvPr id="4" name="object 3">
            <a:extLst>
              <a:ext uri="{FF2B5EF4-FFF2-40B4-BE49-F238E27FC236}">
                <a16:creationId xmlns:a16="http://schemas.microsoft.com/office/drawing/2014/main" id="{1ED7F18C-F7D4-326C-23E9-FAC4EE3AF340}"/>
              </a:ext>
            </a:extLst>
          </p:cNvPr>
          <p:cNvPicPr>
            <a:picLocks noChangeAspect="1"/>
          </p:cNvPicPr>
          <p:nvPr userDrawn="1"/>
        </p:nvPicPr>
        <p:blipFill>
          <a:blip r:embed="rId2" cstate="print"/>
          <a:stretch>
            <a:fillRect/>
          </a:stretch>
        </p:blipFill>
        <p:spPr>
          <a:xfrm>
            <a:off x="584984" y="1867274"/>
            <a:ext cx="2087493" cy="3200400"/>
          </a:xfrm>
          <a:prstGeom prst="rect">
            <a:avLst/>
          </a:prstGeom>
        </p:spPr>
      </p:pic>
      <p:sp>
        <p:nvSpPr>
          <p:cNvPr id="10" name="Text Placeholder 8">
            <a:extLst>
              <a:ext uri="{FF2B5EF4-FFF2-40B4-BE49-F238E27FC236}">
                <a16:creationId xmlns:a16="http://schemas.microsoft.com/office/drawing/2014/main" id="{F9915786-CE1F-92B8-AD61-14212A6AC875}"/>
              </a:ext>
            </a:extLst>
          </p:cNvPr>
          <p:cNvSpPr>
            <a:spLocks noGrp="1"/>
          </p:cNvSpPr>
          <p:nvPr>
            <p:ph type="body" sz="quarter" idx="12" hasCustomPrompt="1"/>
          </p:nvPr>
        </p:nvSpPr>
        <p:spPr>
          <a:xfrm>
            <a:off x="3285172" y="4087336"/>
            <a:ext cx="8320984" cy="400110"/>
          </a:xfrm>
          <a:prstGeom prst="rect">
            <a:avLst/>
          </a:prstGeom>
          <a:noFill/>
        </p:spPr>
        <p:txBody>
          <a:bodyPr wrap="square">
            <a:spAutoFit/>
          </a:bodyPr>
          <a:lstStyle>
            <a:lvl1pPr>
              <a:defRPr kumimoji="0" lang="en-US" sz="2000" b="0" u="none" strike="noStrike" cap="none" spc="50" normalizeH="0" dirty="0">
                <a:ln>
                  <a:noFill/>
                </a:ln>
                <a:solidFill>
                  <a:srgbClr val="DFF3FA"/>
                </a:solidFill>
                <a:effectLst/>
                <a:uLnTx/>
                <a:uFillTx/>
                <a:ea typeface="Baskerville" panose="02020502070401020303" pitchFamily="18" charset="0"/>
              </a:defRPr>
            </a:lvl1pPr>
          </a:lstStyle>
          <a:p>
            <a:pPr marR="0" lvl="0" fontAlgn="auto">
              <a:lnSpc>
                <a:spcPct val="100000"/>
              </a:lnSpc>
              <a:spcBef>
                <a:spcPts val="0"/>
              </a:spcBef>
              <a:spcAft>
                <a:spcPts val="0"/>
              </a:spcAft>
              <a:buClrTx/>
              <a:buSzTx/>
              <a:buFontTx/>
              <a:tabLst/>
            </a:pPr>
            <a:r>
              <a:rPr lang="en-US"/>
              <a:t>FILL THIS IN WITH REPORT CATEGORY – MONTH YEAR</a:t>
            </a:r>
          </a:p>
        </p:txBody>
      </p:sp>
      <p:sp>
        <p:nvSpPr>
          <p:cNvPr id="2" name="TextBox 1">
            <a:extLst>
              <a:ext uri="{FF2B5EF4-FFF2-40B4-BE49-F238E27FC236}">
                <a16:creationId xmlns:a16="http://schemas.microsoft.com/office/drawing/2014/main" id="{89F0C100-BCB2-80B2-CE4C-118A6B02860A}"/>
              </a:ext>
            </a:extLst>
          </p:cNvPr>
          <p:cNvSpPr txBox="1"/>
          <p:nvPr userDrawn="1"/>
        </p:nvSpPr>
        <p:spPr>
          <a:xfrm>
            <a:off x="3183571" y="2445774"/>
            <a:ext cx="8320985"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200" i="1" spc="-150">
                <a:solidFill>
                  <a:srgbClr val="DFF3FA"/>
                </a:solidFill>
                <a:latin typeface="Saol Display light" panose="00000400000000000000"/>
                <a:ea typeface="Baskerville" panose="02020502070401020303" pitchFamily="18" charset="0"/>
              </a:rPr>
              <a:t>GLOBAL </a:t>
            </a:r>
            <a:r>
              <a:rPr lang="en-US" sz="7200" spc="-150">
                <a:solidFill>
                  <a:srgbClr val="DFF3FA"/>
                </a:solidFill>
                <a:latin typeface="Saol Display light" panose="00000400000000000000"/>
                <a:ea typeface="Baskerville" panose="02020502070401020303" pitchFamily="18" charset="0"/>
              </a:rPr>
              <a:t>REPORT</a:t>
            </a:r>
            <a:endParaRPr kumimoji="0" lang="en-US" sz="7200" b="0" u="none" strike="noStrike" kern="1200" cap="none" spc="-150" normalizeH="0" baseline="0" noProof="0">
              <a:ln>
                <a:noFill/>
              </a:ln>
              <a:solidFill>
                <a:srgbClr val="DFF3FA"/>
              </a:solidFill>
              <a:effectLst/>
              <a:uLnTx/>
              <a:uFillTx/>
              <a:latin typeface="Saol Display light" panose="00000400000000000000"/>
              <a:ea typeface="Baskerville" panose="02020502070401020303" pitchFamily="18" charset="0"/>
              <a:cs typeface="+mn-cs"/>
            </a:endParaRPr>
          </a:p>
        </p:txBody>
      </p:sp>
    </p:spTree>
    <p:extLst>
      <p:ext uri="{BB962C8B-B14F-4D97-AF65-F5344CB8AC3E}">
        <p14:creationId xmlns:p14="http://schemas.microsoft.com/office/powerpoint/2010/main" val="31050245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Green Divider Slide">
    <p:bg>
      <p:bgPr>
        <a:solidFill>
          <a:srgbClr val="17525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124749-E8C6-D925-9B4B-C9A190B53A79}"/>
              </a:ext>
            </a:extLst>
          </p:cNvPr>
          <p:cNvSpPr/>
          <p:nvPr userDrawn="1"/>
        </p:nvSpPr>
        <p:spPr>
          <a:xfrm>
            <a:off x="0" y="0"/>
            <a:ext cx="12192000" cy="6858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84256D5D-0A93-4890-D503-18F50AAAB627}"/>
              </a:ext>
            </a:extLst>
          </p:cNvPr>
          <p:cNvSpPr>
            <a:spLocks noGrp="1"/>
          </p:cNvSpPr>
          <p:nvPr>
            <p:ph type="sldNum" sz="quarter" idx="10"/>
          </p:nvPr>
        </p:nvSpPr>
        <p:spPr/>
        <p:txBody>
          <a:bodyPr/>
          <a:lstStyle>
            <a:lvl1pPr>
              <a:defRPr>
                <a:solidFill>
                  <a:schemeClr val="accent3"/>
                </a:solidFill>
                <a:latin typeface="+mn-lt"/>
              </a:defRPr>
            </a:lvl1pPr>
          </a:lstStyle>
          <a:p>
            <a:pPr marL="12700">
              <a:spcBef>
                <a:spcPts val="95"/>
              </a:spcBef>
            </a:pPr>
            <a:fld id="{E9625C4B-B71B-4BE7-9266-E8021570290B}" type="slidenum">
              <a:rPr lang="en-US" smtClean="0"/>
              <a:pPr marL="12700">
                <a:spcBef>
                  <a:spcPts val="95"/>
                </a:spcBef>
              </a:pPr>
              <a:t>‹#›</a:t>
            </a:fld>
            <a:endParaRPr lang="en-US"/>
          </a:p>
        </p:txBody>
      </p:sp>
      <p:pic>
        <p:nvPicPr>
          <p:cNvPr id="4" name="object 3">
            <a:extLst>
              <a:ext uri="{FF2B5EF4-FFF2-40B4-BE49-F238E27FC236}">
                <a16:creationId xmlns:a16="http://schemas.microsoft.com/office/drawing/2014/main" id="{1ED7F18C-F7D4-326C-23E9-FAC4EE3AF340}"/>
              </a:ext>
            </a:extLst>
          </p:cNvPr>
          <p:cNvPicPr>
            <a:picLocks noChangeAspect="1"/>
          </p:cNvPicPr>
          <p:nvPr userDrawn="1"/>
        </p:nvPicPr>
        <p:blipFill>
          <a:blip r:embed="rId2" cstate="print"/>
          <a:stretch>
            <a:fillRect/>
          </a:stretch>
        </p:blipFill>
        <p:spPr>
          <a:xfrm>
            <a:off x="584984" y="1867274"/>
            <a:ext cx="2087493" cy="3200400"/>
          </a:xfrm>
          <a:prstGeom prst="rect">
            <a:avLst/>
          </a:prstGeom>
        </p:spPr>
      </p:pic>
      <p:sp>
        <p:nvSpPr>
          <p:cNvPr id="10" name="Text Placeholder 8">
            <a:extLst>
              <a:ext uri="{FF2B5EF4-FFF2-40B4-BE49-F238E27FC236}">
                <a16:creationId xmlns:a16="http://schemas.microsoft.com/office/drawing/2014/main" id="{F9915786-CE1F-92B8-AD61-14212A6AC875}"/>
              </a:ext>
            </a:extLst>
          </p:cNvPr>
          <p:cNvSpPr>
            <a:spLocks noGrp="1"/>
          </p:cNvSpPr>
          <p:nvPr>
            <p:ph type="body" sz="quarter" idx="12" hasCustomPrompt="1"/>
          </p:nvPr>
        </p:nvSpPr>
        <p:spPr>
          <a:xfrm>
            <a:off x="3285172" y="4087336"/>
            <a:ext cx="8320984" cy="400110"/>
          </a:xfrm>
          <a:prstGeom prst="rect">
            <a:avLst/>
          </a:prstGeom>
          <a:noFill/>
        </p:spPr>
        <p:txBody>
          <a:bodyPr wrap="square">
            <a:spAutoFit/>
          </a:bodyPr>
          <a:lstStyle>
            <a:lvl1pPr>
              <a:defRPr kumimoji="0" lang="en-US" sz="2000" b="0" u="none" strike="noStrike" cap="none" spc="50" normalizeH="0" dirty="0">
                <a:ln>
                  <a:noFill/>
                </a:ln>
                <a:solidFill>
                  <a:srgbClr val="DFF3FA"/>
                </a:solidFill>
                <a:effectLst/>
                <a:uLnTx/>
                <a:uFillTx/>
                <a:ea typeface="Baskerville" panose="02020502070401020303" pitchFamily="18" charset="0"/>
              </a:defRPr>
            </a:lvl1pPr>
          </a:lstStyle>
          <a:p>
            <a:pPr marR="0" lvl="0" fontAlgn="auto">
              <a:lnSpc>
                <a:spcPct val="100000"/>
              </a:lnSpc>
              <a:spcBef>
                <a:spcPts val="0"/>
              </a:spcBef>
              <a:spcAft>
                <a:spcPts val="0"/>
              </a:spcAft>
              <a:buClrTx/>
              <a:buSzTx/>
              <a:buFontTx/>
              <a:tabLst/>
            </a:pPr>
            <a:r>
              <a:rPr lang="en-US"/>
              <a:t>FILL THIS IN WITH REPORT CATEGORY – MONTH YEAR</a:t>
            </a:r>
          </a:p>
        </p:txBody>
      </p:sp>
      <p:sp>
        <p:nvSpPr>
          <p:cNvPr id="2" name="TextBox 1">
            <a:extLst>
              <a:ext uri="{FF2B5EF4-FFF2-40B4-BE49-F238E27FC236}">
                <a16:creationId xmlns:a16="http://schemas.microsoft.com/office/drawing/2014/main" id="{D007066E-E119-A7BA-B079-A4886E255A3A}"/>
              </a:ext>
            </a:extLst>
          </p:cNvPr>
          <p:cNvSpPr txBox="1"/>
          <p:nvPr userDrawn="1"/>
        </p:nvSpPr>
        <p:spPr>
          <a:xfrm>
            <a:off x="3285171" y="2250810"/>
            <a:ext cx="8320985" cy="166199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400" spc="-150">
                <a:solidFill>
                  <a:srgbClr val="DFF3FA"/>
                </a:solidFill>
                <a:latin typeface="Saol Display light" panose="00000400000000000000"/>
                <a:ea typeface="Baskerville" panose="02020502070401020303" pitchFamily="18" charset="0"/>
              </a:rPr>
              <a:t>SHARE OF VOICE: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5400" i="1" spc="-150">
                <a:solidFill>
                  <a:srgbClr val="DFF3FA"/>
                </a:solidFill>
                <a:latin typeface="Saol Display light" panose="00000400000000000000"/>
                <a:ea typeface="Baskerville" panose="02020502070401020303" pitchFamily="18" charset="0"/>
              </a:rPr>
              <a:t>REGIONAL </a:t>
            </a:r>
            <a:r>
              <a:rPr lang="en-US" sz="5400" spc="-150">
                <a:solidFill>
                  <a:srgbClr val="DFF3FA"/>
                </a:solidFill>
                <a:latin typeface="Saol Display light" panose="00000400000000000000"/>
                <a:ea typeface="Baskerville" panose="02020502070401020303" pitchFamily="18" charset="0"/>
              </a:rPr>
              <a:t>BREAKOUTS</a:t>
            </a:r>
            <a:endParaRPr kumimoji="0" lang="en-US" sz="5400" b="0" u="none" strike="noStrike" kern="1200" cap="none" spc="-150" normalizeH="0" baseline="0" noProof="0">
              <a:ln>
                <a:noFill/>
              </a:ln>
              <a:solidFill>
                <a:srgbClr val="DFF3FA"/>
              </a:solidFill>
              <a:effectLst/>
              <a:uLnTx/>
              <a:uFillTx/>
              <a:latin typeface="Saol Display light" panose="00000400000000000000"/>
              <a:ea typeface="Baskerville" panose="02020502070401020303" pitchFamily="18" charset="0"/>
              <a:cs typeface="+mn-cs"/>
            </a:endParaRPr>
          </a:p>
        </p:txBody>
      </p:sp>
    </p:spTree>
    <p:extLst>
      <p:ext uri="{BB962C8B-B14F-4D97-AF65-F5344CB8AC3E}">
        <p14:creationId xmlns:p14="http://schemas.microsoft.com/office/powerpoint/2010/main" val="1200047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Green Divider Slide">
    <p:bg>
      <p:bgPr>
        <a:solidFill>
          <a:srgbClr val="17525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124749-E8C6-D925-9B4B-C9A190B53A79}"/>
              </a:ext>
            </a:extLst>
          </p:cNvPr>
          <p:cNvSpPr/>
          <p:nvPr userDrawn="1"/>
        </p:nvSpPr>
        <p:spPr>
          <a:xfrm>
            <a:off x="0" y="0"/>
            <a:ext cx="12192000" cy="6858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84256D5D-0A93-4890-D503-18F50AAAB627}"/>
              </a:ext>
            </a:extLst>
          </p:cNvPr>
          <p:cNvSpPr>
            <a:spLocks noGrp="1"/>
          </p:cNvSpPr>
          <p:nvPr>
            <p:ph type="sldNum" sz="quarter" idx="10"/>
          </p:nvPr>
        </p:nvSpPr>
        <p:spPr/>
        <p:txBody>
          <a:bodyPr/>
          <a:lstStyle>
            <a:lvl1pPr>
              <a:defRPr>
                <a:solidFill>
                  <a:schemeClr val="accent3"/>
                </a:solidFill>
                <a:latin typeface="+mn-lt"/>
              </a:defRPr>
            </a:lvl1pPr>
          </a:lstStyle>
          <a:p>
            <a:pPr marL="12700">
              <a:spcBef>
                <a:spcPts val="95"/>
              </a:spcBef>
            </a:pPr>
            <a:fld id="{E9625C4B-B71B-4BE7-9266-E8021570290B}" type="slidenum">
              <a:rPr lang="en-US" smtClean="0"/>
              <a:pPr marL="12700">
                <a:spcBef>
                  <a:spcPts val="95"/>
                </a:spcBef>
              </a:pPr>
              <a:t>‹#›</a:t>
            </a:fld>
            <a:endParaRPr lang="en-US"/>
          </a:p>
        </p:txBody>
      </p:sp>
      <p:pic>
        <p:nvPicPr>
          <p:cNvPr id="4" name="object 3">
            <a:extLst>
              <a:ext uri="{FF2B5EF4-FFF2-40B4-BE49-F238E27FC236}">
                <a16:creationId xmlns:a16="http://schemas.microsoft.com/office/drawing/2014/main" id="{1ED7F18C-F7D4-326C-23E9-FAC4EE3AF340}"/>
              </a:ext>
            </a:extLst>
          </p:cNvPr>
          <p:cNvPicPr>
            <a:picLocks noChangeAspect="1"/>
          </p:cNvPicPr>
          <p:nvPr userDrawn="1"/>
        </p:nvPicPr>
        <p:blipFill>
          <a:blip r:embed="rId2" cstate="print"/>
          <a:stretch>
            <a:fillRect/>
          </a:stretch>
        </p:blipFill>
        <p:spPr>
          <a:xfrm>
            <a:off x="584984" y="1867274"/>
            <a:ext cx="2087493" cy="3200400"/>
          </a:xfrm>
          <a:prstGeom prst="rect">
            <a:avLst/>
          </a:prstGeom>
        </p:spPr>
      </p:pic>
      <p:sp>
        <p:nvSpPr>
          <p:cNvPr id="10" name="Text Placeholder 8">
            <a:extLst>
              <a:ext uri="{FF2B5EF4-FFF2-40B4-BE49-F238E27FC236}">
                <a16:creationId xmlns:a16="http://schemas.microsoft.com/office/drawing/2014/main" id="{F9915786-CE1F-92B8-AD61-14212A6AC875}"/>
              </a:ext>
            </a:extLst>
          </p:cNvPr>
          <p:cNvSpPr>
            <a:spLocks noGrp="1"/>
          </p:cNvSpPr>
          <p:nvPr>
            <p:ph type="body" sz="quarter" idx="12" hasCustomPrompt="1"/>
          </p:nvPr>
        </p:nvSpPr>
        <p:spPr>
          <a:xfrm>
            <a:off x="3285172" y="4087336"/>
            <a:ext cx="8320984" cy="400110"/>
          </a:xfrm>
          <a:prstGeom prst="rect">
            <a:avLst/>
          </a:prstGeom>
          <a:noFill/>
        </p:spPr>
        <p:txBody>
          <a:bodyPr wrap="square">
            <a:spAutoFit/>
          </a:bodyPr>
          <a:lstStyle>
            <a:lvl1pPr>
              <a:defRPr kumimoji="0" lang="en-US" sz="2000" b="0" u="none" strike="noStrike" cap="none" spc="50" normalizeH="0" dirty="0">
                <a:ln>
                  <a:noFill/>
                </a:ln>
                <a:solidFill>
                  <a:srgbClr val="DFF3FA"/>
                </a:solidFill>
                <a:effectLst/>
                <a:uLnTx/>
                <a:uFillTx/>
                <a:ea typeface="Baskerville" panose="02020502070401020303" pitchFamily="18" charset="0"/>
              </a:defRPr>
            </a:lvl1pPr>
          </a:lstStyle>
          <a:p>
            <a:pPr marR="0" lvl="0" fontAlgn="auto">
              <a:lnSpc>
                <a:spcPct val="100000"/>
              </a:lnSpc>
              <a:spcBef>
                <a:spcPts val="0"/>
              </a:spcBef>
              <a:spcAft>
                <a:spcPts val="0"/>
              </a:spcAft>
              <a:buClrTx/>
              <a:buSzTx/>
              <a:buFontTx/>
              <a:tabLst/>
            </a:pPr>
            <a:r>
              <a:rPr lang="en-US"/>
              <a:t>FILL THIS IN WITH REPORT CATEGORY – MONTH YEAR</a:t>
            </a:r>
          </a:p>
        </p:txBody>
      </p:sp>
      <p:sp>
        <p:nvSpPr>
          <p:cNvPr id="2" name="TextBox 1">
            <a:extLst>
              <a:ext uri="{FF2B5EF4-FFF2-40B4-BE49-F238E27FC236}">
                <a16:creationId xmlns:a16="http://schemas.microsoft.com/office/drawing/2014/main" id="{D007066E-E119-A7BA-B079-A4886E255A3A}"/>
              </a:ext>
            </a:extLst>
          </p:cNvPr>
          <p:cNvSpPr txBox="1"/>
          <p:nvPr userDrawn="1"/>
        </p:nvSpPr>
        <p:spPr>
          <a:xfrm>
            <a:off x="3285171" y="2250810"/>
            <a:ext cx="8320985" cy="166199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400" spc="-150">
                <a:solidFill>
                  <a:srgbClr val="DFF3FA"/>
                </a:solidFill>
                <a:latin typeface="Saol Display light" panose="00000400000000000000"/>
                <a:ea typeface="Baskerville" panose="02020502070401020303" pitchFamily="18" charset="0"/>
              </a:rPr>
              <a:t>SHARE OF PROMINENCE: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5400" i="1" spc="-150">
                <a:solidFill>
                  <a:srgbClr val="DFF3FA"/>
                </a:solidFill>
                <a:latin typeface="Saol Display light" panose="00000400000000000000"/>
                <a:ea typeface="Baskerville" panose="02020502070401020303" pitchFamily="18" charset="0"/>
              </a:rPr>
              <a:t>REGIONAL </a:t>
            </a:r>
            <a:r>
              <a:rPr lang="en-US" sz="5400" spc="-150">
                <a:solidFill>
                  <a:srgbClr val="DFF3FA"/>
                </a:solidFill>
                <a:latin typeface="Saol Display light" panose="00000400000000000000"/>
                <a:ea typeface="Baskerville" panose="02020502070401020303" pitchFamily="18" charset="0"/>
              </a:rPr>
              <a:t>BREAKOUTS</a:t>
            </a:r>
            <a:endParaRPr kumimoji="0" lang="en-US" sz="5400" b="0" u="none" strike="noStrike" kern="1200" cap="none" spc="-150" normalizeH="0" baseline="0" noProof="0">
              <a:ln>
                <a:noFill/>
              </a:ln>
              <a:solidFill>
                <a:srgbClr val="DFF3FA"/>
              </a:solidFill>
              <a:effectLst/>
              <a:uLnTx/>
              <a:uFillTx/>
              <a:latin typeface="Saol Display light" panose="00000400000000000000"/>
              <a:ea typeface="Baskerville" panose="02020502070401020303" pitchFamily="18" charset="0"/>
              <a:cs typeface="+mn-cs"/>
            </a:endParaRPr>
          </a:p>
        </p:txBody>
      </p:sp>
    </p:spTree>
    <p:extLst>
      <p:ext uri="{BB962C8B-B14F-4D97-AF65-F5344CB8AC3E}">
        <p14:creationId xmlns:p14="http://schemas.microsoft.com/office/powerpoint/2010/main" val="718516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25BE783C-983F-2269-1CE3-1D0868A4E4BD}"/>
              </a:ext>
            </a:extLst>
          </p:cNvPr>
          <p:cNvSpPr>
            <a:spLocks noGrp="1"/>
          </p:cNvSpPr>
          <p:nvPr>
            <p:ph type="sldNum" sz="quarter" idx="4"/>
          </p:nvPr>
        </p:nvSpPr>
        <p:spPr>
          <a:xfrm>
            <a:off x="443724" y="6422237"/>
            <a:ext cx="139192" cy="119905"/>
          </a:xfrm>
          <a:prstGeom prst="rect">
            <a:avLst/>
          </a:prstGeom>
        </p:spPr>
        <p:txBody>
          <a:bodyPr vert="horz" wrap="square" lIns="0" tIns="12065" rIns="0" bIns="0" rtlCol="0">
            <a:spAutoFit/>
          </a:bodyPr>
          <a:lstStyle>
            <a:lvl1pPr>
              <a:defRPr lang="en-US" sz="700" spc="-5" smtClean="0">
                <a:solidFill>
                  <a:schemeClr val="accent1"/>
                </a:solidFill>
                <a:latin typeface="+mn-lt"/>
                <a:cs typeface="Arial"/>
              </a:defRPr>
            </a:lvl1pPr>
          </a:lstStyle>
          <a:p>
            <a:pPr marL="12700">
              <a:spcBef>
                <a:spcPts val="95"/>
              </a:spcBef>
            </a:pPr>
            <a:fld id="{E9625C4B-B71B-4BE7-9266-E8021570290B}" type="slidenum">
              <a:rPr lang="en-US" smtClean="0"/>
              <a:pPr marL="12700">
                <a:spcBef>
                  <a:spcPts val="95"/>
                </a:spcBef>
              </a:pPr>
              <a:t>‹#›</a:t>
            </a:fld>
            <a:endParaRPr lang="en-US"/>
          </a:p>
        </p:txBody>
      </p:sp>
      <p:sp>
        <p:nvSpPr>
          <p:cNvPr id="6" name="Title Placeholder 1">
            <a:extLst>
              <a:ext uri="{FF2B5EF4-FFF2-40B4-BE49-F238E27FC236}">
                <a16:creationId xmlns:a16="http://schemas.microsoft.com/office/drawing/2014/main" id="{E88B8AA4-F2A0-7711-9523-D7A590E31E44}"/>
              </a:ext>
            </a:extLst>
          </p:cNvPr>
          <p:cNvSpPr>
            <a:spLocks noGrp="1"/>
          </p:cNvSpPr>
          <p:nvPr>
            <p:ph type="title"/>
          </p:nvPr>
        </p:nvSpPr>
        <p:spPr>
          <a:xfrm>
            <a:off x="658368" y="584687"/>
            <a:ext cx="10698480" cy="509178"/>
          </a:xfrm>
          <a:prstGeom prst="rect">
            <a:avLst/>
          </a:prstGeom>
        </p:spPr>
        <p:txBody>
          <a:bodyPr vert="horz" wrap="square" lIns="0" tIns="0" rIns="0" bIns="118872" rtlCol="0" anchor="t" anchorCtr="0">
            <a:spAutoFit/>
          </a:bodyPr>
          <a:lstStyle>
            <a:lvl1pPr>
              <a:defRPr>
                <a:solidFill>
                  <a:schemeClr val="accent1"/>
                </a:solidFill>
                <a:latin typeface="+mj-lt"/>
              </a:defRPr>
            </a:lvl1pPr>
          </a:lstStyle>
          <a:p>
            <a:r>
              <a:rPr lang="en-US"/>
              <a:t>Title Here</a:t>
            </a:r>
          </a:p>
        </p:txBody>
      </p:sp>
    </p:spTree>
    <p:extLst>
      <p:ext uri="{BB962C8B-B14F-4D97-AF65-F5344CB8AC3E}">
        <p14:creationId xmlns:p14="http://schemas.microsoft.com/office/powerpoint/2010/main" val="1091510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Title &amp; Copy Beige">
    <p:bg>
      <p:bgPr>
        <a:solidFill>
          <a:srgbClr val="FCFAF9"/>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6898032-AC1C-2252-7DB1-13206F625AC4}"/>
              </a:ext>
            </a:extLst>
          </p:cNvPr>
          <p:cNvSpPr>
            <a:spLocks noGrp="1"/>
          </p:cNvSpPr>
          <p:nvPr>
            <p:ph type="sldNum" sz="quarter" idx="10"/>
          </p:nvPr>
        </p:nvSpPr>
        <p:spPr/>
        <p:txBody>
          <a:bodyPr/>
          <a:lstStyle>
            <a:lvl1pPr>
              <a:defRPr>
                <a:solidFill>
                  <a:schemeClr val="accent1"/>
                </a:solidFill>
                <a:latin typeface="+mn-lt"/>
              </a:defRPr>
            </a:lvl1pPr>
          </a:lstStyle>
          <a:p>
            <a:pPr marL="12700">
              <a:spcBef>
                <a:spcPts val="95"/>
              </a:spcBef>
            </a:pPr>
            <a:fld id="{E9625C4B-B71B-4BE7-9266-E8021570290B}" type="slidenum">
              <a:rPr lang="en-US" smtClean="0"/>
              <a:pPr marL="12700">
                <a:spcBef>
                  <a:spcPts val="95"/>
                </a:spcBef>
              </a:pPr>
              <a:t>‹#›</a:t>
            </a:fld>
            <a:endParaRPr lang="en-US"/>
          </a:p>
        </p:txBody>
      </p:sp>
      <p:sp>
        <p:nvSpPr>
          <p:cNvPr id="4" name="Title Placeholder 1">
            <a:extLst>
              <a:ext uri="{FF2B5EF4-FFF2-40B4-BE49-F238E27FC236}">
                <a16:creationId xmlns:a16="http://schemas.microsoft.com/office/drawing/2014/main" id="{E654196F-6475-2883-B0F5-8616303F16D6}"/>
              </a:ext>
            </a:extLst>
          </p:cNvPr>
          <p:cNvSpPr>
            <a:spLocks noGrp="1"/>
          </p:cNvSpPr>
          <p:nvPr>
            <p:ph type="title" hasCustomPrompt="1"/>
          </p:nvPr>
        </p:nvSpPr>
        <p:spPr>
          <a:xfrm>
            <a:off x="658368" y="584687"/>
            <a:ext cx="10700931" cy="508794"/>
          </a:xfrm>
          <a:prstGeom prst="rect">
            <a:avLst/>
          </a:prstGeom>
        </p:spPr>
        <p:txBody>
          <a:bodyPr vert="horz" wrap="square" lIns="0" tIns="0" rIns="0" bIns="118872" rtlCol="0" anchor="t" anchorCtr="0">
            <a:spAutoFit/>
          </a:bodyPr>
          <a:lstStyle>
            <a:lvl1pPr>
              <a:defRPr sz="2800" i="0">
                <a:latin typeface="+mj-lt"/>
              </a:defRPr>
            </a:lvl1pPr>
          </a:lstStyle>
          <a:p>
            <a:r>
              <a:rPr lang="en-US"/>
              <a:t>Title Here</a:t>
            </a:r>
          </a:p>
        </p:txBody>
      </p:sp>
      <p:sp>
        <p:nvSpPr>
          <p:cNvPr id="5" name="Text Placeholder 12">
            <a:extLst>
              <a:ext uri="{FF2B5EF4-FFF2-40B4-BE49-F238E27FC236}">
                <a16:creationId xmlns:a16="http://schemas.microsoft.com/office/drawing/2014/main" id="{1CB3792C-140C-68D8-03D1-74DDB9BD5D12}"/>
              </a:ext>
            </a:extLst>
          </p:cNvPr>
          <p:cNvSpPr>
            <a:spLocks noGrp="1"/>
          </p:cNvSpPr>
          <p:nvPr>
            <p:ph idx="1" hasCustomPrompt="1"/>
          </p:nvPr>
        </p:nvSpPr>
        <p:spPr>
          <a:xfrm>
            <a:off x="658368" y="1436914"/>
            <a:ext cx="10700931" cy="4707871"/>
          </a:xfrm>
          <a:prstGeom prst="rect">
            <a:avLst/>
          </a:prstGeom>
        </p:spPr>
        <p:txBody>
          <a:bodyPr vert="horz" lIns="0" tIns="45720" rIns="91440" bIns="45720" rtlCol="0">
            <a:normAutofit/>
          </a:bodyPr>
          <a:lstStyle>
            <a:lvl1pPr>
              <a:spcBef>
                <a:spcPts val="600"/>
              </a:spcBef>
              <a:defRPr b="0">
                <a:solidFill>
                  <a:schemeClr val="accent1"/>
                </a:solidFill>
              </a:defRPr>
            </a:lvl1pPr>
            <a:lvl3pPr>
              <a:defRPr sz="1400" b="0"/>
            </a:lvl3pPr>
          </a:lstStyle>
          <a:p>
            <a:pPr lvl="0"/>
            <a:r>
              <a:rPr lang="en-US"/>
              <a:t>Copy</a:t>
            </a:r>
          </a:p>
        </p:txBody>
      </p:sp>
    </p:spTree>
    <p:extLst>
      <p:ext uri="{BB962C8B-B14F-4D97-AF65-F5344CB8AC3E}">
        <p14:creationId xmlns:p14="http://schemas.microsoft.com/office/powerpoint/2010/main" val="21459451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Title &amp; Copy Green">
    <p:bg>
      <p:bgPr>
        <a:solidFill>
          <a:schemeClr val="accent5"/>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6898032-AC1C-2252-7DB1-13206F625AC4}"/>
              </a:ext>
            </a:extLst>
          </p:cNvPr>
          <p:cNvSpPr>
            <a:spLocks noGrp="1"/>
          </p:cNvSpPr>
          <p:nvPr>
            <p:ph type="sldNum" sz="quarter" idx="10"/>
          </p:nvPr>
        </p:nvSpPr>
        <p:spPr/>
        <p:txBody>
          <a:bodyPr/>
          <a:lstStyle>
            <a:lvl1pPr>
              <a:defRPr>
                <a:solidFill>
                  <a:schemeClr val="accent3"/>
                </a:solidFill>
                <a:latin typeface="+mn-lt"/>
              </a:defRPr>
            </a:lvl1pPr>
          </a:lstStyle>
          <a:p>
            <a:pPr marL="12700">
              <a:spcBef>
                <a:spcPts val="95"/>
              </a:spcBef>
            </a:pPr>
            <a:fld id="{E9625C4B-B71B-4BE7-9266-E8021570290B}" type="slidenum">
              <a:rPr lang="en-US" smtClean="0"/>
              <a:pPr marL="12700">
                <a:spcBef>
                  <a:spcPts val="95"/>
                </a:spcBef>
              </a:pPr>
              <a:t>‹#›</a:t>
            </a:fld>
            <a:endParaRPr lang="en-US"/>
          </a:p>
        </p:txBody>
      </p:sp>
      <p:sp>
        <p:nvSpPr>
          <p:cNvPr id="6" name="object 2">
            <a:extLst>
              <a:ext uri="{FF2B5EF4-FFF2-40B4-BE49-F238E27FC236}">
                <a16:creationId xmlns:a16="http://schemas.microsoft.com/office/drawing/2014/main" id="{BA77386A-A215-57F9-6DEB-4D941033D918}"/>
              </a:ext>
            </a:extLst>
          </p:cNvPr>
          <p:cNvSpPr txBox="1"/>
          <p:nvPr userDrawn="1"/>
        </p:nvSpPr>
        <p:spPr>
          <a:xfrm>
            <a:off x="9730485" y="6422237"/>
            <a:ext cx="1963420" cy="105157"/>
          </a:xfrm>
          <a:prstGeom prst="rect">
            <a:avLst/>
          </a:prstGeom>
        </p:spPr>
        <p:txBody>
          <a:bodyPr vert="horz" wrap="square" lIns="0" tIns="12700" rIns="0" bIns="0" rtlCol="0">
            <a:spAutoFit/>
          </a:bodyPr>
          <a:lstStyle/>
          <a:p>
            <a:pPr marL="12700">
              <a:lnSpc>
                <a:spcPct val="100000"/>
              </a:lnSpc>
              <a:spcBef>
                <a:spcPts val="100"/>
              </a:spcBef>
            </a:pPr>
            <a:r>
              <a:rPr sz="600" spc="-85">
                <a:solidFill>
                  <a:srgbClr val="DFF3FA"/>
                </a:solidFill>
                <a:latin typeface="Arial"/>
                <a:cs typeface="Arial"/>
              </a:rPr>
              <a:t>F</a:t>
            </a:r>
            <a:r>
              <a:rPr sz="600" spc="-15">
                <a:solidFill>
                  <a:srgbClr val="DFF3FA"/>
                </a:solidFill>
                <a:latin typeface="Arial"/>
                <a:cs typeface="Arial"/>
              </a:rPr>
              <a:t> </a:t>
            </a:r>
            <a:r>
              <a:rPr sz="600" spc="50">
                <a:solidFill>
                  <a:srgbClr val="DFF3FA"/>
                </a:solidFill>
                <a:latin typeface="Arial"/>
                <a:cs typeface="Arial"/>
              </a:rPr>
              <a:t>O</a:t>
            </a:r>
            <a:r>
              <a:rPr sz="600" spc="-45">
                <a:solidFill>
                  <a:srgbClr val="DFF3FA"/>
                </a:solidFill>
                <a:latin typeface="Arial"/>
                <a:cs typeface="Arial"/>
              </a:rPr>
              <a:t> </a:t>
            </a:r>
            <a:r>
              <a:rPr sz="600" spc="-50">
                <a:solidFill>
                  <a:srgbClr val="DFF3FA"/>
                </a:solidFill>
                <a:latin typeface="Arial"/>
                <a:cs typeface="Arial"/>
              </a:rPr>
              <a:t>U</a:t>
            </a:r>
            <a:r>
              <a:rPr sz="600" spc="-10">
                <a:solidFill>
                  <a:srgbClr val="DFF3FA"/>
                </a:solidFill>
                <a:latin typeface="Arial"/>
                <a:cs typeface="Arial"/>
              </a:rPr>
              <a:t> </a:t>
            </a:r>
            <a:r>
              <a:rPr sz="600">
                <a:solidFill>
                  <a:srgbClr val="DFF3FA"/>
                </a:solidFill>
                <a:latin typeface="Arial"/>
                <a:cs typeface="Arial"/>
              </a:rPr>
              <a:t>R</a:t>
            </a:r>
            <a:r>
              <a:rPr sz="600" spc="254">
                <a:solidFill>
                  <a:srgbClr val="DFF3FA"/>
                </a:solidFill>
                <a:latin typeface="Arial"/>
                <a:cs typeface="Arial"/>
              </a:rPr>
              <a:t> </a:t>
            </a:r>
            <a:r>
              <a:rPr sz="600" spc="-110">
                <a:solidFill>
                  <a:srgbClr val="DFF3FA"/>
                </a:solidFill>
                <a:latin typeface="Arial"/>
                <a:cs typeface="Arial"/>
              </a:rPr>
              <a:t>S</a:t>
            </a:r>
            <a:r>
              <a:rPr sz="600" spc="-15">
                <a:solidFill>
                  <a:srgbClr val="DFF3FA"/>
                </a:solidFill>
                <a:latin typeface="Arial"/>
                <a:cs typeface="Arial"/>
              </a:rPr>
              <a:t> </a:t>
            </a:r>
            <a:r>
              <a:rPr sz="600" spc="-90">
                <a:solidFill>
                  <a:srgbClr val="DFF3FA"/>
                </a:solidFill>
                <a:latin typeface="Arial"/>
                <a:cs typeface="Arial"/>
              </a:rPr>
              <a:t>E</a:t>
            </a:r>
            <a:r>
              <a:rPr sz="600" spc="-10">
                <a:solidFill>
                  <a:srgbClr val="DFF3FA"/>
                </a:solidFill>
                <a:latin typeface="Arial"/>
                <a:cs typeface="Arial"/>
              </a:rPr>
              <a:t> </a:t>
            </a:r>
            <a:r>
              <a:rPr sz="600">
                <a:solidFill>
                  <a:srgbClr val="DFF3FA"/>
                </a:solidFill>
                <a:latin typeface="Arial"/>
                <a:cs typeface="Arial"/>
              </a:rPr>
              <a:t>A</a:t>
            </a:r>
            <a:r>
              <a:rPr sz="600" spc="-40">
                <a:solidFill>
                  <a:srgbClr val="DFF3FA"/>
                </a:solidFill>
                <a:latin typeface="Arial"/>
                <a:cs typeface="Arial"/>
              </a:rPr>
              <a:t> </a:t>
            </a:r>
            <a:r>
              <a:rPr sz="600" spc="-110">
                <a:solidFill>
                  <a:srgbClr val="DFF3FA"/>
                </a:solidFill>
                <a:latin typeface="Arial"/>
                <a:cs typeface="Arial"/>
              </a:rPr>
              <a:t>S</a:t>
            </a:r>
            <a:r>
              <a:rPr sz="600" spc="-15">
                <a:solidFill>
                  <a:srgbClr val="DFF3FA"/>
                </a:solidFill>
                <a:latin typeface="Arial"/>
                <a:cs typeface="Arial"/>
              </a:rPr>
              <a:t> </a:t>
            </a:r>
            <a:r>
              <a:rPr sz="600" spc="50">
                <a:solidFill>
                  <a:srgbClr val="DFF3FA"/>
                </a:solidFill>
                <a:latin typeface="Arial"/>
                <a:cs typeface="Arial"/>
              </a:rPr>
              <a:t>O</a:t>
            </a:r>
            <a:r>
              <a:rPr sz="600" spc="-25">
                <a:solidFill>
                  <a:srgbClr val="DFF3FA"/>
                </a:solidFill>
                <a:latin typeface="Arial"/>
                <a:cs typeface="Arial"/>
              </a:rPr>
              <a:t> </a:t>
            </a:r>
            <a:r>
              <a:rPr sz="600">
                <a:solidFill>
                  <a:srgbClr val="DFF3FA"/>
                </a:solidFill>
                <a:latin typeface="Arial"/>
                <a:cs typeface="Arial"/>
              </a:rPr>
              <a:t>N</a:t>
            </a:r>
            <a:r>
              <a:rPr sz="600" spc="-15">
                <a:solidFill>
                  <a:srgbClr val="DFF3FA"/>
                </a:solidFill>
                <a:latin typeface="Arial"/>
                <a:cs typeface="Arial"/>
              </a:rPr>
              <a:t> </a:t>
            </a:r>
            <a:r>
              <a:rPr sz="600">
                <a:solidFill>
                  <a:srgbClr val="DFF3FA"/>
                </a:solidFill>
                <a:latin typeface="Arial"/>
                <a:cs typeface="Arial"/>
              </a:rPr>
              <a:t>S</a:t>
            </a:r>
            <a:r>
              <a:rPr sz="600" spc="295">
                <a:solidFill>
                  <a:srgbClr val="DFF3FA"/>
                </a:solidFill>
                <a:latin typeface="Arial"/>
                <a:cs typeface="Arial"/>
              </a:rPr>
              <a:t> </a:t>
            </a:r>
            <a:r>
              <a:rPr sz="600">
                <a:solidFill>
                  <a:srgbClr val="DFF3FA"/>
                </a:solidFill>
                <a:latin typeface="Arial"/>
                <a:cs typeface="Arial"/>
              </a:rPr>
              <a:t>H</a:t>
            </a:r>
            <a:r>
              <a:rPr sz="600" spc="-20">
                <a:solidFill>
                  <a:srgbClr val="DFF3FA"/>
                </a:solidFill>
                <a:latin typeface="Arial"/>
                <a:cs typeface="Arial"/>
              </a:rPr>
              <a:t> </a:t>
            </a:r>
            <a:r>
              <a:rPr sz="600" spc="50">
                <a:solidFill>
                  <a:srgbClr val="DFF3FA"/>
                </a:solidFill>
                <a:latin typeface="Arial"/>
                <a:cs typeface="Arial"/>
              </a:rPr>
              <a:t>O</a:t>
            </a:r>
            <a:r>
              <a:rPr sz="600" spc="-20">
                <a:solidFill>
                  <a:srgbClr val="DFF3FA"/>
                </a:solidFill>
                <a:latin typeface="Arial"/>
                <a:cs typeface="Arial"/>
              </a:rPr>
              <a:t> </a:t>
            </a:r>
            <a:r>
              <a:rPr sz="600" spc="-120">
                <a:solidFill>
                  <a:srgbClr val="DFF3FA"/>
                </a:solidFill>
                <a:latin typeface="Arial"/>
                <a:cs typeface="Arial"/>
              </a:rPr>
              <a:t>T</a:t>
            </a:r>
            <a:r>
              <a:rPr sz="600" spc="-15">
                <a:solidFill>
                  <a:srgbClr val="DFF3FA"/>
                </a:solidFill>
                <a:latin typeface="Arial"/>
                <a:cs typeface="Arial"/>
              </a:rPr>
              <a:t> </a:t>
            </a:r>
            <a:r>
              <a:rPr sz="600" spc="-90">
                <a:solidFill>
                  <a:srgbClr val="DFF3FA"/>
                </a:solidFill>
                <a:latin typeface="Arial"/>
                <a:cs typeface="Arial"/>
              </a:rPr>
              <a:t>E</a:t>
            </a:r>
            <a:r>
              <a:rPr sz="600" spc="-10">
                <a:solidFill>
                  <a:srgbClr val="DFF3FA"/>
                </a:solidFill>
                <a:latin typeface="Arial"/>
                <a:cs typeface="Arial"/>
              </a:rPr>
              <a:t> </a:t>
            </a:r>
            <a:r>
              <a:rPr sz="600" spc="-65">
                <a:solidFill>
                  <a:srgbClr val="DFF3FA"/>
                </a:solidFill>
                <a:latin typeface="Arial"/>
                <a:cs typeface="Arial"/>
              </a:rPr>
              <a:t>L</a:t>
            </a:r>
            <a:r>
              <a:rPr sz="600" spc="-15">
                <a:solidFill>
                  <a:srgbClr val="DFF3FA"/>
                </a:solidFill>
                <a:latin typeface="Arial"/>
                <a:cs typeface="Arial"/>
              </a:rPr>
              <a:t> </a:t>
            </a:r>
            <a:r>
              <a:rPr sz="600">
                <a:solidFill>
                  <a:srgbClr val="DFF3FA"/>
                </a:solidFill>
                <a:latin typeface="Arial"/>
                <a:cs typeface="Arial"/>
              </a:rPr>
              <a:t>S</a:t>
            </a:r>
            <a:r>
              <a:rPr sz="600" spc="260">
                <a:solidFill>
                  <a:srgbClr val="DFF3FA"/>
                </a:solidFill>
                <a:latin typeface="Arial"/>
                <a:cs typeface="Arial"/>
              </a:rPr>
              <a:t> </a:t>
            </a:r>
            <a:r>
              <a:rPr sz="600">
                <a:solidFill>
                  <a:srgbClr val="DFF3FA"/>
                </a:solidFill>
                <a:latin typeface="Arial"/>
                <a:cs typeface="Arial"/>
              </a:rPr>
              <a:t>A</a:t>
            </a:r>
            <a:r>
              <a:rPr sz="600" spc="-40">
                <a:solidFill>
                  <a:srgbClr val="DFF3FA"/>
                </a:solidFill>
                <a:latin typeface="Arial"/>
                <a:cs typeface="Arial"/>
              </a:rPr>
              <a:t> </a:t>
            </a:r>
            <a:r>
              <a:rPr sz="600">
                <a:solidFill>
                  <a:srgbClr val="DFF3FA"/>
                </a:solidFill>
                <a:latin typeface="Arial"/>
                <a:cs typeface="Arial"/>
              </a:rPr>
              <a:t>N</a:t>
            </a:r>
            <a:r>
              <a:rPr sz="600" spc="-20">
                <a:solidFill>
                  <a:srgbClr val="DFF3FA"/>
                </a:solidFill>
                <a:latin typeface="Arial"/>
                <a:cs typeface="Arial"/>
              </a:rPr>
              <a:t> </a:t>
            </a:r>
            <a:r>
              <a:rPr sz="600">
                <a:solidFill>
                  <a:srgbClr val="DFF3FA"/>
                </a:solidFill>
                <a:latin typeface="Arial"/>
                <a:cs typeface="Arial"/>
              </a:rPr>
              <a:t>D</a:t>
            </a:r>
            <a:r>
              <a:rPr sz="600" spc="325">
                <a:solidFill>
                  <a:srgbClr val="DFF3FA"/>
                </a:solidFill>
                <a:latin typeface="Arial"/>
                <a:cs typeface="Arial"/>
              </a:rPr>
              <a:t> </a:t>
            </a:r>
            <a:r>
              <a:rPr sz="600" spc="-75">
                <a:solidFill>
                  <a:srgbClr val="DFF3FA"/>
                </a:solidFill>
                <a:latin typeface="Arial"/>
                <a:cs typeface="Arial"/>
              </a:rPr>
              <a:t>R</a:t>
            </a:r>
            <a:r>
              <a:rPr sz="600" spc="-20">
                <a:solidFill>
                  <a:srgbClr val="DFF3FA"/>
                </a:solidFill>
                <a:latin typeface="Arial"/>
                <a:cs typeface="Arial"/>
              </a:rPr>
              <a:t> </a:t>
            </a:r>
            <a:r>
              <a:rPr sz="600" spc="-90">
                <a:solidFill>
                  <a:srgbClr val="DFF3FA"/>
                </a:solidFill>
                <a:latin typeface="Arial"/>
                <a:cs typeface="Arial"/>
              </a:rPr>
              <a:t>E</a:t>
            </a:r>
            <a:r>
              <a:rPr sz="600" spc="-10">
                <a:solidFill>
                  <a:srgbClr val="DFF3FA"/>
                </a:solidFill>
                <a:latin typeface="Arial"/>
                <a:cs typeface="Arial"/>
              </a:rPr>
              <a:t> </a:t>
            </a:r>
            <a:r>
              <a:rPr sz="600" spc="-110">
                <a:solidFill>
                  <a:srgbClr val="DFF3FA"/>
                </a:solidFill>
                <a:latin typeface="Arial"/>
                <a:cs typeface="Arial"/>
              </a:rPr>
              <a:t>S</a:t>
            </a:r>
            <a:r>
              <a:rPr sz="600" spc="-15">
                <a:solidFill>
                  <a:srgbClr val="DFF3FA"/>
                </a:solidFill>
                <a:latin typeface="Arial"/>
                <a:cs typeface="Arial"/>
              </a:rPr>
              <a:t> </a:t>
            </a:r>
            <a:r>
              <a:rPr sz="600" spc="50">
                <a:solidFill>
                  <a:srgbClr val="DFF3FA"/>
                </a:solidFill>
                <a:latin typeface="Arial"/>
                <a:cs typeface="Arial"/>
              </a:rPr>
              <a:t>O</a:t>
            </a:r>
            <a:r>
              <a:rPr sz="600" spc="-20">
                <a:solidFill>
                  <a:srgbClr val="DFF3FA"/>
                </a:solidFill>
                <a:latin typeface="Arial"/>
                <a:cs typeface="Arial"/>
              </a:rPr>
              <a:t> </a:t>
            </a:r>
            <a:r>
              <a:rPr sz="600" spc="-75">
                <a:solidFill>
                  <a:srgbClr val="DFF3FA"/>
                </a:solidFill>
                <a:latin typeface="Arial"/>
                <a:cs typeface="Arial"/>
              </a:rPr>
              <a:t>R</a:t>
            </a:r>
            <a:r>
              <a:rPr sz="600" spc="-20">
                <a:solidFill>
                  <a:srgbClr val="DFF3FA"/>
                </a:solidFill>
                <a:latin typeface="Arial"/>
                <a:cs typeface="Arial"/>
              </a:rPr>
              <a:t> </a:t>
            </a:r>
            <a:r>
              <a:rPr sz="600" spc="-120">
                <a:solidFill>
                  <a:srgbClr val="DFF3FA"/>
                </a:solidFill>
                <a:latin typeface="Arial"/>
                <a:cs typeface="Arial"/>
              </a:rPr>
              <a:t>T</a:t>
            </a:r>
            <a:r>
              <a:rPr sz="600" spc="-15">
                <a:solidFill>
                  <a:srgbClr val="DFF3FA"/>
                </a:solidFill>
                <a:latin typeface="Arial"/>
                <a:cs typeface="Arial"/>
              </a:rPr>
              <a:t> </a:t>
            </a:r>
            <a:r>
              <a:rPr sz="600" spc="-50">
                <a:solidFill>
                  <a:srgbClr val="DFF3FA"/>
                </a:solidFill>
                <a:latin typeface="Arial"/>
                <a:cs typeface="Arial"/>
              </a:rPr>
              <a:t>S</a:t>
            </a:r>
            <a:endParaRPr sz="600">
              <a:solidFill>
                <a:srgbClr val="DFF3FA"/>
              </a:solidFill>
              <a:latin typeface="Arial"/>
              <a:cs typeface="Arial"/>
            </a:endParaRPr>
          </a:p>
        </p:txBody>
      </p:sp>
      <p:sp>
        <p:nvSpPr>
          <p:cNvPr id="7" name="object 3">
            <a:extLst>
              <a:ext uri="{FF2B5EF4-FFF2-40B4-BE49-F238E27FC236}">
                <a16:creationId xmlns:a16="http://schemas.microsoft.com/office/drawing/2014/main" id="{C6833D4A-66B4-A862-327B-0AB1C898CD12}"/>
              </a:ext>
            </a:extLst>
          </p:cNvPr>
          <p:cNvSpPr/>
          <p:nvPr userDrawn="1"/>
        </p:nvSpPr>
        <p:spPr>
          <a:xfrm>
            <a:off x="659891" y="6478523"/>
            <a:ext cx="8597265" cy="0"/>
          </a:xfrm>
          <a:custGeom>
            <a:avLst/>
            <a:gdLst/>
            <a:ahLst/>
            <a:cxnLst/>
            <a:rect l="l" t="t" r="r" b="b"/>
            <a:pathLst>
              <a:path w="8597265">
                <a:moveTo>
                  <a:pt x="0" y="0"/>
                </a:moveTo>
                <a:lnTo>
                  <a:pt x="8596884" y="0"/>
                </a:lnTo>
              </a:path>
            </a:pathLst>
          </a:custGeom>
          <a:ln w="9525">
            <a:solidFill>
              <a:srgbClr val="DFF3FA"/>
            </a:solidFill>
          </a:ln>
        </p:spPr>
        <p:txBody>
          <a:bodyPr wrap="square" lIns="0" tIns="0" rIns="0" bIns="0" rtlCol="0"/>
          <a:lstStyle/>
          <a:p>
            <a:endParaRPr/>
          </a:p>
        </p:txBody>
      </p:sp>
      <p:pic>
        <p:nvPicPr>
          <p:cNvPr id="10" name="object 3">
            <a:extLst>
              <a:ext uri="{FF2B5EF4-FFF2-40B4-BE49-F238E27FC236}">
                <a16:creationId xmlns:a16="http://schemas.microsoft.com/office/drawing/2014/main" id="{2D2C6796-7227-6C0D-62DB-F96CC20DAC1E}"/>
              </a:ext>
            </a:extLst>
          </p:cNvPr>
          <p:cNvPicPr/>
          <p:nvPr userDrawn="1"/>
        </p:nvPicPr>
        <p:blipFill>
          <a:blip r:embed="rId2" cstate="print"/>
          <a:stretch>
            <a:fillRect/>
          </a:stretch>
        </p:blipFill>
        <p:spPr>
          <a:xfrm>
            <a:off x="11535157" y="222510"/>
            <a:ext cx="323003" cy="491650"/>
          </a:xfrm>
          <a:prstGeom prst="rect">
            <a:avLst/>
          </a:prstGeom>
        </p:spPr>
      </p:pic>
      <p:sp>
        <p:nvSpPr>
          <p:cNvPr id="11" name="object 5">
            <a:extLst>
              <a:ext uri="{FF2B5EF4-FFF2-40B4-BE49-F238E27FC236}">
                <a16:creationId xmlns:a16="http://schemas.microsoft.com/office/drawing/2014/main" id="{13E89E23-4D29-0D87-D9DC-67EB7202D5A3}"/>
              </a:ext>
            </a:extLst>
          </p:cNvPr>
          <p:cNvSpPr/>
          <p:nvPr userDrawn="1"/>
        </p:nvSpPr>
        <p:spPr>
          <a:xfrm>
            <a:off x="659891" y="460248"/>
            <a:ext cx="10694035" cy="0"/>
          </a:xfrm>
          <a:custGeom>
            <a:avLst/>
            <a:gdLst/>
            <a:ahLst/>
            <a:cxnLst/>
            <a:rect l="l" t="t" r="r" b="b"/>
            <a:pathLst>
              <a:path w="10694035">
                <a:moveTo>
                  <a:pt x="0" y="0"/>
                </a:moveTo>
                <a:lnTo>
                  <a:pt x="10694035" y="0"/>
                </a:lnTo>
              </a:path>
            </a:pathLst>
          </a:custGeom>
          <a:ln w="9525">
            <a:solidFill>
              <a:srgbClr val="DFF3FA"/>
            </a:solidFill>
          </a:ln>
        </p:spPr>
        <p:txBody>
          <a:bodyPr wrap="square" lIns="0" tIns="0" rIns="0" bIns="0" rtlCol="0"/>
          <a:lstStyle/>
          <a:p>
            <a:endParaRPr/>
          </a:p>
        </p:txBody>
      </p:sp>
      <p:sp>
        <p:nvSpPr>
          <p:cNvPr id="8" name="Content Placeholder 7">
            <a:extLst>
              <a:ext uri="{FF2B5EF4-FFF2-40B4-BE49-F238E27FC236}">
                <a16:creationId xmlns:a16="http://schemas.microsoft.com/office/drawing/2014/main" id="{90FB298F-AB48-2488-B3A5-969C2AD48E81}"/>
              </a:ext>
            </a:extLst>
          </p:cNvPr>
          <p:cNvSpPr>
            <a:spLocks noGrp="1"/>
          </p:cNvSpPr>
          <p:nvPr>
            <p:ph sz="quarter" idx="11" hasCustomPrompt="1"/>
          </p:nvPr>
        </p:nvSpPr>
        <p:spPr>
          <a:xfrm>
            <a:off x="659890" y="1480317"/>
            <a:ext cx="10698480" cy="4668837"/>
          </a:xfrm>
        </p:spPr>
        <p:txBody>
          <a:bodyPr lIns="0"/>
          <a:lstStyle>
            <a:lvl1pPr>
              <a:spcBef>
                <a:spcPts val="600"/>
              </a:spcBef>
              <a:defRPr b="0">
                <a:solidFill>
                  <a:schemeClr val="accent3"/>
                </a:solidFill>
                <a:latin typeface="+mn-lt"/>
              </a:defRPr>
            </a:lvl1pPr>
            <a:lvl2pPr>
              <a:defRPr>
                <a:solidFill>
                  <a:schemeClr val="accent3"/>
                </a:solidFill>
                <a:latin typeface="+mn-lt"/>
              </a:defRPr>
            </a:lvl2pPr>
            <a:lvl3pPr>
              <a:defRPr>
                <a:solidFill>
                  <a:schemeClr val="accent3"/>
                </a:solidFill>
                <a:latin typeface="+mn-lt"/>
              </a:defRPr>
            </a:lvl3pPr>
            <a:lvl4pPr>
              <a:defRPr>
                <a:solidFill>
                  <a:schemeClr val="accent3"/>
                </a:solidFill>
                <a:latin typeface="+mn-lt"/>
              </a:defRPr>
            </a:lvl4pPr>
            <a:lvl5pPr>
              <a:defRPr>
                <a:solidFill>
                  <a:schemeClr val="accent3"/>
                </a:solidFill>
                <a:latin typeface="+mn-lt"/>
              </a:defRPr>
            </a:lvl5pPr>
          </a:lstStyle>
          <a:p>
            <a:pPr lvl="0"/>
            <a:r>
              <a:rPr lang="en-US"/>
              <a:t>Copy</a:t>
            </a:r>
          </a:p>
        </p:txBody>
      </p:sp>
      <p:sp>
        <p:nvSpPr>
          <p:cNvPr id="9" name="Title 8">
            <a:extLst>
              <a:ext uri="{FF2B5EF4-FFF2-40B4-BE49-F238E27FC236}">
                <a16:creationId xmlns:a16="http://schemas.microsoft.com/office/drawing/2014/main" id="{12B91255-6547-EB22-5289-71BB5D5033B8}"/>
              </a:ext>
            </a:extLst>
          </p:cNvPr>
          <p:cNvSpPr>
            <a:spLocks noGrp="1"/>
          </p:cNvSpPr>
          <p:nvPr>
            <p:ph type="title" hasCustomPrompt="1"/>
          </p:nvPr>
        </p:nvSpPr>
        <p:spPr>
          <a:xfrm>
            <a:off x="659890" y="584687"/>
            <a:ext cx="10698480" cy="507831"/>
          </a:xfrm>
        </p:spPr>
        <p:txBody>
          <a:bodyPr/>
          <a:lstStyle>
            <a:lvl1pPr>
              <a:defRPr i="0">
                <a:solidFill>
                  <a:schemeClr val="accent3"/>
                </a:solidFill>
                <a:latin typeface="+mj-lt"/>
              </a:defRPr>
            </a:lvl1pPr>
          </a:lstStyle>
          <a:p>
            <a:r>
              <a:rPr lang="en-US"/>
              <a:t>Title Here</a:t>
            </a:r>
          </a:p>
        </p:txBody>
      </p:sp>
    </p:spTree>
    <p:extLst>
      <p:ext uri="{BB962C8B-B14F-4D97-AF65-F5344CB8AC3E}">
        <p14:creationId xmlns:p14="http://schemas.microsoft.com/office/powerpoint/2010/main" val="1128879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Split Content">
    <p:bg>
      <p:bgPr>
        <a:solidFill>
          <a:srgbClr val="FCFAF9"/>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24CD1C1-E917-891C-386D-A098FDBDA43A}"/>
              </a:ext>
            </a:extLst>
          </p:cNvPr>
          <p:cNvSpPr/>
          <p:nvPr userDrawn="1"/>
        </p:nvSpPr>
        <p:spPr>
          <a:xfrm>
            <a:off x="6096000" y="0"/>
            <a:ext cx="6096000" cy="6858000"/>
          </a:xfrm>
          <a:prstGeom prst="rect">
            <a:avLst/>
          </a:prstGeom>
          <a:solidFill>
            <a:srgbClr val="DFF3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46898032-AC1C-2252-7DB1-13206F625AC4}"/>
              </a:ext>
            </a:extLst>
          </p:cNvPr>
          <p:cNvSpPr>
            <a:spLocks noGrp="1"/>
          </p:cNvSpPr>
          <p:nvPr>
            <p:ph type="sldNum" sz="quarter" idx="10"/>
          </p:nvPr>
        </p:nvSpPr>
        <p:spPr/>
        <p:txBody>
          <a:bodyPr/>
          <a:lstStyle>
            <a:lvl1pPr>
              <a:defRPr>
                <a:solidFill>
                  <a:schemeClr val="accent1"/>
                </a:solidFill>
                <a:latin typeface="+mn-lt"/>
              </a:defRPr>
            </a:lvl1pPr>
          </a:lstStyle>
          <a:p>
            <a:pPr marL="12700">
              <a:spcBef>
                <a:spcPts val="95"/>
              </a:spcBef>
            </a:pPr>
            <a:fld id="{E9625C4B-B71B-4BE7-9266-E8021570290B}" type="slidenum">
              <a:rPr lang="en-US" smtClean="0"/>
              <a:pPr marL="12700">
                <a:spcBef>
                  <a:spcPts val="95"/>
                </a:spcBef>
              </a:pPr>
              <a:t>‹#›</a:t>
            </a:fld>
            <a:endParaRPr lang="en-US"/>
          </a:p>
        </p:txBody>
      </p:sp>
      <p:sp>
        <p:nvSpPr>
          <p:cNvPr id="7" name="object 2">
            <a:extLst>
              <a:ext uri="{FF2B5EF4-FFF2-40B4-BE49-F238E27FC236}">
                <a16:creationId xmlns:a16="http://schemas.microsoft.com/office/drawing/2014/main" id="{202E7599-C30A-1638-B1A7-EF1D13746CFC}"/>
              </a:ext>
            </a:extLst>
          </p:cNvPr>
          <p:cNvSpPr txBox="1"/>
          <p:nvPr userDrawn="1"/>
        </p:nvSpPr>
        <p:spPr>
          <a:xfrm>
            <a:off x="9730485" y="6422237"/>
            <a:ext cx="1963420" cy="116839"/>
          </a:xfrm>
          <a:prstGeom prst="rect">
            <a:avLst/>
          </a:prstGeom>
        </p:spPr>
        <p:txBody>
          <a:bodyPr vert="horz" wrap="square" lIns="0" tIns="12700" rIns="0" bIns="0" rtlCol="0">
            <a:spAutoFit/>
          </a:bodyPr>
          <a:lstStyle/>
          <a:p>
            <a:pPr marL="12700">
              <a:lnSpc>
                <a:spcPct val="100000"/>
              </a:lnSpc>
              <a:spcBef>
                <a:spcPts val="100"/>
              </a:spcBef>
            </a:pPr>
            <a:r>
              <a:rPr sz="600" spc="-85">
                <a:solidFill>
                  <a:srgbClr val="2A5150"/>
                </a:solidFill>
                <a:latin typeface="Arial"/>
                <a:cs typeface="Arial"/>
              </a:rPr>
              <a:t>F</a:t>
            </a:r>
            <a:r>
              <a:rPr sz="600" spc="-15">
                <a:solidFill>
                  <a:srgbClr val="2A5150"/>
                </a:solidFill>
                <a:latin typeface="Arial"/>
                <a:cs typeface="Arial"/>
              </a:rPr>
              <a:t> </a:t>
            </a:r>
            <a:r>
              <a:rPr sz="600" spc="50">
                <a:solidFill>
                  <a:srgbClr val="2A5150"/>
                </a:solidFill>
                <a:latin typeface="Arial"/>
                <a:cs typeface="Arial"/>
              </a:rPr>
              <a:t>O</a:t>
            </a:r>
            <a:r>
              <a:rPr sz="600" spc="-45">
                <a:solidFill>
                  <a:srgbClr val="2A5150"/>
                </a:solidFill>
                <a:latin typeface="Arial"/>
                <a:cs typeface="Arial"/>
              </a:rPr>
              <a:t> </a:t>
            </a:r>
            <a:r>
              <a:rPr sz="600" spc="-50">
                <a:solidFill>
                  <a:srgbClr val="2A5150"/>
                </a:solidFill>
                <a:latin typeface="Arial"/>
                <a:cs typeface="Arial"/>
              </a:rPr>
              <a:t>U</a:t>
            </a:r>
            <a:r>
              <a:rPr sz="600" spc="-10">
                <a:solidFill>
                  <a:srgbClr val="2A5150"/>
                </a:solidFill>
                <a:latin typeface="Arial"/>
                <a:cs typeface="Arial"/>
              </a:rPr>
              <a:t> </a:t>
            </a:r>
            <a:r>
              <a:rPr sz="600">
                <a:solidFill>
                  <a:srgbClr val="2A5150"/>
                </a:solidFill>
                <a:latin typeface="Arial"/>
                <a:cs typeface="Arial"/>
              </a:rPr>
              <a:t>R</a:t>
            </a:r>
            <a:r>
              <a:rPr sz="600" spc="254">
                <a:solidFill>
                  <a:srgbClr val="2A5150"/>
                </a:solidFill>
                <a:latin typeface="Arial"/>
                <a:cs typeface="Arial"/>
              </a:rPr>
              <a:t> </a:t>
            </a:r>
            <a:r>
              <a:rPr sz="600" spc="-110">
                <a:solidFill>
                  <a:srgbClr val="2A5150"/>
                </a:solidFill>
                <a:latin typeface="Arial"/>
                <a:cs typeface="Arial"/>
              </a:rPr>
              <a:t>S</a:t>
            </a:r>
            <a:r>
              <a:rPr sz="600" spc="-15">
                <a:solidFill>
                  <a:srgbClr val="2A5150"/>
                </a:solidFill>
                <a:latin typeface="Arial"/>
                <a:cs typeface="Arial"/>
              </a:rPr>
              <a:t> </a:t>
            </a:r>
            <a:r>
              <a:rPr sz="600" spc="-90">
                <a:solidFill>
                  <a:srgbClr val="2A5150"/>
                </a:solidFill>
                <a:latin typeface="Arial"/>
                <a:cs typeface="Arial"/>
              </a:rPr>
              <a:t>E</a:t>
            </a:r>
            <a:r>
              <a:rPr sz="600" spc="-10">
                <a:solidFill>
                  <a:srgbClr val="2A5150"/>
                </a:solidFill>
                <a:latin typeface="Arial"/>
                <a:cs typeface="Arial"/>
              </a:rPr>
              <a:t> </a:t>
            </a:r>
            <a:r>
              <a:rPr sz="600">
                <a:solidFill>
                  <a:srgbClr val="2A5150"/>
                </a:solidFill>
                <a:latin typeface="Arial"/>
                <a:cs typeface="Arial"/>
              </a:rPr>
              <a:t>A</a:t>
            </a:r>
            <a:r>
              <a:rPr sz="600" spc="-40">
                <a:solidFill>
                  <a:srgbClr val="2A5150"/>
                </a:solidFill>
                <a:latin typeface="Arial"/>
                <a:cs typeface="Arial"/>
              </a:rPr>
              <a:t> </a:t>
            </a:r>
            <a:r>
              <a:rPr sz="600" spc="-110">
                <a:solidFill>
                  <a:srgbClr val="2A5150"/>
                </a:solidFill>
                <a:latin typeface="Arial"/>
                <a:cs typeface="Arial"/>
              </a:rPr>
              <a:t>S</a:t>
            </a:r>
            <a:r>
              <a:rPr sz="600" spc="-15">
                <a:solidFill>
                  <a:srgbClr val="2A5150"/>
                </a:solidFill>
                <a:latin typeface="Arial"/>
                <a:cs typeface="Arial"/>
              </a:rPr>
              <a:t> </a:t>
            </a:r>
            <a:r>
              <a:rPr sz="600" spc="50">
                <a:solidFill>
                  <a:srgbClr val="2A5150"/>
                </a:solidFill>
                <a:latin typeface="Arial"/>
                <a:cs typeface="Arial"/>
              </a:rPr>
              <a:t>O</a:t>
            </a:r>
            <a:r>
              <a:rPr sz="600" spc="-25">
                <a:solidFill>
                  <a:srgbClr val="2A5150"/>
                </a:solidFill>
                <a:latin typeface="Arial"/>
                <a:cs typeface="Arial"/>
              </a:rPr>
              <a:t> </a:t>
            </a:r>
            <a:r>
              <a:rPr sz="600">
                <a:solidFill>
                  <a:srgbClr val="2A5150"/>
                </a:solidFill>
                <a:latin typeface="Arial"/>
                <a:cs typeface="Arial"/>
              </a:rPr>
              <a:t>N</a:t>
            </a:r>
            <a:r>
              <a:rPr sz="600" spc="-15">
                <a:solidFill>
                  <a:srgbClr val="2A5150"/>
                </a:solidFill>
                <a:latin typeface="Arial"/>
                <a:cs typeface="Arial"/>
              </a:rPr>
              <a:t> </a:t>
            </a:r>
            <a:r>
              <a:rPr sz="600">
                <a:solidFill>
                  <a:srgbClr val="2A5150"/>
                </a:solidFill>
                <a:latin typeface="Arial"/>
                <a:cs typeface="Arial"/>
              </a:rPr>
              <a:t>S</a:t>
            </a:r>
            <a:r>
              <a:rPr sz="600" spc="295">
                <a:solidFill>
                  <a:srgbClr val="2A5150"/>
                </a:solidFill>
                <a:latin typeface="Arial"/>
                <a:cs typeface="Arial"/>
              </a:rPr>
              <a:t> </a:t>
            </a:r>
            <a:r>
              <a:rPr sz="600">
                <a:solidFill>
                  <a:srgbClr val="2A5150"/>
                </a:solidFill>
                <a:latin typeface="Arial"/>
                <a:cs typeface="Arial"/>
              </a:rPr>
              <a:t>H</a:t>
            </a:r>
            <a:r>
              <a:rPr sz="600" spc="-20">
                <a:solidFill>
                  <a:srgbClr val="2A5150"/>
                </a:solidFill>
                <a:latin typeface="Arial"/>
                <a:cs typeface="Arial"/>
              </a:rPr>
              <a:t> </a:t>
            </a:r>
            <a:r>
              <a:rPr sz="600" spc="50">
                <a:solidFill>
                  <a:srgbClr val="2A5150"/>
                </a:solidFill>
                <a:latin typeface="Arial"/>
                <a:cs typeface="Arial"/>
              </a:rPr>
              <a:t>O</a:t>
            </a:r>
            <a:r>
              <a:rPr sz="600" spc="-20">
                <a:solidFill>
                  <a:srgbClr val="2A5150"/>
                </a:solidFill>
                <a:latin typeface="Arial"/>
                <a:cs typeface="Arial"/>
              </a:rPr>
              <a:t> </a:t>
            </a:r>
            <a:r>
              <a:rPr sz="600" spc="-120">
                <a:solidFill>
                  <a:srgbClr val="2A5150"/>
                </a:solidFill>
                <a:latin typeface="Arial"/>
                <a:cs typeface="Arial"/>
              </a:rPr>
              <a:t>T</a:t>
            </a:r>
            <a:r>
              <a:rPr sz="600" spc="-15">
                <a:solidFill>
                  <a:srgbClr val="2A5150"/>
                </a:solidFill>
                <a:latin typeface="Arial"/>
                <a:cs typeface="Arial"/>
              </a:rPr>
              <a:t> </a:t>
            </a:r>
            <a:r>
              <a:rPr sz="600" spc="-90">
                <a:solidFill>
                  <a:srgbClr val="2A5150"/>
                </a:solidFill>
                <a:latin typeface="Arial"/>
                <a:cs typeface="Arial"/>
              </a:rPr>
              <a:t>E</a:t>
            </a:r>
            <a:r>
              <a:rPr sz="600" spc="-10">
                <a:solidFill>
                  <a:srgbClr val="2A5150"/>
                </a:solidFill>
                <a:latin typeface="Arial"/>
                <a:cs typeface="Arial"/>
              </a:rPr>
              <a:t> </a:t>
            </a:r>
            <a:r>
              <a:rPr sz="600" spc="-65">
                <a:solidFill>
                  <a:srgbClr val="2A5150"/>
                </a:solidFill>
                <a:latin typeface="Arial"/>
                <a:cs typeface="Arial"/>
              </a:rPr>
              <a:t>L</a:t>
            </a:r>
            <a:r>
              <a:rPr sz="600" spc="-15">
                <a:solidFill>
                  <a:srgbClr val="2A5150"/>
                </a:solidFill>
                <a:latin typeface="Arial"/>
                <a:cs typeface="Arial"/>
              </a:rPr>
              <a:t> </a:t>
            </a:r>
            <a:r>
              <a:rPr sz="600">
                <a:solidFill>
                  <a:srgbClr val="2A5150"/>
                </a:solidFill>
                <a:latin typeface="Arial"/>
                <a:cs typeface="Arial"/>
              </a:rPr>
              <a:t>S</a:t>
            </a:r>
            <a:r>
              <a:rPr sz="600" spc="260">
                <a:solidFill>
                  <a:srgbClr val="2A5150"/>
                </a:solidFill>
                <a:latin typeface="Arial"/>
                <a:cs typeface="Arial"/>
              </a:rPr>
              <a:t> </a:t>
            </a:r>
            <a:r>
              <a:rPr sz="600">
                <a:solidFill>
                  <a:srgbClr val="2A5150"/>
                </a:solidFill>
                <a:latin typeface="Arial"/>
                <a:cs typeface="Arial"/>
              </a:rPr>
              <a:t>A</a:t>
            </a:r>
            <a:r>
              <a:rPr sz="600" spc="-40">
                <a:solidFill>
                  <a:srgbClr val="2A5150"/>
                </a:solidFill>
                <a:latin typeface="Arial"/>
                <a:cs typeface="Arial"/>
              </a:rPr>
              <a:t> </a:t>
            </a:r>
            <a:r>
              <a:rPr sz="600">
                <a:solidFill>
                  <a:srgbClr val="2A5150"/>
                </a:solidFill>
                <a:latin typeface="Arial"/>
                <a:cs typeface="Arial"/>
              </a:rPr>
              <a:t>N</a:t>
            </a:r>
            <a:r>
              <a:rPr sz="600" spc="-20">
                <a:solidFill>
                  <a:srgbClr val="2A5150"/>
                </a:solidFill>
                <a:latin typeface="Arial"/>
                <a:cs typeface="Arial"/>
              </a:rPr>
              <a:t> </a:t>
            </a:r>
            <a:r>
              <a:rPr sz="600">
                <a:solidFill>
                  <a:srgbClr val="2A5150"/>
                </a:solidFill>
                <a:latin typeface="Arial"/>
                <a:cs typeface="Arial"/>
              </a:rPr>
              <a:t>D</a:t>
            </a:r>
            <a:r>
              <a:rPr sz="600" spc="325">
                <a:solidFill>
                  <a:srgbClr val="2A5150"/>
                </a:solidFill>
                <a:latin typeface="Arial"/>
                <a:cs typeface="Arial"/>
              </a:rPr>
              <a:t> </a:t>
            </a:r>
            <a:r>
              <a:rPr sz="600" spc="-75">
                <a:solidFill>
                  <a:srgbClr val="2A5150"/>
                </a:solidFill>
                <a:latin typeface="Arial"/>
                <a:cs typeface="Arial"/>
              </a:rPr>
              <a:t>R</a:t>
            </a:r>
            <a:r>
              <a:rPr sz="600" spc="-20">
                <a:solidFill>
                  <a:srgbClr val="2A5150"/>
                </a:solidFill>
                <a:latin typeface="Arial"/>
                <a:cs typeface="Arial"/>
              </a:rPr>
              <a:t> </a:t>
            </a:r>
            <a:r>
              <a:rPr sz="600" spc="-90">
                <a:solidFill>
                  <a:srgbClr val="2A5150"/>
                </a:solidFill>
                <a:latin typeface="Arial"/>
                <a:cs typeface="Arial"/>
              </a:rPr>
              <a:t>E</a:t>
            </a:r>
            <a:r>
              <a:rPr sz="600" spc="-10">
                <a:solidFill>
                  <a:srgbClr val="2A5150"/>
                </a:solidFill>
                <a:latin typeface="Arial"/>
                <a:cs typeface="Arial"/>
              </a:rPr>
              <a:t> </a:t>
            </a:r>
            <a:r>
              <a:rPr sz="600" spc="-110">
                <a:solidFill>
                  <a:srgbClr val="2A5150"/>
                </a:solidFill>
                <a:latin typeface="Arial"/>
                <a:cs typeface="Arial"/>
              </a:rPr>
              <a:t>S</a:t>
            </a:r>
            <a:r>
              <a:rPr sz="600" spc="-15">
                <a:solidFill>
                  <a:srgbClr val="2A5150"/>
                </a:solidFill>
                <a:latin typeface="Arial"/>
                <a:cs typeface="Arial"/>
              </a:rPr>
              <a:t> </a:t>
            </a:r>
            <a:r>
              <a:rPr sz="600" spc="50">
                <a:solidFill>
                  <a:srgbClr val="2A5150"/>
                </a:solidFill>
                <a:latin typeface="Arial"/>
                <a:cs typeface="Arial"/>
              </a:rPr>
              <a:t>O</a:t>
            </a:r>
            <a:r>
              <a:rPr sz="600" spc="-20">
                <a:solidFill>
                  <a:srgbClr val="2A5150"/>
                </a:solidFill>
                <a:latin typeface="Arial"/>
                <a:cs typeface="Arial"/>
              </a:rPr>
              <a:t> </a:t>
            </a:r>
            <a:r>
              <a:rPr sz="600" spc="-75">
                <a:solidFill>
                  <a:srgbClr val="2A5150"/>
                </a:solidFill>
                <a:latin typeface="Arial"/>
                <a:cs typeface="Arial"/>
              </a:rPr>
              <a:t>R</a:t>
            </a:r>
            <a:r>
              <a:rPr sz="600" spc="-20">
                <a:solidFill>
                  <a:srgbClr val="2A5150"/>
                </a:solidFill>
                <a:latin typeface="Arial"/>
                <a:cs typeface="Arial"/>
              </a:rPr>
              <a:t> </a:t>
            </a:r>
            <a:r>
              <a:rPr sz="600" spc="-120">
                <a:solidFill>
                  <a:srgbClr val="2A5150"/>
                </a:solidFill>
                <a:latin typeface="Arial"/>
                <a:cs typeface="Arial"/>
              </a:rPr>
              <a:t>T</a:t>
            </a:r>
            <a:r>
              <a:rPr sz="600" spc="-15">
                <a:solidFill>
                  <a:srgbClr val="2A5150"/>
                </a:solidFill>
                <a:latin typeface="Arial"/>
                <a:cs typeface="Arial"/>
              </a:rPr>
              <a:t> </a:t>
            </a:r>
            <a:r>
              <a:rPr sz="600" spc="-50">
                <a:solidFill>
                  <a:srgbClr val="2A5150"/>
                </a:solidFill>
                <a:latin typeface="Arial"/>
                <a:cs typeface="Arial"/>
              </a:rPr>
              <a:t>S</a:t>
            </a:r>
            <a:endParaRPr sz="600">
              <a:latin typeface="Arial"/>
              <a:cs typeface="Arial"/>
            </a:endParaRPr>
          </a:p>
        </p:txBody>
      </p:sp>
      <p:sp>
        <p:nvSpPr>
          <p:cNvPr id="8" name="object 3">
            <a:extLst>
              <a:ext uri="{FF2B5EF4-FFF2-40B4-BE49-F238E27FC236}">
                <a16:creationId xmlns:a16="http://schemas.microsoft.com/office/drawing/2014/main" id="{46227938-4D55-8B9A-D8F5-E9CBED1D0706}"/>
              </a:ext>
            </a:extLst>
          </p:cNvPr>
          <p:cNvSpPr/>
          <p:nvPr userDrawn="1"/>
        </p:nvSpPr>
        <p:spPr>
          <a:xfrm>
            <a:off x="659891" y="6478523"/>
            <a:ext cx="8597265" cy="0"/>
          </a:xfrm>
          <a:custGeom>
            <a:avLst/>
            <a:gdLst/>
            <a:ahLst/>
            <a:cxnLst/>
            <a:rect l="l" t="t" r="r" b="b"/>
            <a:pathLst>
              <a:path w="8597265">
                <a:moveTo>
                  <a:pt x="0" y="0"/>
                </a:moveTo>
                <a:lnTo>
                  <a:pt x="8596884" y="0"/>
                </a:lnTo>
              </a:path>
            </a:pathLst>
          </a:custGeom>
          <a:ln w="9525">
            <a:solidFill>
              <a:srgbClr val="2A5150"/>
            </a:solidFill>
          </a:ln>
        </p:spPr>
        <p:txBody>
          <a:bodyPr wrap="square" lIns="0" tIns="0" rIns="0" bIns="0" rtlCol="0"/>
          <a:lstStyle/>
          <a:p>
            <a:endParaRPr/>
          </a:p>
        </p:txBody>
      </p:sp>
      <p:sp>
        <p:nvSpPr>
          <p:cNvPr id="9" name="object 4">
            <a:extLst>
              <a:ext uri="{FF2B5EF4-FFF2-40B4-BE49-F238E27FC236}">
                <a16:creationId xmlns:a16="http://schemas.microsoft.com/office/drawing/2014/main" id="{E93EF9A7-E17B-8F9A-EE78-766C6AC50A62}"/>
              </a:ext>
            </a:extLst>
          </p:cNvPr>
          <p:cNvSpPr/>
          <p:nvPr userDrawn="1"/>
        </p:nvSpPr>
        <p:spPr>
          <a:xfrm>
            <a:off x="659891" y="460248"/>
            <a:ext cx="10694035" cy="0"/>
          </a:xfrm>
          <a:custGeom>
            <a:avLst/>
            <a:gdLst/>
            <a:ahLst/>
            <a:cxnLst/>
            <a:rect l="l" t="t" r="r" b="b"/>
            <a:pathLst>
              <a:path w="10694035">
                <a:moveTo>
                  <a:pt x="0" y="0"/>
                </a:moveTo>
                <a:lnTo>
                  <a:pt x="10694035" y="0"/>
                </a:lnTo>
              </a:path>
            </a:pathLst>
          </a:custGeom>
          <a:ln w="9525">
            <a:solidFill>
              <a:srgbClr val="2A5150"/>
            </a:solidFill>
          </a:ln>
        </p:spPr>
        <p:txBody>
          <a:bodyPr wrap="square" lIns="0" tIns="0" rIns="0" bIns="0" rtlCol="0"/>
          <a:lstStyle/>
          <a:p>
            <a:endParaRPr/>
          </a:p>
        </p:txBody>
      </p:sp>
      <p:pic>
        <p:nvPicPr>
          <p:cNvPr id="10" name="object 5">
            <a:extLst>
              <a:ext uri="{FF2B5EF4-FFF2-40B4-BE49-F238E27FC236}">
                <a16:creationId xmlns:a16="http://schemas.microsoft.com/office/drawing/2014/main" id="{614951A0-4378-94E7-0868-328B5A4FD5A0}"/>
              </a:ext>
            </a:extLst>
          </p:cNvPr>
          <p:cNvPicPr/>
          <p:nvPr userDrawn="1"/>
        </p:nvPicPr>
        <p:blipFill>
          <a:blip r:embed="rId2" cstate="print"/>
          <a:stretch>
            <a:fillRect/>
          </a:stretch>
        </p:blipFill>
        <p:spPr>
          <a:xfrm>
            <a:off x="11535157" y="222510"/>
            <a:ext cx="323003" cy="491650"/>
          </a:xfrm>
          <a:prstGeom prst="rect">
            <a:avLst/>
          </a:prstGeom>
        </p:spPr>
      </p:pic>
      <p:sp>
        <p:nvSpPr>
          <p:cNvPr id="18" name="Content Placeholder 17">
            <a:extLst>
              <a:ext uri="{FF2B5EF4-FFF2-40B4-BE49-F238E27FC236}">
                <a16:creationId xmlns:a16="http://schemas.microsoft.com/office/drawing/2014/main" id="{34DCE725-E279-31A8-6E5F-E56BC21E07F4}"/>
              </a:ext>
            </a:extLst>
          </p:cNvPr>
          <p:cNvSpPr>
            <a:spLocks noGrp="1"/>
          </p:cNvSpPr>
          <p:nvPr>
            <p:ph sz="quarter" idx="12" hasCustomPrompt="1"/>
          </p:nvPr>
        </p:nvSpPr>
        <p:spPr>
          <a:xfrm>
            <a:off x="658368" y="1681163"/>
            <a:ext cx="5120640" cy="4741862"/>
          </a:xfrm>
          <a:prstGeom prst="rect">
            <a:avLst/>
          </a:prstGeom>
        </p:spPr>
        <p:txBody>
          <a:bodyPr lIns="0" rIns="0"/>
          <a:lstStyle>
            <a:lvl1pPr>
              <a:spcBef>
                <a:spcPts val="600"/>
              </a:spcBef>
              <a:defRPr b="0">
                <a:solidFill>
                  <a:schemeClr val="accent1"/>
                </a:solidFill>
              </a:defRPr>
            </a:lvl1pPr>
          </a:lstStyle>
          <a:p>
            <a:pPr lvl="0"/>
            <a:r>
              <a:rPr lang="en-US"/>
              <a:t>Details</a:t>
            </a:r>
          </a:p>
        </p:txBody>
      </p:sp>
      <p:sp>
        <p:nvSpPr>
          <p:cNvPr id="20" name="Content Placeholder 17">
            <a:extLst>
              <a:ext uri="{FF2B5EF4-FFF2-40B4-BE49-F238E27FC236}">
                <a16:creationId xmlns:a16="http://schemas.microsoft.com/office/drawing/2014/main" id="{05564B70-7F45-7CC6-02FC-D0D66F66321A}"/>
              </a:ext>
            </a:extLst>
          </p:cNvPr>
          <p:cNvSpPr>
            <a:spLocks noGrp="1"/>
          </p:cNvSpPr>
          <p:nvPr>
            <p:ph sz="quarter" idx="13" hasCustomPrompt="1"/>
          </p:nvPr>
        </p:nvSpPr>
        <p:spPr>
          <a:xfrm>
            <a:off x="6424992" y="1652626"/>
            <a:ext cx="5120640" cy="4741862"/>
          </a:xfrm>
          <a:prstGeom prst="rect">
            <a:avLst/>
          </a:prstGeom>
        </p:spPr>
        <p:txBody>
          <a:bodyPr lIns="0" rIns="0"/>
          <a:lstStyle>
            <a:lvl1pPr>
              <a:spcBef>
                <a:spcPts val="600"/>
              </a:spcBef>
              <a:defRPr b="0">
                <a:solidFill>
                  <a:schemeClr val="accent1"/>
                </a:solidFill>
              </a:defRPr>
            </a:lvl1pPr>
          </a:lstStyle>
          <a:p>
            <a:pPr lvl="0"/>
            <a:r>
              <a:rPr lang="en-US"/>
              <a:t>Details</a:t>
            </a:r>
          </a:p>
        </p:txBody>
      </p:sp>
      <p:sp>
        <p:nvSpPr>
          <p:cNvPr id="21" name="Title 20">
            <a:extLst>
              <a:ext uri="{FF2B5EF4-FFF2-40B4-BE49-F238E27FC236}">
                <a16:creationId xmlns:a16="http://schemas.microsoft.com/office/drawing/2014/main" id="{F88869F6-8960-0CA1-4F59-5A242E212151}"/>
              </a:ext>
            </a:extLst>
          </p:cNvPr>
          <p:cNvSpPr>
            <a:spLocks noGrp="1"/>
          </p:cNvSpPr>
          <p:nvPr>
            <p:ph type="title" hasCustomPrompt="1"/>
          </p:nvPr>
        </p:nvSpPr>
        <p:spPr>
          <a:xfrm>
            <a:off x="658368" y="584687"/>
            <a:ext cx="10698480" cy="507831"/>
          </a:xfrm>
        </p:spPr>
        <p:txBody>
          <a:bodyPr/>
          <a:lstStyle>
            <a:lvl1pPr>
              <a:defRPr>
                <a:solidFill>
                  <a:schemeClr val="accent1"/>
                </a:solidFill>
                <a:latin typeface="+mj-lt"/>
              </a:defRPr>
            </a:lvl1pPr>
          </a:lstStyle>
          <a:p>
            <a:r>
              <a:rPr lang="en-US"/>
              <a:t>Title Here</a:t>
            </a:r>
          </a:p>
        </p:txBody>
      </p:sp>
    </p:spTree>
    <p:extLst>
      <p:ext uri="{BB962C8B-B14F-4D97-AF65-F5344CB8AC3E}">
        <p14:creationId xmlns:p14="http://schemas.microsoft.com/office/powerpoint/2010/main" val="21910343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Half Slide Charts">
    <p:bg>
      <p:bgPr>
        <a:solidFill>
          <a:srgbClr val="FCFAF9"/>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24CD1C1-E917-891C-386D-A098FDBDA43A}"/>
              </a:ext>
            </a:extLst>
          </p:cNvPr>
          <p:cNvSpPr/>
          <p:nvPr userDrawn="1"/>
        </p:nvSpPr>
        <p:spPr>
          <a:xfrm>
            <a:off x="6843860" y="0"/>
            <a:ext cx="5348140" cy="6858000"/>
          </a:xfrm>
          <a:prstGeom prst="rect">
            <a:avLst/>
          </a:prstGeom>
          <a:solidFill>
            <a:srgbClr val="DFF3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031BFEC3-212F-9585-78CB-49C0C18762F1}"/>
              </a:ext>
            </a:extLst>
          </p:cNvPr>
          <p:cNvSpPr>
            <a:spLocks noGrp="1"/>
          </p:cNvSpPr>
          <p:nvPr>
            <p:ph type="body" sz="quarter" idx="14" hasCustomPrompt="1"/>
          </p:nvPr>
        </p:nvSpPr>
        <p:spPr>
          <a:xfrm>
            <a:off x="0" y="-7938"/>
            <a:ext cx="365760" cy="6865938"/>
          </a:xfrm>
          <a:solidFill>
            <a:schemeClr val="accent1"/>
          </a:solidFill>
        </p:spPr>
        <p:txBody>
          <a:bodyPr vert="vert270" lIns="0" tIns="0" rIns="0" bIns="0" anchor="ctr">
            <a:noAutofit/>
          </a:bodyPr>
          <a:lstStyle>
            <a:lvl1pPr algn="ctr">
              <a:lnSpc>
                <a:spcPct val="100000"/>
              </a:lnSpc>
              <a:spcBef>
                <a:spcPts val="0"/>
              </a:spcBef>
              <a:defRPr sz="1600" b="0" i="0" baseline="0">
                <a:solidFill>
                  <a:schemeClr val="accent3"/>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SLIDE TOPIC</a:t>
            </a:r>
          </a:p>
        </p:txBody>
      </p:sp>
      <p:sp>
        <p:nvSpPr>
          <p:cNvPr id="3" name="Slide Number Placeholder 2">
            <a:extLst>
              <a:ext uri="{FF2B5EF4-FFF2-40B4-BE49-F238E27FC236}">
                <a16:creationId xmlns:a16="http://schemas.microsoft.com/office/drawing/2014/main" id="{46898032-AC1C-2252-7DB1-13206F625AC4}"/>
              </a:ext>
            </a:extLst>
          </p:cNvPr>
          <p:cNvSpPr>
            <a:spLocks noGrp="1"/>
          </p:cNvSpPr>
          <p:nvPr>
            <p:ph type="sldNum" sz="quarter" idx="10"/>
          </p:nvPr>
        </p:nvSpPr>
        <p:spPr>
          <a:noFill/>
        </p:spPr>
        <p:txBody>
          <a:bodyPr/>
          <a:lstStyle>
            <a:lvl1pPr>
              <a:defRPr>
                <a:solidFill>
                  <a:schemeClr val="accent1"/>
                </a:solidFill>
                <a:latin typeface="+mn-lt"/>
              </a:defRPr>
            </a:lvl1pPr>
          </a:lstStyle>
          <a:p>
            <a:pPr marL="12700">
              <a:spcBef>
                <a:spcPts val="95"/>
              </a:spcBef>
            </a:pPr>
            <a:fld id="{E9625C4B-B71B-4BE7-9266-E8021570290B}" type="slidenum">
              <a:rPr lang="en-US" smtClean="0"/>
              <a:pPr marL="12700">
                <a:spcBef>
                  <a:spcPts val="95"/>
                </a:spcBef>
              </a:pPr>
              <a:t>‹#›</a:t>
            </a:fld>
            <a:endParaRPr lang="en-US"/>
          </a:p>
        </p:txBody>
      </p:sp>
      <p:sp>
        <p:nvSpPr>
          <p:cNvPr id="7" name="object 2">
            <a:extLst>
              <a:ext uri="{FF2B5EF4-FFF2-40B4-BE49-F238E27FC236}">
                <a16:creationId xmlns:a16="http://schemas.microsoft.com/office/drawing/2014/main" id="{202E7599-C30A-1638-B1A7-EF1D13746CFC}"/>
              </a:ext>
            </a:extLst>
          </p:cNvPr>
          <p:cNvSpPr txBox="1"/>
          <p:nvPr userDrawn="1"/>
        </p:nvSpPr>
        <p:spPr>
          <a:xfrm>
            <a:off x="9730485" y="6422237"/>
            <a:ext cx="1963420" cy="116839"/>
          </a:xfrm>
          <a:prstGeom prst="rect">
            <a:avLst/>
          </a:prstGeom>
        </p:spPr>
        <p:txBody>
          <a:bodyPr vert="horz" wrap="square" lIns="0" tIns="12700" rIns="0" bIns="0" rtlCol="0">
            <a:spAutoFit/>
          </a:bodyPr>
          <a:lstStyle/>
          <a:p>
            <a:pPr marL="12700">
              <a:lnSpc>
                <a:spcPct val="100000"/>
              </a:lnSpc>
              <a:spcBef>
                <a:spcPts val="100"/>
              </a:spcBef>
            </a:pPr>
            <a:r>
              <a:rPr sz="600" spc="-85">
                <a:solidFill>
                  <a:srgbClr val="2A5150"/>
                </a:solidFill>
                <a:latin typeface="Arial"/>
                <a:cs typeface="Arial"/>
              </a:rPr>
              <a:t>F</a:t>
            </a:r>
            <a:r>
              <a:rPr sz="600" spc="-15">
                <a:solidFill>
                  <a:srgbClr val="2A5150"/>
                </a:solidFill>
                <a:latin typeface="Arial"/>
                <a:cs typeface="Arial"/>
              </a:rPr>
              <a:t> </a:t>
            </a:r>
            <a:r>
              <a:rPr sz="600" spc="50">
                <a:solidFill>
                  <a:srgbClr val="2A5150"/>
                </a:solidFill>
                <a:latin typeface="Arial"/>
                <a:cs typeface="Arial"/>
              </a:rPr>
              <a:t>O</a:t>
            </a:r>
            <a:r>
              <a:rPr sz="600" spc="-45">
                <a:solidFill>
                  <a:srgbClr val="2A5150"/>
                </a:solidFill>
                <a:latin typeface="Arial"/>
                <a:cs typeface="Arial"/>
              </a:rPr>
              <a:t> </a:t>
            </a:r>
            <a:r>
              <a:rPr sz="600" spc="-50">
                <a:solidFill>
                  <a:srgbClr val="2A5150"/>
                </a:solidFill>
                <a:latin typeface="Arial"/>
                <a:cs typeface="Arial"/>
              </a:rPr>
              <a:t>U</a:t>
            </a:r>
            <a:r>
              <a:rPr sz="600" spc="-10">
                <a:solidFill>
                  <a:srgbClr val="2A5150"/>
                </a:solidFill>
                <a:latin typeface="Arial"/>
                <a:cs typeface="Arial"/>
              </a:rPr>
              <a:t> </a:t>
            </a:r>
            <a:r>
              <a:rPr sz="600">
                <a:solidFill>
                  <a:srgbClr val="2A5150"/>
                </a:solidFill>
                <a:latin typeface="Arial"/>
                <a:cs typeface="Arial"/>
              </a:rPr>
              <a:t>R</a:t>
            </a:r>
            <a:r>
              <a:rPr sz="600" spc="254">
                <a:solidFill>
                  <a:srgbClr val="2A5150"/>
                </a:solidFill>
                <a:latin typeface="Arial"/>
                <a:cs typeface="Arial"/>
              </a:rPr>
              <a:t> </a:t>
            </a:r>
            <a:r>
              <a:rPr sz="600" spc="-110">
                <a:solidFill>
                  <a:srgbClr val="2A5150"/>
                </a:solidFill>
                <a:latin typeface="Arial"/>
                <a:cs typeface="Arial"/>
              </a:rPr>
              <a:t>S</a:t>
            </a:r>
            <a:r>
              <a:rPr sz="600" spc="-15">
                <a:solidFill>
                  <a:srgbClr val="2A5150"/>
                </a:solidFill>
                <a:latin typeface="Arial"/>
                <a:cs typeface="Arial"/>
              </a:rPr>
              <a:t> </a:t>
            </a:r>
            <a:r>
              <a:rPr sz="600" spc="-90">
                <a:solidFill>
                  <a:srgbClr val="2A5150"/>
                </a:solidFill>
                <a:latin typeface="Arial"/>
                <a:cs typeface="Arial"/>
              </a:rPr>
              <a:t>E</a:t>
            </a:r>
            <a:r>
              <a:rPr sz="600" spc="-10">
                <a:solidFill>
                  <a:srgbClr val="2A5150"/>
                </a:solidFill>
                <a:latin typeface="Arial"/>
                <a:cs typeface="Arial"/>
              </a:rPr>
              <a:t> </a:t>
            </a:r>
            <a:r>
              <a:rPr sz="600">
                <a:solidFill>
                  <a:srgbClr val="2A5150"/>
                </a:solidFill>
                <a:latin typeface="Arial"/>
                <a:cs typeface="Arial"/>
              </a:rPr>
              <a:t>A</a:t>
            </a:r>
            <a:r>
              <a:rPr sz="600" spc="-40">
                <a:solidFill>
                  <a:srgbClr val="2A5150"/>
                </a:solidFill>
                <a:latin typeface="Arial"/>
                <a:cs typeface="Arial"/>
              </a:rPr>
              <a:t> </a:t>
            </a:r>
            <a:r>
              <a:rPr sz="600" spc="-110">
                <a:solidFill>
                  <a:srgbClr val="2A5150"/>
                </a:solidFill>
                <a:latin typeface="Arial"/>
                <a:cs typeface="Arial"/>
              </a:rPr>
              <a:t>S</a:t>
            </a:r>
            <a:r>
              <a:rPr sz="600" spc="-15">
                <a:solidFill>
                  <a:srgbClr val="2A5150"/>
                </a:solidFill>
                <a:latin typeface="Arial"/>
                <a:cs typeface="Arial"/>
              </a:rPr>
              <a:t> </a:t>
            </a:r>
            <a:r>
              <a:rPr sz="600" spc="50">
                <a:solidFill>
                  <a:srgbClr val="2A5150"/>
                </a:solidFill>
                <a:latin typeface="Arial"/>
                <a:cs typeface="Arial"/>
              </a:rPr>
              <a:t>O</a:t>
            </a:r>
            <a:r>
              <a:rPr sz="600" spc="-25">
                <a:solidFill>
                  <a:srgbClr val="2A5150"/>
                </a:solidFill>
                <a:latin typeface="Arial"/>
                <a:cs typeface="Arial"/>
              </a:rPr>
              <a:t> </a:t>
            </a:r>
            <a:r>
              <a:rPr sz="600">
                <a:solidFill>
                  <a:srgbClr val="2A5150"/>
                </a:solidFill>
                <a:latin typeface="Arial"/>
                <a:cs typeface="Arial"/>
              </a:rPr>
              <a:t>N</a:t>
            </a:r>
            <a:r>
              <a:rPr sz="600" spc="-15">
                <a:solidFill>
                  <a:srgbClr val="2A5150"/>
                </a:solidFill>
                <a:latin typeface="Arial"/>
                <a:cs typeface="Arial"/>
              </a:rPr>
              <a:t> </a:t>
            </a:r>
            <a:r>
              <a:rPr sz="600">
                <a:solidFill>
                  <a:srgbClr val="2A5150"/>
                </a:solidFill>
                <a:latin typeface="Arial"/>
                <a:cs typeface="Arial"/>
              </a:rPr>
              <a:t>S</a:t>
            </a:r>
            <a:r>
              <a:rPr sz="600" spc="295">
                <a:solidFill>
                  <a:srgbClr val="2A5150"/>
                </a:solidFill>
                <a:latin typeface="Arial"/>
                <a:cs typeface="Arial"/>
              </a:rPr>
              <a:t> </a:t>
            </a:r>
            <a:r>
              <a:rPr sz="600">
                <a:solidFill>
                  <a:srgbClr val="2A5150"/>
                </a:solidFill>
                <a:latin typeface="Arial"/>
                <a:cs typeface="Arial"/>
              </a:rPr>
              <a:t>H</a:t>
            </a:r>
            <a:r>
              <a:rPr sz="600" spc="-20">
                <a:solidFill>
                  <a:srgbClr val="2A5150"/>
                </a:solidFill>
                <a:latin typeface="Arial"/>
                <a:cs typeface="Arial"/>
              </a:rPr>
              <a:t> </a:t>
            </a:r>
            <a:r>
              <a:rPr sz="600" spc="50">
                <a:solidFill>
                  <a:srgbClr val="2A5150"/>
                </a:solidFill>
                <a:latin typeface="Arial"/>
                <a:cs typeface="Arial"/>
              </a:rPr>
              <a:t>O</a:t>
            </a:r>
            <a:r>
              <a:rPr sz="600" spc="-20">
                <a:solidFill>
                  <a:srgbClr val="2A5150"/>
                </a:solidFill>
                <a:latin typeface="Arial"/>
                <a:cs typeface="Arial"/>
              </a:rPr>
              <a:t> </a:t>
            </a:r>
            <a:r>
              <a:rPr sz="600" spc="-120">
                <a:solidFill>
                  <a:srgbClr val="2A5150"/>
                </a:solidFill>
                <a:latin typeface="Arial"/>
                <a:cs typeface="Arial"/>
              </a:rPr>
              <a:t>T</a:t>
            </a:r>
            <a:r>
              <a:rPr sz="600" spc="-15">
                <a:solidFill>
                  <a:srgbClr val="2A5150"/>
                </a:solidFill>
                <a:latin typeface="Arial"/>
                <a:cs typeface="Arial"/>
              </a:rPr>
              <a:t> </a:t>
            </a:r>
            <a:r>
              <a:rPr sz="600" spc="-90">
                <a:solidFill>
                  <a:srgbClr val="2A5150"/>
                </a:solidFill>
                <a:latin typeface="Arial"/>
                <a:cs typeface="Arial"/>
              </a:rPr>
              <a:t>E</a:t>
            </a:r>
            <a:r>
              <a:rPr sz="600" spc="-10">
                <a:solidFill>
                  <a:srgbClr val="2A5150"/>
                </a:solidFill>
                <a:latin typeface="Arial"/>
                <a:cs typeface="Arial"/>
              </a:rPr>
              <a:t> </a:t>
            </a:r>
            <a:r>
              <a:rPr sz="600" spc="-65">
                <a:solidFill>
                  <a:srgbClr val="2A5150"/>
                </a:solidFill>
                <a:latin typeface="Arial"/>
                <a:cs typeface="Arial"/>
              </a:rPr>
              <a:t>L</a:t>
            </a:r>
            <a:r>
              <a:rPr sz="600" spc="-15">
                <a:solidFill>
                  <a:srgbClr val="2A5150"/>
                </a:solidFill>
                <a:latin typeface="Arial"/>
                <a:cs typeface="Arial"/>
              </a:rPr>
              <a:t> </a:t>
            </a:r>
            <a:r>
              <a:rPr sz="600">
                <a:solidFill>
                  <a:srgbClr val="2A5150"/>
                </a:solidFill>
                <a:latin typeface="Arial"/>
                <a:cs typeface="Arial"/>
              </a:rPr>
              <a:t>S</a:t>
            </a:r>
            <a:r>
              <a:rPr sz="600" spc="260">
                <a:solidFill>
                  <a:srgbClr val="2A5150"/>
                </a:solidFill>
                <a:latin typeface="Arial"/>
                <a:cs typeface="Arial"/>
              </a:rPr>
              <a:t> </a:t>
            </a:r>
            <a:r>
              <a:rPr sz="600">
                <a:solidFill>
                  <a:srgbClr val="2A5150"/>
                </a:solidFill>
                <a:latin typeface="Arial"/>
                <a:cs typeface="Arial"/>
              </a:rPr>
              <a:t>A</a:t>
            </a:r>
            <a:r>
              <a:rPr sz="600" spc="-40">
                <a:solidFill>
                  <a:srgbClr val="2A5150"/>
                </a:solidFill>
                <a:latin typeface="Arial"/>
                <a:cs typeface="Arial"/>
              </a:rPr>
              <a:t> </a:t>
            </a:r>
            <a:r>
              <a:rPr sz="600">
                <a:solidFill>
                  <a:srgbClr val="2A5150"/>
                </a:solidFill>
                <a:latin typeface="Arial"/>
                <a:cs typeface="Arial"/>
              </a:rPr>
              <a:t>N</a:t>
            </a:r>
            <a:r>
              <a:rPr sz="600" spc="-20">
                <a:solidFill>
                  <a:srgbClr val="2A5150"/>
                </a:solidFill>
                <a:latin typeface="Arial"/>
                <a:cs typeface="Arial"/>
              </a:rPr>
              <a:t> </a:t>
            </a:r>
            <a:r>
              <a:rPr sz="600">
                <a:solidFill>
                  <a:srgbClr val="2A5150"/>
                </a:solidFill>
                <a:latin typeface="Arial"/>
                <a:cs typeface="Arial"/>
              </a:rPr>
              <a:t>D</a:t>
            </a:r>
            <a:r>
              <a:rPr sz="600" spc="325">
                <a:solidFill>
                  <a:srgbClr val="2A5150"/>
                </a:solidFill>
                <a:latin typeface="Arial"/>
                <a:cs typeface="Arial"/>
              </a:rPr>
              <a:t> </a:t>
            </a:r>
            <a:r>
              <a:rPr sz="600" spc="-75">
                <a:solidFill>
                  <a:srgbClr val="2A5150"/>
                </a:solidFill>
                <a:latin typeface="Arial"/>
                <a:cs typeface="Arial"/>
              </a:rPr>
              <a:t>R</a:t>
            </a:r>
            <a:r>
              <a:rPr sz="600" spc="-20">
                <a:solidFill>
                  <a:srgbClr val="2A5150"/>
                </a:solidFill>
                <a:latin typeface="Arial"/>
                <a:cs typeface="Arial"/>
              </a:rPr>
              <a:t> </a:t>
            </a:r>
            <a:r>
              <a:rPr sz="600" spc="-90">
                <a:solidFill>
                  <a:srgbClr val="2A5150"/>
                </a:solidFill>
                <a:latin typeface="Arial"/>
                <a:cs typeface="Arial"/>
              </a:rPr>
              <a:t>E</a:t>
            </a:r>
            <a:r>
              <a:rPr sz="600" spc="-10">
                <a:solidFill>
                  <a:srgbClr val="2A5150"/>
                </a:solidFill>
                <a:latin typeface="Arial"/>
                <a:cs typeface="Arial"/>
              </a:rPr>
              <a:t> </a:t>
            </a:r>
            <a:r>
              <a:rPr sz="600" spc="-110">
                <a:solidFill>
                  <a:srgbClr val="2A5150"/>
                </a:solidFill>
                <a:latin typeface="Arial"/>
                <a:cs typeface="Arial"/>
              </a:rPr>
              <a:t>S</a:t>
            </a:r>
            <a:r>
              <a:rPr sz="600" spc="-15">
                <a:solidFill>
                  <a:srgbClr val="2A5150"/>
                </a:solidFill>
                <a:latin typeface="Arial"/>
                <a:cs typeface="Arial"/>
              </a:rPr>
              <a:t> </a:t>
            </a:r>
            <a:r>
              <a:rPr sz="600" spc="50">
                <a:solidFill>
                  <a:srgbClr val="2A5150"/>
                </a:solidFill>
                <a:latin typeface="Arial"/>
                <a:cs typeface="Arial"/>
              </a:rPr>
              <a:t>O</a:t>
            </a:r>
            <a:r>
              <a:rPr sz="600" spc="-20">
                <a:solidFill>
                  <a:srgbClr val="2A5150"/>
                </a:solidFill>
                <a:latin typeface="Arial"/>
                <a:cs typeface="Arial"/>
              </a:rPr>
              <a:t> </a:t>
            </a:r>
            <a:r>
              <a:rPr sz="600" spc="-75">
                <a:solidFill>
                  <a:srgbClr val="2A5150"/>
                </a:solidFill>
                <a:latin typeface="Arial"/>
                <a:cs typeface="Arial"/>
              </a:rPr>
              <a:t>R</a:t>
            </a:r>
            <a:r>
              <a:rPr sz="600" spc="-20">
                <a:solidFill>
                  <a:srgbClr val="2A5150"/>
                </a:solidFill>
                <a:latin typeface="Arial"/>
                <a:cs typeface="Arial"/>
              </a:rPr>
              <a:t> </a:t>
            </a:r>
            <a:r>
              <a:rPr sz="600" spc="-120">
                <a:solidFill>
                  <a:srgbClr val="2A5150"/>
                </a:solidFill>
                <a:latin typeface="Arial"/>
                <a:cs typeface="Arial"/>
              </a:rPr>
              <a:t>T</a:t>
            </a:r>
            <a:r>
              <a:rPr sz="600" spc="-15">
                <a:solidFill>
                  <a:srgbClr val="2A5150"/>
                </a:solidFill>
                <a:latin typeface="Arial"/>
                <a:cs typeface="Arial"/>
              </a:rPr>
              <a:t> </a:t>
            </a:r>
            <a:r>
              <a:rPr sz="600" spc="-50">
                <a:solidFill>
                  <a:srgbClr val="2A5150"/>
                </a:solidFill>
                <a:latin typeface="Arial"/>
                <a:cs typeface="Arial"/>
              </a:rPr>
              <a:t>S</a:t>
            </a:r>
            <a:endParaRPr sz="600">
              <a:latin typeface="Arial"/>
              <a:cs typeface="Arial"/>
            </a:endParaRPr>
          </a:p>
        </p:txBody>
      </p:sp>
      <p:sp>
        <p:nvSpPr>
          <p:cNvPr id="8" name="object 3">
            <a:extLst>
              <a:ext uri="{FF2B5EF4-FFF2-40B4-BE49-F238E27FC236}">
                <a16:creationId xmlns:a16="http://schemas.microsoft.com/office/drawing/2014/main" id="{46227938-4D55-8B9A-D8F5-E9CBED1D0706}"/>
              </a:ext>
            </a:extLst>
          </p:cNvPr>
          <p:cNvSpPr/>
          <p:nvPr userDrawn="1"/>
        </p:nvSpPr>
        <p:spPr>
          <a:xfrm>
            <a:off x="659891" y="6478523"/>
            <a:ext cx="8597265" cy="0"/>
          </a:xfrm>
          <a:custGeom>
            <a:avLst/>
            <a:gdLst/>
            <a:ahLst/>
            <a:cxnLst/>
            <a:rect l="l" t="t" r="r" b="b"/>
            <a:pathLst>
              <a:path w="8597265">
                <a:moveTo>
                  <a:pt x="0" y="0"/>
                </a:moveTo>
                <a:lnTo>
                  <a:pt x="8596884" y="0"/>
                </a:lnTo>
              </a:path>
            </a:pathLst>
          </a:custGeom>
          <a:ln w="9525">
            <a:solidFill>
              <a:srgbClr val="2A5150"/>
            </a:solidFill>
          </a:ln>
        </p:spPr>
        <p:txBody>
          <a:bodyPr wrap="square" lIns="0" tIns="0" rIns="0" bIns="0" rtlCol="0"/>
          <a:lstStyle/>
          <a:p>
            <a:endParaRPr/>
          </a:p>
        </p:txBody>
      </p:sp>
      <p:sp>
        <p:nvSpPr>
          <p:cNvPr id="9" name="object 4">
            <a:extLst>
              <a:ext uri="{FF2B5EF4-FFF2-40B4-BE49-F238E27FC236}">
                <a16:creationId xmlns:a16="http://schemas.microsoft.com/office/drawing/2014/main" id="{E93EF9A7-E17B-8F9A-EE78-766C6AC50A62}"/>
              </a:ext>
            </a:extLst>
          </p:cNvPr>
          <p:cNvSpPr/>
          <p:nvPr userDrawn="1"/>
        </p:nvSpPr>
        <p:spPr>
          <a:xfrm>
            <a:off x="659891" y="460248"/>
            <a:ext cx="10694035" cy="0"/>
          </a:xfrm>
          <a:custGeom>
            <a:avLst/>
            <a:gdLst/>
            <a:ahLst/>
            <a:cxnLst/>
            <a:rect l="l" t="t" r="r" b="b"/>
            <a:pathLst>
              <a:path w="10694035">
                <a:moveTo>
                  <a:pt x="0" y="0"/>
                </a:moveTo>
                <a:lnTo>
                  <a:pt x="10694035" y="0"/>
                </a:lnTo>
              </a:path>
            </a:pathLst>
          </a:custGeom>
          <a:ln w="9525">
            <a:solidFill>
              <a:srgbClr val="2A5150"/>
            </a:solidFill>
          </a:ln>
        </p:spPr>
        <p:txBody>
          <a:bodyPr wrap="square" lIns="0" tIns="0" rIns="0" bIns="0" rtlCol="0"/>
          <a:lstStyle/>
          <a:p>
            <a:endParaRPr/>
          </a:p>
        </p:txBody>
      </p:sp>
      <p:pic>
        <p:nvPicPr>
          <p:cNvPr id="10" name="object 5">
            <a:extLst>
              <a:ext uri="{FF2B5EF4-FFF2-40B4-BE49-F238E27FC236}">
                <a16:creationId xmlns:a16="http://schemas.microsoft.com/office/drawing/2014/main" id="{614951A0-4378-94E7-0868-328B5A4FD5A0}"/>
              </a:ext>
            </a:extLst>
          </p:cNvPr>
          <p:cNvPicPr/>
          <p:nvPr userDrawn="1"/>
        </p:nvPicPr>
        <p:blipFill>
          <a:blip r:embed="rId2" cstate="print"/>
          <a:stretch>
            <a:fillRect/>
          </a:stretch>
        </p:blipFill>
        <p:spPr>
          <a:xfrm>
            <a:off x="11535157" y="222510"/>
            <a:ext cx="323003" cy="491650"/>
          </a:xfrm>
          <a:prstGeom prst="rect">
            <a:avLst/>
          </a:prstGeom>
        </p:spPr>
      </p:pic>
      <p:sp>
        <p:nvSpPr>
          <p:cNvPr id="21" name="Title 20">
            <a:extLst>
              <a:ext uri="{FF2B5EF4-FFF2-40B4-BE49-F238E27FC236}">
                <a16:creationId xmlns:a16="http://schemas.microsoft.com/office/drawing/2014/main" id="{F88869F6-8960-0CA1-4F59-5A242E212151}"/>
              </a:ext>
            </a:extLst>
          </p:cNvPr>
          <p:cNvSpPr>
            <a:spLocks noGrp="1"/>
          </p:cNvSpPr>
          <p:nvPr>
            <p:ph type="title" hasCustomPrompt="1"/>
          </p:nvPr>
        </p:nvSpPr>
        <p:spPr>
          <a:xfrm>
            <a:off x="659891" y="778879"/>
            <a:ext cx="10694036" cy="388761"/>
          </a:xfrm>
        </p:spPr>
        <p:txBody>
          <a:bodyPr bIns="0" anchor="b"/>
          <a:lstStyle>
            <a:lvl1pPr>
              <a:defRPr i="0" spc="0" baseline="0">
                <a:solidFill>
                  <a:schemeClr val="accent1"/>
                </a:solidFill>
                <a:latin typeface="+mj-lt"/>
              </a:defRPr>
            </a:lvl1pPr>
          </a:lstStyle>
          <a:p>
            <a:r>
              <a:rPr lang="en-US"/>
              <a:t>SLIDE TITLE</a:t>
            </a:r>
          </a:p>
        </p:txBody>
      </p:sp>
      <p:sp>
        <p:nvSpPr>
          <p:cNvPr id="14" name="Text Placeholder 13">
            <a:extLst>
              <a:ext uri="{FF2B5EF4-FFF2-40B4-BE49-F238E27FC236}">
                <a16:creationId xmlns:a16="http://schemas.microsoft.com/office/drawing/2014/main" id="{FFC0DE5C-5DED-56C9-92B9-DDF84C0FCFD5}"/>
              </a:ext>
            </a:extLst>
          </p:cNvPr>
          <p:cNvSpPr>
            <a:spLocks noGrp="1"/>
          </p:cNvSpPr>
          <p:nvPr>
            <p:ph type="body" sz="quarter" idx="15" hasCustomPrompt="1"/>
          </p:nvPr>
        </p:nvSpPr>
        <p:spPr>
          <a:xfrm>
            <a:off x="660400" y="529209"/>
            <a:ext cx="10698480" cy="209550"/>
          </a:xfrm>
        </p:spPr>
        <p:txBody>
          <a:bodyPr lIns="0">
            <a:noAutofit/>
          </a:bodyPr>
          <a:lstStyle>
            <a:lvl1pPr>
              <a:defRPr sz="1400" b="0" baseline="0">
                <a:solidFill>
                  <a:schemeClr val="accent1"/>
                </a:solidFill>
              </a:defRPr>
            </a:lvl1pPr>
          </a:lstStyle>
          <a:p>
            <a:pPr lvl="0"/>
            <a:r>
              <a:rPr lang="en-US"/>
              <a:t>MONTH OF ANALYSIS</a:t>
            </a:r>
          </a:p>
        </p:txBody>
      </p:sp>
      <p:sp>
        <p:nvSpPr>
          <p:cNvPr id="23" name="Text Placeholder 22">
            <a:extLst>
              <a:ext uri="{FF2B5EF4-FFF2-40B4-BE49-F238E27FC236}">
                <a16:creationId xmlns:a16="http://schemas.microsoft.com/office/drawing/2014/main" id="{C1E9AB42-4360-A7AC-F620-D9212711F9D1}"/>
              </a:ext>
            </a:extLst>
          </p:cNvPr>
          <p:cNvSpPr>
            <a:spLocks noGrp="1"/>
          </p:cNvSpPr>
          <p:nvPr>
            <p:ph type="body" sz="quarter" idx="16" hasCustomPrompt="1"/>
          </p:nvPr>
        </p:nvSpPr>
        <p:spPr>
          <a:xfrm>
            <a:off x="7588250" y="1861902"/>
            <a:ext cx="4335463" cy="1389063"/>
          </a:xfrm>
        </p:spPr>
        <p:txBody>
          <a:bodyPr lIns="0" tIns="0" rIns="0" bIns="0">
            <a:noAutofit/>
          </a:bodyPr>
          <a:lstStyle>
            <a:lvl1pPr>
              <a:defRPr sz="1100" b="0">
                <a:solidFill>
                  <a:schemeClr val="accent1"/>
                </a:solidFill>
              </a:defRPr>
            </a:lvl1pPr>
            <a:lvl2pPr>
              <a:defRPr sz="1100" b="0"/>
            </a:lvl2pPr>
          </a:lstStyle>
          <a:p>
            <a:pPr lvl="0"/>
            <a:r>
              <a:rPr lang="en-US"/>
              <a:t>Detailed Findings</a:t>
            </a:r>
          </a:p>
        </p:txBody>
      </p:sp>
      <p:sp>
        <p:nvSpPr>
          <p:cNvPr id="24" name="Text Placeholder 22">
            <a:extLst>
              <a:ext uri="{FF2B5EF4-FFF2-40B4-BE49-F238E27FC236}">
                <a16:creationId xmlns:a16="http://schemas.microsoft.com/office/drawing/2014/main" id="{8B4DBDC9-74F6-3084-7F07-36F2FE758D26}"/>
              </a:ext>
            </a:extLst>
          </p:cNvPr>
          <p:cNvSpPr>
            <a:spLocks noGrp="1"/>
          </p:cNvSpPr>
          <p:nvPr>
            <p:ph type="body" sz="quarter" idx="17" hasCustomPrompt="1"/>
          </p:nvPr>
        </p:nvSpPr>
        <p:spPr>
          <a:xfrm>
            <a:off x="7588250" y="3315364"/>
            <a:ext cx="4335463" cy="1389063"/>
          </a:xfrm>
        </p:spPr>
        <p:txBody>
          <a:bodyPr lIns="0" tIns="0" rIns="0" bIns="0">
            <a:noAutofit/>
          </a:bodyPr>
          <a:lstStyle>
            <a:lvl1pPr>
              <a:defRPr sz="1100" b="0">
                <a:solidFill>
                  <a:schemeClr val="accent1"/>
                </a:solidFill>
              </a:defRPr>
            </a:lvl1pPr>
            <a:lvl2pPr>
              <a:defRPr sz="1100" b="0"/>
            </a:lvl2pPr>
          </a:lstStyle>
          <a:p>
            <a:pPr lvl="0"/>
            <a:r>
              <a:rPr lang="en-US"/>
              <a:t>Detailed Findings</a:t>
            </a:r>
          </a:p>
        </p:txBody>
      </p:sp>
      <p:sp>
        <p:nvSpPr>
          <p:cNvPr id="25" name="Text Placeholder 22">
            <a:extLst>
              <a:ext uri="{FF2B5EF4-FFF2-40B4-BE49-F238E27FC236}">
                <a16:creationId xmlns:a16="http://schemas.microsoft.com/office/drawing/2014/main" id="{A7B105A9-561E-45D4-8042-4D1347E1543E}"/>
              </a:ext>
            </a:extLst>
          </p:cNvPr>
          <p:cNvSpPr>
            <a:spLocks noGrp="1"/>
          </p:cNvSpPr>
          <p:nvPr>
            <p:ph type="body" sz="quarter" idx="18" hasCustomPrompt="1"/>
          </p:nvPr>
        </p:nvSpPr>
        <p:spPr>
          <a:xfrm>
            <a:off x="7588250" y="4768826"/>
            <a:ext cx="4335463" cy="1389063"/>
          </a:xfrm>
        </p:spPr>
        <p:txBody>
          <a:bodyPr lIns="0" tIns="0" rIns="0" bIns="0">
            <a:noAutofit/>
          </a:bodyPr>
          <a:lstStyle>
            <a:lvl1pPr>
              <a:defRPr sz="1100" b="0">
                <a:solidFill>
                  <a:schemeClr val="accent1"/>
                </a:solidFill>
              </a:defRPr>
            </a:lvl1pPr>
            <a:lvl2pPr>
              <a:defRPr sz="1100" b="0"/>
            </a:lvl2pPr>
          </a:lstStyle>
          <a:p>
            <a:pPr lvl="0"/>
            <a:r>
              <a:rPr lang="en-US"/>
              <a:t>Detailed Findings</a:t>
            </a:r>
          </a:p>
        </p:txBody>
      </p:sp>
    </p:spTree>
    <p:extLst>
      <p:ext uri="{BB962C8B-B14F-4D97-AF65-F5344CB8AC3E}">
        <p14:creationId xmlns:p14="http://schemas.microsoft.com/office/powerpoint/2010/main" val="21019522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9_Half Slide Charts">
    <p:bg>
      <p:bgPr>
        <a:solidFill>
          <a:srgbClr val="FCFAF9"/>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24CD1C1-E917-891C-386D-A098FDBDA43A}"/>
              </a:ext>
            </a:extLst>
          </p:cNvPr>
          <p:cNvSpPr/>
          <p:nvPr userDrawn="1"/>
        </p:nvSpPr>
        <p:spPr>
          <a:xfrm>
            <a:off x="6843860" y="0"/>
            <a:ext cx="5348140" cy="6858000"/>
          </a:xfrm>
          <a:prstGeom prst="rect">
            <a:avLst/>
          </a:prstGeom>
          <a:solidFill>
            <a:srgbClr val="DFF3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46898032-AC1C-2252-7DB1-13206F625AC4}"/>
              </a:ext>
            </a:extLst>
          </p:cNvPr>
          <p:cNvSpPr>
            <a:spLocks noGrp="1"/>
          </p:cNvSpPr>
          <p:nvPr>
            <p:ph type="sldNum" sz="quarter" idx="10"/>
          </p:nvPr>
        </p:nvSpPr>
        <p:spPr>
          <a:noFill/>
        </p:spPr>
        <p:txBody>
          <a:bodyPr/>
          <a:lstStyle>
            <a:lvl1pPr>
              <a:defRPr>
                <a:solidFill>
                  <a:schemeClr val="accent1"/>
                </a:solidFill>
                <a:latin typeface="+mn-lt"/>
              </a:defRPr>
            </a:lvl1pPr>
          </a:lstStyle>
          <a:p>
            <a:pPr marL="12700">
              <a:spcBef>
                <a:spcPts val="95"/>
              </a:spcBef>
            </a:pPr>
            <a:fld id="{E9625C4B-B71B-4BE7-9266-E8021570290B}" type="slidenum">
              <a:rPr lang="en-US" smtClean="0"/>
              <a:pPr marL="12700">
                <a:spcBef>
                  <a:spcPts val="95"/>
                </a:spcBef>
              </a:pPr>
              <a:t>‹#›</a:t>
            </a:fld>
            <a:endParaRPr lang="en-US"/>
          </a:p>
        </p:txBody>
      </p:sp>
      <p:sp>
        <p:nvSpPr>
          <p:cNvPr id="7" name="object 2">
            <a:extLst>
              <a:ext uri="{FF2B5EF4-FFF2-40B4-BE49-F238E27FC236}">
                <a16:creationId xmlns:a16="http://schemas.microsoft.com/office/drawing/2014/main" id="{202E7599-C30A-1638-B1A7-EF1D13746CFC}"/>
              </a:ext>
            </a:extLst>
          </p:cNvPr>
          <p:cNvSpPr txBox="1"/>
          <p:nvPr userDrawn="1"/>
        </p:nvSpPr>
        <p:spPr>
          <a:xfrm>
            <a:off x="9730485" y="6422237"/>
            <a:ext cx="1963420" cy="116839"/>
          </a:xfrm>
          <a:prstGeom prst="rect">
            <a:avLst/>
          </a:prstGeom>
        </p:spPr>
        <p:txBody>
          <a:bodyPr vert="horz" wrap="square" lIns="0" tIns="12700" rIns="0" bIns="0" rtlCol="0">
            <a:spAutoFit/>
          </a:bodyPr>
          <a:lstStyle/>
          <a:p>
            <a:pPr marL="12700">
              <a:lnSpc>
                <a:spcPct val="100000"/>
              </a:lnSpc>
              <a:spcBef>
                <a:spcPts val="100"/>
              </a:spcBef>
            </a:pPr>
            <a:r>
              <a:rPr sz="600" spc="-85">
                <a:solidFill>
                  <a:srgbClr val="2A5150"/>
                </a:solidFill>
                <a:latin typeface="Arial"/>
                <a:cs typeface="Arial"/>
              </a:rPr>
              <a:t>F</a:t>
            </a:r>
            <a:r>
              <a:rPr sz="600" spc="-15">
                <a:solidFill>
                  <a:srgbClr val="2A5150"/>
                </a:solidFill>
                <a:latin typeface="Arial"/>
                <a:cs typeface="Arial"/>
              </a:rPr>
              <a:t> </a:t>
            </a:r>
            <a:r>
              <a:rPr sz="600" spc="50">
                <a:solidFill>
                  <a:srgbClr val="2A5150"/>
                </a:solidFill>
                <a:latin typeface="Arial"/>
                <a:cs typeface="Arial"/>
              </a:rPr>
              <a:t>O</a:t>
            </a:r>
            <a:r>
              <a:rPr sz="600" spc="-45">
                <a:solidFill>
                  <a:srgbClr val="2A5150"/>
                </a:solidFill>
                <a:latin typeface="Arial"/>
                <a:cs typeface="Arial"/>
              </a:rPr>
              <a:t> </a:t>
            </a:r>
            <a:r>
              <a:rPr sz="600" spc="-50">
                <a:solidFill>
                  <a:srgbClr val="2A5150"/>
                </a:solidFill>
                <a:latin typeface="Arial"/>
                <a:cs typeface="Arial"/>
              </a:rPr>
              <a:t>U</a:t>
            </a:r>
            <a:r>
              <a:rPr sz="600" spc="-10">
                <a:solidFill>
                  <a:srgbClr val="2A5150"/>
                </a:solidFill>
                <a:latin typeface="Arial"/>
                <a:cs typeface="Arial"/>
              </a:rPr>
              <a:t> </a:t>
            </a:r>
            <a:r>
              <a:rPr sz="600">
                <a:solidFill>
                  <a:srgbClr val="2A5150"/>
                </a:solidFill>
                <a:latin typeface="Arial"/>
                <a:cs typeface="Arial"/>
              </a:rPr>
              <a:t>R</a:t>
            </a:r>
            <a:r>
              <a:rPr sz="600" spc="254">
                <a:solidFill>
                  <a:srgbClr val="2A5150"/>
                </a:solidFill>
                <a:latin typeface="Arial"/>
                <a:cs typeface="Arial"/>
              </a:rPr>
              <a:t> </a:t>
            </a:r>
            <a:r>
              <a:rPr sz="600" spc="-110">
                <a:solidFill>
                  <a:srgbClr val="2A5150"/>
                </a:solidFill>
                <a:latin typeface="Arial"/>
                <a:cs typeface="Arial"/>
              </a:rPr>
              <a:t>S</a:t>
            </a:r>
            <a:r>
              <a:rPr sz="600" spc="-15">
                <a:solidFill>
                  <a:srgbClr val="2A5150"/>
                </a:solidFill>
                <a:latin typeface="Arial"/>
                <a:cs typeface="Arial"/>
              </a:rPr>
              <a:t> </a:t>
            </a:r>
            <a:r>
              <a:rPr sz="600" spc="-90">
                <a:solidFill>
                  <a:srgbClr val="2A5150"/>
                </a:solidFill>
                <a:latin typeface="Arial"/>
                <a:cs typeface="Arial"/>
              </a:rPr>
              <a:t>E</a:t>
            </a:r>
            <a:r>
              <a:rPr sz="600" spc="-10">
                <a:solidFill>
                  <a:srgbClr val="2A5150"/>
                </a:solidFill>
                <a:latin typeface="Arial"/>
                <a:cs typeface="Arial"/>
              </a:rPr>
              <a:t> </a:t>
            </a:r>
            <a:r>
              <a:rPr sz="600">
                <a:solidFill>
                  <a:srgbClr val="2A5150"/>
                </a:solidFill>
                <a:latin typeface="Arial"/>
                <a:cs typeface="Arial"/>
              </a:rPr>
              <a:t>A</a:t>
            </a:r>
            <a:r>
              <a:rPr sz="600" spc="-40">
                <a:solidFill>
                  <a:srgbClr val="2A5150"/>
                </a:solidFill>
                <a:latin typeface="Arial"/>
                <a:cs typeface="Arial"/>
              </a:rPr>
              <a:t> </a:t>
            </a:r>
            <a:r>
              <a:rPr sz="600" spc="-110">
                <a:solidFill>
                  <a:srgbClr val="2A5150"/>
                </a:solidFill>
                <a:latin typeface="Arial"/>
                <a:cs typeface="Arial"/>
              </a:rPr>
              <a:t>S</a:t>
            </a:r>
            <a:r>
              <a:rPr sz="600" spc="-15">
                <a:solidFill>
                  <a:srgbClr val="2A5150"/>
                </a:solidFill>
                <a:latin typeface="Arial"/>
                <a:cs typeface="Arial"/>
              </a:rPr>
              <a:t> </a:t>
            </a:r>
            <a:r>
              <a:rPr sz="600" spc="50">
                <a:solidFill>
                  <a:srgbClr val="2A5150"/>
                </a:solidFill>
                <a:latin typeface="Arial"/>
                <a:cs typeface="Arial"/>
              </a:rPr>
              <a:t>O</a:t>
            </a:r>
            <a:r>
              <a:rPr sz="600" spc="-25">
                <a:solidFill>
                  <a:srgbClr val="2A5150"/>
                </a:solidFill>
                <a:latin typeface="Arial"/>
                <a:cs typeface="Arial"/>
              </a:rPr>
              <a:t> </a:t>
            </a:r>
            <a:r>
              <a:rPr sz="600">
                <a:solidFill>
                  <a:srgbClr val="2A5150"/>
                </a:solidFill>
                <a:latin typeface="Arial"/>
                <a:cs typeface="Arial"/>
              </a:rPr>
              <a:t>N</a:t>
            </a:r>
            <a:r>
              <a:rPr sz="600" spc="-15">
                <a:solidFill>
                  <a:srgbClr val="2A5150"/>
                </a:solidFill>
                <a:latin typeface="Arial"/>
                <a:cs typeface="Arial"/>
              </a:rPr>
              <a:t> </a:t>
            </a:r>
            <a:r>
              <a:rPr sz="600">
                <a:solidFill>
                  <a:srgbClr val="2A5150"/>
                </a:solidFill>
                <a:latin typeface="Arial"/>
                <a:cs typeface="Arial"/>
              </a:rPr>
              <a:t>S</a:t>
            </a:r>
            <a:r>
              <a:rPr sz="600" spc="295">
                <a:solidFill>
                  <a:srgbClr val="2A5150"/>
                </a:solidFill>
                <a:latin typeface="Arial"/>
                <a:cs typeface="Arial"/>
              </a:rPr>
              <a:t> </a:t>
            </a:r>
            <a:r>
              <a:rPr sz="600">
                <a:solidFill>
                  <a:srgbClr val="2A5150"/>
                </a:solidFill>
                <a:latin typeface="Arial"/>
                <a:cs typeface="Arial"/>
              </a:rPr>
              <a:t>H</a:t>
            </a:r>
            <a:r>
              <a:rPr sz="600" spc="-20">
                <a:solidFill>
                  <a:srgbClr val="2A5150"/>
                </a:solidFill>
                <a:latin typeface="Arial"/>
                <a:cs typeface="Arial"/>
              </a:rPr>
              <a:t> </a:t>
            </a:r>
            <a:r>
              <a:rPr sz="600" spc="50">
                <a:solidFill>
                  <a:srgbClr val="2A5150"/>
                </a:solidFill>
                <a:latin typeface="Arial"/>
                <a:cs typeface="Arial"/>
              </a:rPr>
              <a:t>O</a:t>
            </a:r>
            <a:r>
              <a:rPr sz="600" spc="-20">
                <a:solidFill>
                  <a:srgbClr val="2A5150"/>
                </a:solidFill>
                <a:latin typeface="Arial"/>
                <a:cs typeface="Arial"/>
              </a:rPr>
              <a:t> </a:t>
            </a:r>
            <a:r>
              <a:rPr sz="600" spc="-120">
                <a:solidFill>
                  <a:srgbClr val="2A5150"/>
                </a:solidFill>
                <a:latin typeface="Arial"/>
                <a:cs typeface="Arial"/>
              </a:rPr>
              <a:t>T</a:t>
            </a:r>
            <a:r>
              <a:rPr sz="600" spc="-15">
                <a:solidFill>
                  <a:srgbClr val="2A5150"/>
                </a:solidFill>
                <a:latin typeface="Arial"/>
                <a:cs typeface="Arial"/>
              </a:rPr>
              <a:t> </a:t>
            </a:r>
            <a:r>
              <a:rPr sz="600" spc="-90">
                <a:solidFill>
                  <a:srgbClr val="2A5150"/>
                </a:solidFill>
                <a:latin typeface="Arial"/>
                <a:cs typeface="Arial"/>
              </a:rPr>
              <a:t>E</a:t>
            </a:r>
            <a:r>
              <a:rPr sz="600" spc="-10">
                <a:solidFill>
                  <a:srgbClr val="2A5150"/>
                </a:solidFill>
                <a:latin typeface="Arial"/>
                <a:cs typeface="Arial"/>
              </a:rPr>
              <a:t> </a:t>
            </a:r>
            <a:r>
              <a:rPr sz="600" spc="-65">
                <a:solidFill>
                  <a:srgbClr val="2A5150"/>
                </a:solidFill>
                <a:latin typeface="Arial"/>
                <a:cs typeface="Arial"/>
              </a:rPr>
              <a:t>L</a:t>
            </a:r>
            <a:r>
              <a:rPr sz="600" spc="-15">
                <a:solidFill>
                  <a:srgbClr val="2A5150"/>
                </a:solidFill>
                <a:latin typeface="Arial"/>
                <a:cs typeface="Arial"/>
              </a:rPr>
              <a:t> </a:t>
            </a:r>
            <a:r>
              <a:rPr sz="600">
                <a:solidFill>
                  <a:srgbClr val="2A5150"/>
                </a:solidFill>
                <a:latin typeface="Arial"/>
                <a:cs typeface="Arial"/>
              </a:rPr>
              <a:t>S</a:t>
            </a:r>
            <a:r>
              <a:rPr sz="600" spc="260">
                <a:solidFill>
                  <a:srgbClr val="2A5150"/>
                </a:solidFill>
                <a:latin typeface="Arial"/>
                <a:cs typeface="Arial"/>
              </a:rPr>
              <a:t> </a:t>
            </a:r>
            <a:r>
              <a:rPr sz="600">
                <a:solidFill>
                  <a:srgbClr val="2A5150"/>
                </a:solidFill>
                <a:latin typeface="Arial"/>
                <a:cs typeface="Arial"/>
              </a:rPr>
              <a:t>A</a:t>
            </a:r>
            <a:r>
              <a:rPr sz="600" spc="-40">
                <a:solidFill>
                  <a:srgbClr val="2A5150"/>
                </a:solidFill>
                <a:latin typeface="Arial"/>
                <a:cs typeface="Arial"/>
              </a:rPr>
              <a:t> </a:t>
            </a:r>
            <a:r>
              <a:rPr sz="600">
                <a:solidFill>
                  <a:srgbClr val="2A5150"/>
                </a:solidFill>
                <a:latin typeface="Arial"/>
                <a:cs typeface="Arial"/>
              </a:rPr>
              <a:t>N</a:t>
            </a:r>
            <a:r>
              <a:rPr sz="600" spc="-20">
                <a:solidFill>
                  <a:srgbClr val="2A5150"/>
                </a:solidFill>
                <a:latin typeface="Arial"/>
                <a:cs typeface="Arial"/>
              </a:rPr>
              <a:t> </a:t>
            </a:r>
            <a:r>
              <a:rPr sz="600">
                <a:solidFill>
                  <a:srgbClr val="2A5150"/>
                </a:solidFill>
                <a:latin typeface="Arial"/>
                <a:cs typeface="Arial"/>
              </a:rPr>
              <a:t>D</a:t>
            </a:r>
            <a:r>
              <a:rPr sz="600" spc="325">
                <a:solidFill>
                  <a:srgbClr val="2A5150"/>
                </a:solidFill>
                <a:latin typeface="Arial"/>
                <a:cs typeface="Arial"/>
              </a:rPr>
              <a:t> </a:t>
            </a:r>
            <a:r>
              <a:rPr sz="600" spc="-75">
                <a:solidFill>
                  <a:srgbClr val="2A5150"/>
                </a:solidFill>
                <a:latin typeface="Arial"/>
                <a:cs typeface="Arial"/>
              </a:rPr>
              <a:t>R</a:t>
            </a:r>
            <a:r>
              <a:rPr sz="600" spc="-20">
                <a:solidFill>
                  <a:srgbClr val="2A5150"/>
                </a:solidFill>
                <a:latin typeface="Arial"/>
                <a:cs typeface="Arial"/>
              </a:rPr>
              <a:t> </a:t>
            </a:r>
            <a:r>
              <a:rPr sz="600" spc="-90">
                <a:solidFill>
                  <a:srgbClr val="2A5150"/>
                </a:solidFill>
                <a:latin typeface="Arial"/>
                <a:cs typeface="Arial"/>
              </a:rPr>
              <a:t>E</a:t>
            </a:r>
            <a:r>
              <a:rPr sz="600" spc="-10">
                <a:solidFill>
                  <a:srgbClr val="2A5150"/>
                </a:solidFill>
                <a:latin typeface="Arial"/>
                <a:cs typeface="Arial"/>
              </a:rPr>
              <a:t> </a:t>
            </a:r>
            <a:r>
              <a:rPr sz="600" spc="-110">
                <a:solidFill>
                  <a:srgbClr val="2A5150"/>
                </a:solidFill>
                <a:latin typeface="Arial"/>
                <a:cs typeface="Arial"/>
              </a:rPr>
              <a:t>S</a:t>
            </a:r>
            <a:r>
              <a:rPr sz="600" spc="-15">
                <a:solidFill>
                  <a:srgbClr val="2A5150"/>
                </a:solidFill>
                <a:latin typeface="Arial"/>
                <a:cs typeface="Arial"/>
              </a:rPr>
              <a:t> </a:t>
            </a:r>
            <a:r>
              <a:rPr sz="600" spc="50">
                <a:solidFill>
                  <a:srgbClr val="2A5150"/>
                </a:solidFill>
                <a:latin typeface="Arial"/>
                <a:cs typeface="Arial"/>
              </a:rPr>
              <a:t>O</a:t>
            </a:r>
            <a:r>
              <a:rPr sz="600" spc="-20">
                <a:solidFill>
                  <a:srgbClr val="2A5150"/>
                </a:solidFill>
                <a:latin typeface="Arial"/>
                <a:cs typeface="Arial"/>
              </a:rPr>
              <a:t> </a:t>
            </a:r>
            <a:r>
              <a:rPr sz="600" spc="-75">
                <a:solidFill>
                  <a:srgbClr val="2A5150"/>
                </a:solidFill>
                <a:latin typeface="Arial"/>
                <a:cs typeface="Arial"/>
              </a:rPr>
              <a:t>R</a:t>
            </a:r>
            <a:r>
              <a:rPr sz="600" spc="-20">
                <a:solidFill>
                  <a:srgbClr val="2A5150"/>
                </a:solidFill>
                <a:latin typeface="Arial"/>
                <a:cs typeface="Arial"/>
              </a:rPr>
              <a:t> </a:t>
            </a:r>
            <a:r>
              <a:rPr sz="600" spc="-120">
                <a:solidFill>
                  <a:srgbClr val="2A5150"/>
                </a:solidFill>
                <a:latin typeface="Arial"/>
                <a:cs typeface="Arial"/>
              </a:rPr>
              <a:t>T</a:t>
            </a:r>
            <a:r>
              <a:rPr sz="600" spc="-15">
                <a:solidFill>
                  <a:srgbClr val="2A5150"/>
                </a:solidFill>
                <a:latin typeface="Arial"/>
                <a:cs typeface="Arial"/>
              </a:rPr>
              <a:t> </a:t>
            </a:r>
            <a:r>
              <a:rPr sz="600" spc="-50">
                <a:solidFill>
                  <a:srgbClr val="2A5150"/>
                </a:solidFill>
                <a:latin typeface="Arial"/>
                <a:cs typeface="Arial"/>
              </a:rPr>
              <a:t>S</a:t>
            </a:r>
            <a:endParaRPr sz="600">
              <a:latin typeface="Arial"/>
              <a:cs typeface="Arial"/>
            </a:endParaRPr>
          </a:p>
        </p:txBody>
      </p:sp>
      <p:sp>
        <p:nvSpPr>
          <p:cNvPr id="8" name="object 3">
            <a:extLst>
              <a:ext uri="{FF2B5EF4-FFF2-40B4-BE49-F238E27FC236}">
                <a16:creationId xmlns:a16="http://schemas.microsoft.com/office/drawing/2014/main" id="{46227938-4D55-8B9A-D8F5-E9CBED1D0706}"/>
              </a:ext>
            </a:extLst>
          </p:cNvPr>
          <p:cNvSpPr/>
          <p:nvPr userDrawn="1"/>
        </p:nvSpPr>
        <p:spPr>
          <a:xfrm>
            <a:off x="659891" y="6478523"/>
            <a:ext cx="8597265" cy="0"/>
          </a:xfrm>
          <a:custGeom>
            <a:avLst/>
            <a:gdLst/>
            <a:ahLst/>
            <a:cxnLst/>
            <a:rect l="l" t="t" r="r" b="b"/>
            <a:pathLst>
              <a:path w="8597265">
                <a:moveTo>
                  <a:pt x="0" y="0"/>
                </a:moveTo>
                <a:lnTo>
                  <a:pt x="8596884" y="0"/>
                </a:lnTo>
              </a:path>
            </a:pathLst>
          </a:custGeom>
          <a:ln w="9525">
            <a:solidFill>
              <a:srgbClr val="2A5150"/>
            </a:solidFill>
          </a:ln>
        </p:spPr>
        <p:txBody>
          <a:bodyPr wrap="square" lIns="0" tIns="0" rIns="0" bIns="0" rtlCol="0"/>
          <a:lstStyle/>
          <a:p>
            <a:endParaRPr/>
          </a:p>
        </p:txBody>
      </p:sp>
      <p:sp>
        <p:nvSpPr>
          <p:cNvPr id="9" name="object 4">
            <a:extLst>
              <a:ext uri="{FF2B5EF4-FFF2-40B4-BE49-F238E27FC236}">
                <a16:creationId xmlns:a16="http://schemas.microsoft.com/office/drawing/2014/main" id="{E93EF9A7-E17B-8F9A-EE78-766C6AC50A62}"/>
              </a:ext>
            </a:extLst>
          </p:cNvPr>
          <p:cNvSpPr/>
          <p:nvPr userDrawn="1"/>
        </p:nvSpPr>
        <p:spPr>
          <a:xfrm>
            <a:off x="659891" y="460248"/>
            <a:ext cx="10694035" cy="0"/>
          </a:xfrm>
          <a:custGeom>
            <a:avLst/>
            <a:gdLst/>
            <a:ahLst/>
            <a:cxnLst/>
            <a:rect l="l" t="t" r="r" b="b"/>
            <a:pathLst>
              <a:path w="10694035">
                <a:moveTo>
                  <a:pt x="0" y="0"/>
                </a:moveTo>
                <a:lnTo>
                  <a:pt x="10694035" y="0"/>
                </a:lnTo>
              </a:path>
            </a:pathLst>
          </a:custGeom>
          <a:ln w="9525">
            <a:solidFill>
              <a:srgbClr val="2A5150"/>
            </a:solidFill>
          </a:ln>
        </p:spPr>
        <p:txBody>
          <a:bodyPr wrap="square" lIns="0" tIns="0" rIns="0" bIns="0" rtlCol="0"/>
          <a:lstStyle/>
          <a:p>
            <a:endParaRPr/>
          </a:p>
        </p:txBody>
      </p:sp>
      <p:pic>
        <p:nvPicPr>
          <p:cNvPr id="10" name="object 5">
            <a:extLst>
              <a:ext uri="{FF2B5EF4-FFF2-40B4-BE49-F238E27FC236}">
                <a16:creationId xmlns:a16="http://schemas.microsoft.com/office/drawing/2014/main" id="{614951A0-4378-94E7-0868-328B5A4FD5A0}"/>
              </a:ext>
            </a:extLst>
          </p:cNvPr>
          <p:cNvPicPr/>
          <p:nvPr userDrawn="1"/>
        </p:nvPicPr>
        <p:blipFill>
          <a:blip r:embed="rId2" cstate="print"/>
          <a:stretch>
            <a:fillRect/>
          </a:stretch>
        </p:blipFill>
        <p:spPr>
          <a:xfrm>
            <a:off x="11535157" y="222510"/>
            <a:ext cx="323003" cy="491650"/>
          </a:xfrm>
          <a:prstGeom prst="rect">
            <a:avLst/>
          </a:prstGeom>
        </p:spPr>
      </p:pic>
      <p:sp>
        <p:nvSpPr>
          <p:cNvPr id="21" name="Title 20">
            <a:extLst>
              <a:ext uri="{FF2B5EF4-FFF2-40B4-BE49-F238E27FC236}">
                <a16:creationId xmlns:a16="http://schemas.microsoft.com/office/drawing/2014/main" id="{F88869F6-8960-0CA1-4F59-5A242E212151}"/>
              </a:ext>
            </a:extLst>
          </p:cNvPr>
          <p:cNvSpPr>
            <a:spLocks noGrp="1"/>
          </p:cNvSpPr>
          <p:nvPr>
            <p:ph type="title" hasCustomPrompt="1"/>
          </p:nvPr>
        </p:nvSpPr>
        <p:spPr>
          <a:xfrm>
            <a:off x="659891" y="778879"/>
            <a:ext cx="10694036" cy="388761"/>
          </a:xfrm>
        </p:spPr>
        <p:txBody>
          <a:bodyPr bIns="0" anchor="b"/>
          <a:lstStyle>
            <a:lvl1pPr>
              <a:defRPr i="0" spc="0" baseline="0">
                <a:solidFill>
                  <a:schemeClr val="accent1"/>
                </a:solidFill>
                <a:latin typeface="+mj-lt"/>
              </a:defRPr>
            </a:lvl1pPr>
          </a:lstStyle>
          <a:p>
            <a:r>
              <a:rPr lang="en-US"/>
              <a:t>SLIDE TITLE</a:t>
            </a:r>
          </a:p>
        </p:txBody>
      </p:sp>
      <p:sp>
        <p:nvSpPr>
          <p:cNvPr id="14" name="Text Placeholder 13">
            <a:extLst>
              <a:ext uri="{FF2B5EF4-FFF2-40B4-BE49-F238E27FC236}">
                <a16:creationId xmlns:a16="http://schemas.microsoft.com/office/drawing/2014/main" id="{FFC0DE5C-5DED-56C9-92B9-DDF84C0FCFD5}"/>
              </a:ext>
            </a:extLst>
          </p:cNvPr>
          <p:cNvSpPr>
            <a:spLocks noGrp="1"/>
          </p:cNvSpPr>
          <p:nvPr>
            <p:ph type="body" sz="quarter" idx="15" hasCustomPrompt="1"/>
          </p:nvPr>
        </p:nvSpPr>
        <p:spPr>
          <a:xfrm>
            <a:off x="660400" y="529209"/>
            <a:ext cx="10698480" cy="209550"/>
          </a:xfrm>
        </p:spPr>
        <p:txBody>
          <a:bodyPr lIns="0">
            <a:noAutofit/>
          </a:bodyPr>
          <a:lstStyle>
            <a:lvl1pPr>
              <a:defRPr sz="1400" b="0" baseline="0">
                <a:solidFill>
                  <a:schemeClr val="accent1"/>
                </a:solidFill>
              </a:defRPr>
            </a:lvl1pPr>
          </a:lstStyle>
          <a:p>
            <a:pPr lvl="0"/>
            <a:r>
              <a:rPr lang="en-US"/>
              <a:t>MONTH OF ANALYSIS</a:t>
            </a:r>
          </a:p>
        </p:txBody>
      </p:sp>
      <p:sp>
        <p:nvSpPr>
          <p:cNvPr id="23" name="Text Placeholder 22">
            <a:extLst>
              <a:ext uri="{FF2B5EF4-FFF2-40B4-BE49-F238E27FC236}">
                <a16:creationId xmlns:a16="http://schemas.microsoft.com/office/drawing/2014/main" id="{C1E9AB42-4360-A7AC-F620-D9212711F9D1}"/>
              </a:ext>
            </a:extLst>
          </p:cNvPr>
          <p:cNvSpPr>
            <a:spLocks noGrp="1"/>
          </p:cNvSpPr>
          <p:nvPr>
            <p:ph type="body" sz="quarter" idx="16" hasCustomPrompt="1"/>
          </p:nvPr>
        </p:nvSpPr>
        <p:spPr>
          <a:xfrm>
            <a:off x="7588250" y="1861902"/>
            <a:ext cx="4335463" cy="1389063"/>
          </a:xfrm>
        </p:spPr>
        <p:txBody>
          <a:bodyPr lIns="0" tIns="0" rIns="0" bIns="0">
            <a:noAutofit/>
          </a:bodyPr>
          <a:lstStyle>
            <a:lvl1pPr>
              <a:defRPr sz="1100" b="0">
                <a:solidFill>
                  <a:schemeClr val="accent1"/>
                </a:solidFill>
              </a:defRPr>
            </a:lvl1pPr>
            <a:lvl2pPr>
              <a:defRPr sz="1100" b="0"/>
            </a:lvl2pPr>
          </a:lstStyle>
          <a:p>
            <a:pPr lvl="0"/>
            <a:r>
              <a:rPr lang="en-US"/>
              <a:t>Detailed Findings</a:t>
            </a:r>
          </a:p>
        </p:txBody>
      </p:sp>
      <p:sp>
        <p:nvSpPr>
          <p:cNvPr id="24" name="Text Placeholder 22">
            <a:extLst>
              <a:ext uri="{FF2B5EF4-FFF2-40B4-BE49-F238E27FC236}">
                <a16:creationId xmlns:a16="http://schemas.microsoft.com/office/drawing/2014/main" id="{8B4DBDC9-74F6-3084-7F07-36F2FE758D26}"/>
              </a:ext>
            </a:extLst>
          </p:cNvPr>
          <p:cNvSpPr>
            <a:spLocks noGrp="1"/>
          </p:cNvSpPr>
          <p:nvPr>
            <p:ph type="body" sz="quarter" idx="17" hasCustomPrompt="1"/>
          </p:nvPr>
        </p:nvSpPr>
        <p:spPr>
          <a:xfrm>
            <a:off x="7588250" y="3315364"/>
            <a:ext cx="4335463" cy="1389063"/>
          </a:xfrm>
        </p:spPr>
        <p:txBody>
          <a:bodyPr lIns="0" tIns="0" rIns="0" bIns="0">
            <a:noAutofit/>
          </a:bodyPr>
          <a:lstStyle>
            <a:lvl1pPr>
              <a:defRPr sz="1100" b="0">
                <a:solidFill>
                  <a:schemeClr val="accent1"/>
                </a:solidFill>
              </a:defRPr>
            </a:lvl1pPr>
            <a:lvl2pPr>
              <a:defRPr sz="1100" b="0"/>
            </a:lvl2pPr>
          </a:lstStyle>
          <a:p>
            <a:pPr lvl="0"/>
            <a:r>
              <a:rPr lang="en-US"/>
              <a:t>Detailed Findings</a:t>
            </a:r>
          </a:p>
        </p:txBody>
      </p:sp>
      <p:sp>
        <p:nvSpPr>
          <p:cNvPr id="25" name="Text Placeholder 22">
            <a:extLst>
              <a:ext uri="{FF2B5EF4-FFF2-40B4-BE49-F238E27FC236}">
                <a16:creationId xmlns:a16="http://schemas.microsoft.com/office/drawing/2014/main" id="{A7B105A9-561E-45D4-8042-4D1347E1543E}"/>
              </a:ext>
            </a:extLst>
          </p:cNvPr>
          <p:cNvSpPr>
            <a:spLocks noGrp="1"/>
          </p:cNvSpPr>
          <p:nvPr>
            <p:ph type="body" sz="quarter" idx="18" hasCustomPrompt="1"/>
          </p:nvPr>
        </p:nvSpPr>
        <p:spPr>
          <a:xfrm>
            <a:off x="7588250" y="4768826"/>
            <a:ext cx="4335463" cy="1389063"/>
          </a:xfrm>
        </p:spPr>
        <p:txBody>
          <a:bodyPr lIns="0" tIns="0" rIns="0" bIns="0">
            <a:noAutofit/>
          </a:bodyPr>
          <a:lstStyle>
            <a:lvl1pPr>
              <a:defRPr sz="1100" b="0">
                <a:solidFill>
                  <a:schemeClr val="accent1"/>
                </a:solidFill>
              </a:defRPr>
            </a:lvl1pPr>
            <a:lvl2pPr>
              <a:defRPr sz="1100" b="0"/>
            </a:lvl2pPr>
          </a:lstStyle>
          <a:p>
            <a:pPr lvl="0"/>
            <a:r>
              <a:rPr lang="en-US"/>
              <a:t>Detailed Findings</a:t>
            </a:r>
          </a:p>
        </p:txBody>
      </p:sp>
    </p:spTree>
    <p:extLst>
      <p:ext uri="{BB962C8B-B14F-4D97-AF65-F5344CB8AC3E}">
        <p14:creationId xmlns:p14="http://schemas.microsoft.com/office/powerpoint/2010/main" val="5208937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Full Slide Charts">
    <p:bg>
      <p:bgPr>
        <a:solidFill>
          <a:srgbClr val="FCFAF9"/>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31BFEC3-212F-9585-78CB-49C0C18762F1}"/>
              </a:ext>
            </a:extLst>
          </p:cNvPr>
          <p:cNvSpPr>
            <a:spLocks noGrp="1"/>
          </p:cNvSpPr>
          <p:nvPr>
            <p:ph type="body" sz="quarter" idx="14" hasCustomPrompt="1"/>
          </p:nvPr>
        </p:nvSpPr>
        <p:spPr>
          <a:xfrm>
            <a:off x="0" y="-7938"/>
            <a:ext cx="365760" cy="6865938"/>
          </a:xfrm>
          <a:solidFill>
            <a:schemeClr val="accent1"/>
          </a:solidFill>
        </p:spPr>
        <p:txBody>
          <a:bodyPr vert="vert270" lIns="0" tIns="0" rIns="0" bIns="0" anchor="ctr">
            <a:noAutofit/>
          </a:bodyPr>
          <a:lstStyle>
            <a:lvl1pPr algn="ctr">
              <a:lnSpc>
                <a:spcPct val="100000"/>
              </a:lnSpc>
              <a:spcBef>
                <a:spcPts val="0"/>
              </a:spcBef>
              <a:defRPr sz="1600" b="0" i="0" baseline="0">
                <a:solidFill>
                  <a:schemeClr val="accent3"/>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SLIDE TOPIC</a:t>
            </a:r>
          </a:p>
        </p:txBody>
      </p:sp>
      <p:sp>
        <p:nvSpPr>
          <p:cNvPr id="3" name="Slide Number Placeholder 2">
            <a:extLst>
              <a:ext uri="{FF2B5EF4-FFF2-40B4-BE49-F238E27FC236}">
                <a16:creationId xmlns:a16="http://schemas.microsoft.com/office/drawing/2014/main" id="{46898032-AC1C-2252-7DB1-13206F625AC4}"/>
              </a:ext>
            </a:extLst>
          </p:cNvPr>
          <p:cNvSpPr>
            <a:spLocks noGrp="1"/>
          </p:cNvSpPr>
          <p:nvPr>
            <p:ph type="sldNum" sz="quarter" idx="10"/>
          </p:nvPr>
        </p:nvSpPr>
        <p:spPr>
          <a:noFill/>
        </p:spPr>
        <p:txBody>
          <a:bodyPr/>
          <a:lstStyle>
            <a:lvl1pPr>
              <a:defRPr>
                <a:solidFill>
                  <a:schemeClr val="accent1"/>
                </a:solidFill>
                <a:latin typeface="+mn-lt"/>
              </a:defRPr>
            </a:lvl1pPr>
          </a:lstStyle>
          <a:p>
            <a:pPr marL="12700">
              <a:spcBef>
                <a:spcPts val="95"/>
              </a:spcBef>
            </a:pPr>
            <a:fld id="{E9625C4B-B71B-4BE7-9266-E8021570290B}" type="slidenum">
              <a:rPr lang="en-US" smtClean="0"/>
              <a:pPr marL="12700">
                <a:spcBef>
                  <a:spcPts val="95"/>
                </a:spcBef>
              </a:pPr>
              <a:t>‹#›</a:t>
            </a:fld>
            <a:endParaRPr lang="en-US"/>
          </a:p>
        </p:txBody>
      </p:sp>
      <p:sp>
        <p:nvSpPr>
          <p:cNvPr id="8" name="object 3">
            <a:extLst>
              <a:ext uri="{FF2B5EF4-FFF2-40B4-BE49-F238E27FC236}">
                <a16:creationId xmlns:a16="http://schemas.microsoft.com/office/drawing/2014/main" id="{46227938-4D55-8B9A-D8F5-E9CBED1D0706}"/>
              </a:ext>
            </a:extLst>
          </p:cNvPr>
          <p:cNvSpPr/>
          <p:nvPr userDrawn="1"/>
        </p:nvSpPr>
        <p:spPr>
          <a:xfrm>
            <a:off x="659891" y="6478523"/>
            <a:ext cx="8597265" cy="0"/>
          </a:xfrm>
          <a:custGeom>
            <a:avLst/>
            <a:gdLst/>
            <a:ahLst/>
            <a:cxnLst/>
            <a:rect l="l" t="t" r="r" b="b"/>
            <a:pathLst>
              <a:path w="8597265">
                <a:moveTo>
                  <a:pt x="0" y="0"/>
                </a:moveTo>
                <a:lnTo>
                  <a:pt x="8596884" y="0"/>
                </a:lnTo>
              </a:path>
            </a:pathLst>
          </a:custGeom>
          <a:ln w="9525">
            <a:solidFill>
              <a:srgbClr val="2A5150"/>
            </a:solidFill>
          </a:ln>
        </p:spPr>
        <p:txBody>
          <a:bodyPr wrap="square" lIns="0" tIns="0" rIns="0" bIns="0" rtlCol="0"/>
          <a:lstStyle/>
          <a:p>
            <a:endParaRPr/>
          </a:p>
        </p:txBody>
      </p:sp>
      <p:sp>
        <p:nvSpPr>
          <p:cNvPr id="9" name="object 4">
            <a:extLst>
              <a:ext uri="{FF2B5EF4-FFF2-40B4-BE49-F238E27FC236}">
                <a16:creationId xmlns:a16="http://schemas.microsoft.com/office/drawing/2014/main" id="{E93EF9A7-E17B-8F9A-EE78-766C6AC50A62}"/>
              </a:ext>
            </a:extLst>
          </p:cNvPr>
          <p:cNvSpPr/>
          <p:nvPr userDrawn="1"/>
        </p:nvSpPr>
        <p:spPr>
          <a:xfrm>
            <a:off x="659891" y="460248"/>
            <a:ext cx="10694035" cy="0"/>
          </a:xfrm>
          <a:custGeom>
            <a:avLst/>
            <a:gdLst/>
            <a:ahLst/>
            <a:cxnLst/>
            <a:rect l="l" t="t" r="r" b="b"/>
            <a:pathLst>
              <a:path w="10694035">
                <a:moveTo>
                  <a:pt x="0" y="0"/>
                </a:moveTo>
                <a:lnTo>
                  <a:pt x="10694035" y="0"/>
                </a:lnTo>
              </a:path>
            </a:pathLst>
          </a:custGeom>
          <a:ln w="9525">
            <a:solidFill>
              <a:srgbClr val="2A5150"/>
            </a:solidFill>
          </a:ln>
        </p:spPr>
        <p:txBody>
          <a:bodyPr wrap="square" lIns="0" tIns="0" rIns="0" bIns="0" rtlCol="0"/>
          <a:lstStyle/>
          <a:p>
            <a:endParaRPr/>
          </a:p>
        </p:txBody>
      </p:sp>
      <p:pic>
        <p:nvPicPr>
          <p:cNvPr id="10" name="object 5">
            <a:extLst>
              <a:ext uri="{FF2B5EF4-FFF2-40B4-BE49-F238E27FC236}">
                <a16:creationId xmlns:a16="http://schemas.microsoft.com/office/drawing/2014/main" id="{614951A0-4378-94E7-0868-328B5A4FD5A0}"/>
              </a:ext>
            </a:extLst>
          </p:cNvPr>
          <p:cNvPicPr/>
          <p:nvPr userDrawn="1"/>
        </p:nvPicPr>
        <p:blipFill>
          <a:blip r:embed="rId2" cstate="print"/>
          <a:stretch>
            <a:fillRect/>
          </a:stretch>
        </p:blipFill>
        <p:spPr>
          <a:xfrm>
            <a:off x="11535157" y="222510"/>
            <a:ext cx="323003" cy="491650"/>
          </a:xfrm>
          <a:prstGeom prst="rect">
            <a:avLst/>
          </a:prstGeom>
        </p:spPr>
      </p:pic>
      <p:sp>
        <p:nvSpPr>
          <p:cNvPr id="21" name="Title 20">
            <a:extLst>
              <a:ext uri="{FF2B5EF4-FFF2-40B4-BE49-F238E27FC236}">
                <a16:creationId xmlns:a16="http://schemas.microsoft.com/office/drawing/2014/main" id="{F88869F6-8960-0CA1-4F59-5A242E212151}"/>
              </a:ext>
            </a:extLst>
          </p:cNvPr>
          <p:cNvSpPr>
            <a:spLocks noGrp="1"/>
          </p:cNvSpPr>
          <p:nvPr>
            <p:ph type="title" hasCustomPrompt="1"/>
          </p:nvPr>
        </p:nvSpPr>
        <p:spPr>
          <a:xfrm>
            <a:off x="659891" y="778879"/>
            <a:ext cx="10694036" cy="388761"/>
          </a:xfrm>
        </p:spPr>
        <p:txBody>
          <a:bodyPr bIns="0" anchor="b"/>
          <a:lstStyle>
            <a:lvl1pPr>
              <a:defRPr i="0" spc="0" baseline="0">
                <a:solidFill>
                  <a:schemeClr val="accent1"/>
                </a:solidFill>
                <a:latin typeface="+mj-lt"/>
              </a:defRPr>
            </a:lvl1pPr>
          </a:lstStyle>
          <a:p>
            <a:r>
              <a:rPr lang="en-US"/>
              <a:t>SLIDE TITLE</a:t>
            </a:r>
          </a:p>
        </p:txBody>
      </p:sp>
      <p:sp>
        <p:nvSpPr>
          <p:cNvPr id="14" name="Text Placeholder 13">
            <a:extLst>
              <a:ext uri="{FF2B5EF4-FFF2-40B4-BE49-F238E27FC236}">
                <a16:creationId xmlns:a16="http://schemas.microsoft.com/office/drawing/2014/main" id="{FFC0DE5C-5DED-56C9-92B9-DDF84C0FCFD5}"/>
              </a:ext>
            </a:extLst>
          </p:cNvPr>
          <p:cNvSpPr>
            <a:spLocks noGrp="1"/>
          </p:cNvSpPr>
          <p:nvPr>
            <p:ph type="body" sz="quarter" idx="15" hasCustomPrompt="1"/>
          </p:nvPr>
        </p:nvSpPr>
        <p:spPr>
          <a:xfrm>
            <a:off x="660400" y="529209"/>
            <a:ext cx="10698480" cy="209550"/>
          </a:xfrm>
        </p:spPr>
        <p:txBody>
          <a:bodyPr lIns="0">
            <a:noAutofit/>
          </a:bodyPr>
          <a:lstStyle>
            <a:lvl1pPr>
              <a:defRPr sz="1400" b="0" baseline="0">
                <a:solidFill>
                  <a:schemeClr val="accent1"/>
                </a:solidFill>
              </a:defRPr>
            </a:lvl1pPr>
          </a:lstStyle>
          <a:p>
            <a:pPr lvl="0"/>
            <a:r>
              <a:rPr lang="en-US"/>
              <a:t>MONTH OF ANALYSIS</a:t>
            </a:r>
          </a:p>
        </p:txBody>
      </p:sp>
    </p:spTree>
    <p:extLst>
      <p:ext uri="{BB962C8B-B14F-4D97-AF65-F5344CB8AC3E}">
        <p14:creationId xmlns:p14="http://schemas.microsoft.com/office/powerpoint/2010/main" val="23584180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0_Month &amp; Title">
    <p:bg>
      <p:bgPr>
        <a:solidFill>
          <a:srgbClr val="FCFAF9"/>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6898032-AC1C-2252-7DB1-13206F625AC4}"/>
              </a:ext>
            </a:extLst>
          </p:cNvPr>
          <p:cNvSpPr>
            <a:spLocks noGrp="1"/>
          </p:cNvSpPr>
          <p:nvPr>
            <p:ph type="sldNum" sz="quarter" idx="10"/>
          </p:nvPr>
        </p:nvSpPr>
        <p:spPr>
          <a:noFill/>
        </p:spPr>
        <p:txBody>
          <a:bodyPr/>
          <a:lstStyle>
            <a:lvl1pPr>
              <a:defRPr>
                <a:solidFill>
                  <a:schemeClr val="accent1"/>
                </a:solidFill>
                <a:latin typeface="+mn-lt"/>
              </a:defRPr>
            </a:lvl1pPr>
          </a:lstStyle>
          <a:p>
            <a:pPr marL="12700">
              <a:spcBef>
                <a:spcPts val="95"/>
              </a:spcBef>
            </a:pPr>
            <a:fld id="{E9625C4B-B71B-4BE7-9266-E8021570290B}" type="slidenum">
              <a:rPr lang="en-US" smtClean="0"/>
              <a:pPr marL="12700">
                <a:spcBef>
                  <a:spcPts val="95"/>
                </a:spcBef>
              </a:pPr>
              <a:t>‹#›</a:t>
            </a:fld>
            <a:endParaRPr lang="en-US"/>
          </a:p>
        </p:txBody>
      </p:sp>
      <p:sp>
        <p:nvSpPr>
          <p:cNvPr id="8" name="object 3">
            <a:extLst>
              <a:ext uri="{FF2B5EF4-FFF2-40B4-BE49-F238E27FC236}">
                <a16:creationId xmlns:a16="http://schemas.microsoft.com/office/drawing/2014/main" id="{46227938-4D55-8B9A-D8F5-E9CBED1D0706}"/>
              </a:ext>
            </a:extLst>
          </p:cNvPr>
          <p:cNvSpPr/>
          <p:nvPr userDrawn="1"/>
        </p:nvSpPr>
        <p:spPr>
          <a:xfrm>
            <a:off x="659891" y="6478523"/>
            <a:ext cx="8597265" cy="0"/>
          </a:xfrm>
          <a:custGeom>
            <a:avLst/>
            <a:gdLst/>
            <a:ahLst/>
            <a:cxnLst/>
            <a:rect l="l" t="t" r="r" b="b"/>
            <a:pathLst>
              <a:path w="8597265">
                <a:moveTo>
                  <a:pt x="0" y="0"/>
                </a:moveTo>
                <a:lnTo>
                  <a:pt x="8596884" y="0"/>
                </a:lnTo>
              </a:path>
            </a:pathLst>
          </a:custGeom>
          <a:ln w="9525">
            <a:solidFill>
              <a:srgbClr val="2A5150"/>
            </a:solidFill>
          </a:ln>
        </p:spPr>
        <p:txBody>
          <a:bodyPr wrap="square" lIns="0" tIns="0" rIns="0" bIns="0" rtlCol="0"/>
          <a:lstStyle/>
          <a:p>
            <a:endParaRPr/>
          </a:p>
        </p:txBody>
      </p:sp>
      <p:sp>
        <p:nvSpPr>
          <p:cNvPr id="9" name="object 4">
            <a:extLst>
              <a:ext uri="{FF2B5EF4-FFF2-40B4-BE49-F238E27FC236}">
                <a16:creationId xmlns:a16="http://schemas.microsoft.com/office/drawing/2014/main" id="{E93EF9A7-E17B-8F9A-EE78-766C6AC50A62}"/>
              </a:ext>
            </a:extLst>
          </p:cNvPr>
          <p:cNvSpPr/>
          <p:nvPr userDrawn="1"/>
        </p:nvSpPr>
        <p:spPr>
          <a:xfrm>
            <a:off x="659891" y="460248"/>
            <a:ext cx="10694035" cy="0"/>
          </a:xfrm>
          <a:custGeom>
            <a:avLst/>
            <a:gdLst/>
            <a:ahLst/>
            <a:cxnLst/>
            <a:rect l="l" t="t" r="r" b="b"/>
            <a:pathLst>
              <a:path w="10694035">
                <a:moveTo>
                  <a:pt x="0" y="0"/>
                </a:moveTo>
                <a:lnTo>
                  <a:pt x="10694035" y="0"/>
                </a:lnTo>
              </a:path>
            </a:pathLst>
          </a:custGeom>
          <a:ln w="9525">
            <a:solidFill>
              <a:srgbClr val="2A5150"/>
            </a:solidFill>
          </a:ln>
        </p:spPr>
        <p:txBody>
          <a:bodyPr wrap="square" lIns="0" tIns="0" rIns="0" bIns="0" rtlCol="0"/>
          <a:lstStyle/>
          <a:p>
            <a:endParaRPr/>
          </a:p>
        </p:txBody>
      </p:sp>
      <p:pic>
        <p:nvPicPr>
          <p:cNvPr id="10" name="object 5">
            <a:extLst>
              <a:ext uri="{FF2B5EF4-FFF2-40B4-BE49-F238E27FC236}">
                <a16:creationId xmlns:a16="http://schemas.microsoft.com/office/drawing/2014/main" id="{614951A0-4378-94E7-0868-328B5A4FD5A0}"/>
              </a:ext>
            </a:extLst>
          </p:cNvPr>
          <p:cNvPicPr/>
          <p:nvPr userDrawn="1"/>
        </p:nvPicPr>
        <p:blipFill>
          <a:blip r:embed="rId2" cstate="print"/>
          <a:stretch>
            <a:fillRect/>
          </a:stretch>
        </p:blipFill>
        <p:spPr>
          <a:xfrm>
            <a:off x="11535157" y="222510"/>
            <a:ext cx="323003" cy="491650"/>
          </a:xfrm>
          <a:prstGeom prst="rect">
            <a:avLst/>
          </a:prstGeom>
        </p:spPr>
      </p:pic>
      <p:sp>
        <p:nvSpPr>
          <p:cNvPr id="21" name="Title 20">
            <a:extLst>
              <a:ext uri="{FF2B5EF4-FFF2-40B4-BE49-F238E27FC236}">
                <a16:creationId xmlns:a16="http://schemas.microsoft.com/office/drawing/2014/main" id="{F88869F6-8960-0CA1-4F59-5A242E212151}"/>
              </a:ext>
            </a:extLst>
          </p:cNvPr>
          <p:cNvSpPr>
            <a:spLocks noGrp="1"/>
          </p:cNvSpPr>
          <p:nvPr>
            <p:ph type="title" hasCustomPrompt="1"/>
          </p:nvPr>
        </p:nvSpPr>
        <p:spPr>
          <a:xfrm>
            <a:off x="659891" y="778879"/>
            <a:ext cx="10694036" cy="388761"/>
          </a:xfrm>
        </p:spPr>
        <p:txBody>
          <a:bodyPr bIns="0" anchor="b"/>
          <a:lstStyle>
            <a:lvl1pPr>
              <a:defRPr i="0" spc="0" baseline="0">
                <a:solidFill>
                  <a:schemeClr val="accent1"/>
                </a:solidFill>
                <a:latin typeface="+mj-lt"/>
              </a:defRPr>
            </a:lvl1pPr>
          </a:lstStyle>
          <a:p>
            <a:r>
              <a:rPr lang="en-US"/>
              <a:t>SLIDE TITLE</a:t>
            </a:r>
          </a:p>
        </p:txBody>
      </p:sp>
      <p:sp>
        <p:nvSpPr>
          <p:cNvPr id="14" name="Text Placeholder 13">
            <a:extLst>
              <a:ext uri="{FF2B5EF4-FFF2-40B4-BE49-F238E27FC236}">
                <a16:creationId xmlns:a16="http://schemas.microsoft.com/office/drawing/2014/main" id="{FFC0DE5C-5DED-56C9-92B9-DDF84C0FCFD5}"/>
              </a:ext>
            </a:extLst>
          </p:cNvPr>
          <p:cNvSpPr>
            <a:spLocks noGrp="1"/>
          </p:cNvSpPr>
          <p:nvPr>
            <p:ph type="body" sz="quarter" idx="15" hasCustomPrompt="1"/>
          </p:nvPr>
        </p:nvSpPr>
        <p:spPr>
          <a:xfrm>
            <a:off x="660400" y="529209"/>
            <a:ext cx="10698480" cy="209550"/>
          </a:xfrm>
        </p:spPr>
        <p:txBody>
          <a:bodyPr lIns="0">
            <a:noAutofit/>
          </a:bodyPr>
          <a:lstStyle>
            <a:lvl1pPr>
              <a:defRPr sz="1400" b="0" baseline="0">
                <a:solidFill>
                  <a:schemeClr val="accent1"/>
                </a:solidFill>
              </a:defRPr>
            </a:lvl1pPr>
          </a:lstStyle>
          <a:p>
            <a:pPr lvl="0"/>
            <a:r>
              <a:rPr lang="en-US"/>
              <a:t>MONTH OF ANALYSIS</a:t>
            </a:r>
          </a:p>
        </p:txBody>
      </p:sp>
    </p:spTree>
    <p:extLst>
      <p:ext uri="{BB962C8B-B14F-4D97-AF65-F5344CB8AC3E}">
        <p14:creationId xmlns:p14="http://schemas.microsoft.com/office/powerpoint/2010/main" val="20234171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 - Title Page">
    <p:bg>
      <p:bgPr>
        <a:solidFill>
          <a:srgbClr val="3D441E"/>
        </a:solidFill>
        <a:effectLst/>
      </p:bgPr>
    </p:bg>
    <p:spTree>
      <p:nvGrpSpPr>
        <p:cNvPr id="1" name=""/>
        <p:cNvGrpSpPr/>
        <p:nvPr/>
      </p:nvGrpSpPr>
      <p:grpSpPr>
        <a:xfrm>
          <a:off x="0" y="0"/>
          <a:ext cx="0" cy="0"/>
          <a:chOff x="0" y="0"/>
          <a:chExt cx="0" cy="0"/>
        </a:xfrm>
      </p:grpSpPr>
      <p:pic>
        <p:nvPicPr>
          <p:cNvPr id="23" name="Picture 22" descr="A white tree with leaves on it&#10;&#10;AI-generated content may be incorrect.">
            <a:extLst>
              <a:ext uri="{FF2B5EF4-FFF2-40B4-BE49-F238E27FC236}">
                <a16:creationId xmlns:a16="http://schemas.microsoft.com/office/drawing/2014/main" id="{4D98EEBE-CEB6-595A-101E-A5D22778A5C3}"/>
              </a:ext>
            </a:extLst>
          </p:cNvPr>
          <p:cNvPicPr>
            <a:picLocks noChangeAspect="1"/>
          </p:cNvPicPr>
          <p:nvPr userDrawn="1"/>
        </p:nvPicPr>
        <p:blipFill>
          <a:blip r:embed="rId2"/>
          <a:stretch>
            <a:fillRect/>
          </a:stretch>
        </p:blipFill>
        <p:spPr>
          <a:xfrm>
            <a:off x="11440401" y="188640"/>
            <a:ext cx="489899" cy="496799"/>
          </a:xfrm>
          <a:prstGeom prst="rect">
            <a:avLst/>
          </a:prstGeom>
        </p:spPr>
      </p:pic>
      <p:cxnSp>
        <p:nvCxnSpPr>
          <p:cNvPr id="4" name="Straight Connector 3">
            <a:extLst>
              <a:ext uri="{FF2B5EF4-FFF2-40B4-BE49-F238E27FC236}">
                <a16:creationId xmlns:a16="http://schemas.microsoft.com/office/drawing/2014/main" id="{B630C0FB-49C2-1B77-A61A-317E494788ED}"/>
              </a:ext>
            </a:extLst>
          </p:cNvPr>
          <p:cNvCxnSpPr>
            <a:cxnSpLocks/>
          </p:cNvCxnSpPr>
          <p:nvPr userDrawn="1"/>
        </p:nvCxnSpPr>
        <p:spPr>
          <a:xfrm>
            <a:off x="335360" y="444624"/>
            <a:ext cx="11105041"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CF8BF24A-AEC7-FB88-549E-D80FB340C7D2}"/>
              </a:ext>
            </a:extLst>
          </p:cNvPr>
          <p:cNvSpPr>
            <a:spLocks noGrp="1"/>
          </p:cNvSpPr>
          <p:nvPr>
            <p:ph type="title" hasCustomPrompt="1"/>
          </p:nvPr>
        </p:nvSpPr>
        <p:spPr>
          <a:xfrm>
            <a:off x="347472" y="2395728"/>
            <a:ext cx="7598664" cy="2286000"/>
          </a:xfrm>
        </p:spPr>
        <p:txBody>
          <a:bodyPr tIns="45720" anchor="ctr" anchorCtr="0">
            <a:noAutofit/>
          </a:bodyPr>
          <a:lstStyle>
            <a:lvl1pPr>
              <a:lnSpc>
                <a:spcPct val="80000"/>
              </a:lnSpc>
              <a:defRPr sz="7000">
                <a:solidFill>
                  <a:schemeClr val="bg1"/>
                </a:solidFill>
              </a:defRPr>
            </a:lvl1pPr>
          </a:lstStyle>
          <a:p>
            <a:r>
              <a:rPr lang="en-US"/>
              <a:t>Insert Title Here</a:t>
            </a:r>
          </a:p>
        </p:txBody>
      </p:sp>
      <p:sp>
        <p:nvSpPr>
          <p:cNvPr id="9" name="Text Placeholder 8">
            <a:extLst>
              <a:ext uri="{FF2B5EF4-FFF2-40B4-BE49-F238E27FC236}">
                <a16:creationId xmlns:a16="http://schemas.microsoft.com/office/drawing/2014/main" id="{D0C3049E-513E-EB5F-7E5F-C2BCE2C66BDD}"/>
              </a:ext>
            </a:extLst>
          </p:cNvPr>
          <p:cNvSpPr>
            <a:spLocks noGrp="1"/>
          </p:cNvSpPr>
          <p:nvPr>
            <p:ph type="body" sz="quarter" idx="22" hasCustomPrompt="1"/>
          </p:nvPr>
        </p:nvSpPr>
        <p:spPr>
          <a:xfrm>
            <a:off x="348300" y="242888"/>
            <a:ext cx="4206240" cy="182284"/>
          </a:xfrm>
        </p:spPr>
        <p:txBody>
          <a:bodyPr tIns="0" bIns="0"/>
          <a:lstStyle>
            <a:lvl1pPr>
              <a:lnSpc>
                <a:spcPct val="100000"/>
              </a:lnSpc>
              <a:spcAft>
                <a:spcPts val="1000"/>
              </a:spcAft>
              <a:defRPr sz="700" spc="50" baseline="0">
                <a:solidFill>
                  <a:schemeClr val="bg1"/>
                </a:solidFill>
                <a:latin typeface="+mn-lt"/>
              </a:defRPr>
            </a:lvl1pPr>
          </a:lstStyle>
          <a:p>
            <a:pPr lvl="0"/>
            <a:r>
              <a:rPr lang="en-US"/>
              <a:t>SECTION TITLE HERE</a:t>
            </a:r>
          </a:p>
        </p:txBody>
      </p:sp>
    </p:spTree>
    <p:extLst>
      <p:ext uri="{BB962C8B-B14F-4D97-AF65-F5344CB8AC3E}">
        <p14:creationId xmlns:p14="http://schemas.microsoft.com/office/powerpoint/2010/main" val="1844213041"/>
      </p:ext>
    </p:extLst>
  </p:cSld>
  <p:clrMapOvr>
    <a:masterClrMapping/>
  </p:clrMapOvr>
  <p:extLst>
    <p:ext uri="{DCECCB84-F9BA-43D5-87BE-67443E8EF086}">
      <p15:sldGuideLst xmlns:p15="http://schemas.microsoft.com/office/powerpoint/2012/main">
        <p15:guide id="1" orient="horz" pos="229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 - Cover Page (Logo Only)">
    <p:bg>
      <p:bgPr>
        <a:solidFill>
          <a:schemeClr val="tx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A24B03F-EB28-BDF3-846C-AFA936A1AF5F}"/>
              </a:ext>
            </a:extLst>
          </p:cNvPr>
          <p:cNvPicPr>
            <a:picLocks noChangeAspect="1"/>
          </p:cNvPicPr>
          <p:nvPr userDrawn="1"/>
        </p:nvPicPr>
        <p:blipFill>
          <a:blip r:embed="rId2"/>
          <a:stretch>
            <a:fillRect/>
          </a:stretch>
        </p:blipFill>
        <p:spPr>
          <a:xfrm>
            <a:off x="4924729" y="2736023"/>
            <a:ext cx="2340953" cy="1341049"/>
          </a:xfrm>
          <a:prstGeom prst="rect">
            <a:avLst/>
          </a:prstGeom>
        </p:spPr>
      </p:pic>
    </p:spTree>
    <p:extLst>
      <p:ext uri="{BB962C8B-B14F-4D97-AF65-F5344CB8AC3E}">
        <p14:creationId xmlns:p14="http://schemas.microsoft.com/office/powerpoint/2010/main" val="3969872500"/>
      </p:ext>
    </p:extLst>
  </p:cSld>
  <p:clrMapOvr>
    <a:masterClrMapping/>
  </p:clrMapOvr>
  <p:extLst>
    <p:ext uri="{DCECCB84-F9BA-43D5-87BE-67443E8EF086}">
      <p15:sldGuideLst xmlns:p15="http://schemas.microsoft.com/office/powerpoint/2012/main">
        <p15:guide id="1" orient="horz" pos="346">
          <p15:clr>
            <a:srgbClr val="FBAE40"/>
          </p15:clr>
        </p15:guide>
        <p15:guide id="2" orient="horz" pos="2260">
          <p15:clr>
            <a:srgbClr val="FBAE40"/>
          </p15:clr>
        </p15:guide>
        <p15:guide id="3" orient="horz" pos="3158">
          <p15:clr>
            <a:srgbClr val="FBAE40"/>
          </p15:clr>
        </p15:guide>
        <p15:guide id="4" orient="horz" pos="89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 - Cover Page (Standard)">
    <p:bg>
      <p:bgPr>
        <a:solidFill>
          <a:srgbClr val="3D441E"/>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BE4809-7970-67C6-02AC-73B99B744DD2}"/>
              </a:ext>
            </a:extLst>
          </p:cNvPr>
          <p:cNvSpPr>
            <a:spLocks noGrp="1"/>
          </p:cNvSpPr>
          <p:nvPr>
            <p:ph type="title" hasCustomPrompt="1"/>
          </p:nvPr>
        </p:nvSpPr>
        <p:spPr>
          <a:xfrm>
            <a:off x="1331913" y="3356992"/>
            <a:ext cx="9526586" cy="1883664"/>
          </a:xfrm>
          <a:prstGeom prst="rect">
            <a:avLst/>
          </a:prstGeom>
        </p:spPr>
        <p:txBody>
          <a:bodyPr vert="horz" lIns="0" tIns="45720" rIns="91440" bIns="45720" rtlCol="0" anchor="b" anchorCtr="0">
            <a:noAutofit/>
          </a:bodyPr>
          <a:lstStyle>
            <a:lvl1pPr algn="ctr">
              <a:lnSpc>
                <a:spcPct val="80000"/>
              </a:lnSpc>
              <a:defRPr sz="7000">
                <a:solidFill>
                  <a:schemeClr val="bg1"/>
                </a:solidFill>
              </a:defRPr>
            </a:lvl1pPr>
          </a:lstStyle>
          <a:p>
            <a:r>
              <a:rPr lang="en-US"/>
              <a:t>Insert Title Here</a:t>
            </a:r>
          </a:p>
        </p:txBody>
      </p:sp>
      <p:sp>
        <p:nvSpPr>
          <p:cNvPr id="5" name="Text Placeholder 4">
            <a:extLst>
              <a:ext uri="{FF2B5EF4-FFF2-40B4-BE49-F238E27FC236}">
                <a16:creationId xmlns:a16="http://schemas.microsoft.com/office/drawing/2014/main" id="{1E73A384-662F-E4A0-168E-922AB3F3A208}"/>
              </a:ext>
            </a:extLst>
          </p:cNvPr>
          <p:cNvSpPr>
            <a:spLocks noGrp="1"/>
          </p:cNvSpPr>
          <p:nvPr>
            <p:ph type="body" sz="quarter" idx="18" hasCustomPrompt="1"/>
          </p:nvPr>
        </p:nvSpPr>
        <p:spPr>
          <a:xfrm>
            <a:off x="4230688" y="6165304"/>
            <a:ext cx="3729037" cy="359062"/>
          </a:xfrm>
        </p:spPr>
        <p:txBody>
          <a:bodyPr anchor="t" anchorCtr="0"/>
          <a:lstStyle>
            <a:lvl1pPr algn="ct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May 6, 2026</a:t>
            </a:r>
          </a:p>
        </p:txBody>
      </p:sp>
      <p:cxnSp>
        <p:nvCxnSpPr>
          <p:cNvPr id="3" name="Straight Connector 2">
            <a:extLst>
              <a:ext uri="{FF2B5EF4-FFF2-40B4-BE49-F238E27FC236}">
                <a16:creationId xmlns:a16="http://schemas.microsoft.com/office/drawing/2014/main" id="{6FAFC14B-8821-3684-13D4-2C875B5A1F08}"/>
              </a:ext>
            </a:extLst>
          </p:cNvPr>
          <p:cNvCxnSpPr>
            <a:cxnSpLocks/>
          </p:cNvCxnSpPr>
          <p:nvPr userDrawn="1"/>
        </p:nvCxnSpPr>
        <p:spPr>
          <a:xfrm>
            <a:off x="335360" y="6093296"/>
            <a:ext cx="11489928" cy="0"/>
          </a:xfrm>
          <a:prstGeom prst="line">
            <a:avLst/>
          </a:prstGeom>
          <a:ln w="6350">
            <a:solidFill>
              <a:schemeClr val="bg1"/>
            </a:solidFill>
          </a:ln>
        </p:spPr>
        <p:style>
          <a:lnRef idx="1">
            <a:schemeClr val="dk1"/>
          </a:lnRef>
          <a:fillRef idx="0">
            <a:schemeClr val="dk1"/>
          </a:fillRef>
          <a:effectRef idx="0">
            <a:schemeClr val="dk1"/>
          </a:effectRef>
          <a:fontRef idx="minor">
            <a:schemeClr val="tx1"/>
          </a:fontRef>
        </p:style>
      </p:cxnSp>
      <p:sp>
        <p:nvSpPr>
          <p:cNvPr id="6" name="Text Placeholder 4">
            <a:extLst>
              <a:ext uri="{FF2B5EF4-FFF2-40B4-BE49-F238E27FC236}">
                <a16:creationId xmlns:a16="http://schemas.microsoft.com/office/drawing/2014/main" id="{70A6B4AD-A32F-B0C7-00BA-5957B0B5970D}"/>
              </a:ext>
            </a:extLst>
          </p:cNvPr>
          <p:cNvSpPr>
            <a:spLocks noGrp="1"/>
          </p:cNvSpPr>
          <p:nvPr>
            <p:ph type="body" sz="quarter" idx="19" hasCustomPrompt="1"/>
          </p:nvPr>
        </p:nvSpPr>
        <p:spPr>
          <a:xfrm>
            <a:off x="4230688" y="5734229"/>
            <a:ext cx="3729037" cy="359062"/>
          </a:xfrm>
        </p:spPr>
        <p:txBody>
          <a:bodyPr/>
          <a:lstStyle>
            <a:lvl1pPr algn="ct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Insert Subtitle Here</a:t>
            </a:r>
          </a:p>
        </p:txBody>
      </p:sp>
      <p:sp>
        <p:nvSpPr>
          <p:cNvPr id="7" name="TextBox 6">
            <a:extLst>
              <a:ext uri="{FF2B5EF4-FFF2-40B4-BE49-F238E27FC236}">
                <a16:creationId xmlns:a16="http://schemas.microsoft.com/office/drawing/2014/main" id="{1493D312-F770-7D6E-FB8E-82169D48C736}"/>
              </a:ext>
            </a:extLst>
          </p:cNvPr>
          <p:cNvSpPr txBox="1"/>
          <p:nvPr userDrawn="1"/>
        </p:nvSpPr>
        <p:spPr>
          <a:xfrm>
            <a:off x="3161211" y="6296297"/>
            <a:ext cx="0" cy="0"/>
          </a:xfrm>
          <a:prstGeom prst="rect">
            <a:avLst/>
          </a:prstGeom>
        </p:spPr>
        <p:txBody>
          <a:bodyPr vert="horz" wrap="none" lIns="0" tIns="45720" rIns="90000" bIns="45720" numCol="1" spcCol="720000" rtlCol="0" anchor="t">
            <a:noAutofit/>
          </a:bodyPr>
          <a:lstStyle/>
          <a:p>
            <a:pPr algn="l">
              <a:lnSpc>
                <a:spcPts val="1100"/>
              </a:lnSpc>
            </a:pPr>
            <a:endParaRPr lang="en-US" sz="800" kern="1100" spc="-1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pic>
        <p:nvPicPr>
          <p:cNvPr id="8" name="Picture 7">
            <a:extLst>
              <a:ext uri="{FF2B5EF4-FFF2-40B4-BE49-F238E27FC236}">
                <a16:creationId xmlns:a16="http://schemas.microsoft.com/office/drawing/2014/main" id="{4F4BA482-1165-8FC3-AA27-41EB4F93BC3F}"/>
              </a:ext>
            </a:extLst>
          </p:cNvPr>
          <p:cNvPicPr>
            <a:picLocks noChangeAspect="1"/>
          </p:cNvPicPr>
          <p:nvPr userDrawn="1"/>
        </p:nvPicPr>
        <p:blipFill>
          <a:blip r:embed="rId2"/>
          <a:stretch>
            <a:fillRect/>
          </a:stretch>
        </p:blipFill>
        <p:spPr>
          <a:xfrm>
            <a:off x="4924729" y="306000"/>
            <a:ext cx="2340953" cy="1341048"/>
          </a:xfrm>
          <a:prstGeom prst="rect">
            <a:avLst/>
          </a:prstGeom>
        </p:spPr>
      </p:pic>
    </p:spTree>
    <p:extLst>
      <p:ext uri="{BB962C8B-B14F-4D97-AF65-F5344CB8AC3E}">
        <p14:creationId xmlns:p14="http://schemas.microsoft.com/office/powerpoint/2010/main" val="2116756378"/>
      </p:ext>
    </p:extLst>
  </p:cSld>
  <p:clrMapOvr>
    <a:masterClrMapping/>
  </p:clrMapOvr>
  <p:extLst>
    <p:ext uri="{DCECCB84-F9BA-43D5-87BE-67443E8EF086}">
      <p15:sldGuideLst xmlns:p15="http://schemas.microsoft.com/office/powerpoint/2012/main">
        <p15:guide id="1" orient="horz" pos="346">
          <p15:clr>
            <a:srgbClr val="FBAE40"/>
          </p15:clr>
        </p15:guide>
        <p15:guide id="2" orient="horz" pos="2260">
          <p15:clr>
            <a:srgbClr val="FBAE40"/>
          </p15:clr>
        </p15:guide>
        <p15:guide id="3" orient="horz" pos="3158">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 - Cover Page w/ Image">
    <p:bg>
      <p:bgPr>
        <a:solidFill>
          <a:srgbClr val="3D441E"/>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7053CFC-215C-9C19-88A6-15E575A014A9}"/>
              </a:ext>
            </a:extLst>
          </p:cNvPr>
          <p:cNvSpPr>
            <a:spLocks noGrp="1"/>
          </p:cNvSpPr>
          <p:nvPr>
            <p:ph type="pic" sz="quarter" idx="14"/>
          </p:nvPr>
        </p:nvSpPr>
        <p:spPr>
          <a:xfrm>
            <a:off x="13005" y="0"/>
            <a:ext cx="12192000" cy="6858000"/>
          </a:xfrm>
        </p:spPr>
        <p:txBody>
          <a:bodyPr anchor="ctr"/>
          <a:lstStyle/>
          <a:p>
            <a:endParaRPr lang="en-US"/>
          </a:p>
        </p:txBody>
      </p:sp>
      <p:sp>
        <p:nvSpPr>
          <p:cNvPr id="18" name="Picture Placeholder 17">
            <a:extLst>
              <a:ext uri="{FF2B5EF4-FFF2-40B4-BE49-F238E27FC236}">
                <a16:creationId xmlns:a16="http://schemas.microsoft.com/office/drawing/2014/main" id="{6F0271A5-7B04-8F1B-F51A-18CC28FE9C69}"/>
              </a:ext>
            </a:extLst>
          </p:cNvPr>
          <p:cNvSpPr>
            <a:spLocks noGrp="1" noChangeAspect="1"/>
          </p:cNvSpPr>
          <p:nvPr>
            <p:ph type="pic" sz="quarter" idx="16"/>
          </p:nvPr>
        </p:nvSpPr>
        <p:spPr>
          <a:xfrm>
            <a:off x="4924730" y="476671"/>
            <a:ext cx="2340952" cy="1008113"/>
          </a:xfrm>
          <a:blipFill>
            <a:blip r:embed="rId2">
              <a:extLst>
                <a:ext uri="{28A0092B-C50C-407E-A947-70E740481C1C}">
                  <a14:useLocalDpi xmlns:a14="http://schemas.microsoft.com/office/drawing/2010/main"/>
                </a:ext>
              </a:extLst>
            </a:blip>
            <a:stretch>
              <a:fillRect/>
            </a:stretch>
          </a:blipFill>
        </p:spPr>
        <p:txBody>
          <a:bodyPr>
            <a:noAutofit/>
          </a:bodyPr>
          <a:lstStyle/>
          <a:p>
            <a:endParaRPr lang="en-US"/>
          </a:p>
        </p:txBody>
      </p:sp>
      <p:sp>
        <p:nvSpPr>
          <p:cNvPr id="2" name="Title Placeholder 1">
            <a:extLst>
              <a:ext uri="{FF2B5EF4-FFF2-40B4-BE49-F238E27FC236}">
                <a16:creationId xmlns:a16="http://schemas.microsoft.com/office/drawing/2014/main" id="{08BE4809-7970-67C6-02AC-73B99B744DD2}"/>
              </a:ext>
            </a:extLst>
          </p:cNvPr>
          <p:cNvSpPr>
            <a:spLocks noGrp="1"/>
          </p:cNvSpPr>
          <p:nvPr>
            <p:ph type="title" hasCustomPrompt="1"/>
          </p:nvPr>
        </p:nvSpPr>
        <p:spPr>
          <a:xfrm>
            <a:off x="838200" y="2780928"/>
            <a:ext cx="10515600" cy="1325563"/>
          </a:xfrm>
          <a:prstGeom prst="rect">
            <a:avLst/>
          </a:prstGeom>
        </p:spPr>
        <p:txBody>
          <a:bodyPr vert="horz" lIns="0" tIns="45720" rIns="91440" bIns="45720" rtlCol="0" anchor="ctr" anchorCtr="0">
            <a:noAutofit/>
          </a:bodyPr>
          <a:lstStyle>
            <a:lvl1pPr algn="ctr">
              <a:lnSpc>
                <a:spcPct val="80000"/>
              </a:lnSpc>
              <a:defRPr sz="6000">
                <a:solidFill>
                  <a:schemeClr val="bg1"/>
                </a:solidFill>
              </a:defRPr>
            </a:lvl1pPr>
          </a:lstStyle>
          <a:p>
            <a:r>
              <a:rPr lang="en-US"/>
              <a:t>Insert Section Title Here</a:t>
            </a:r>
          </a:p>
        </p:txBody>
      </p:sp>
      <p:sp>
        <p:nvSpPr>
          <p:cNvPr id="3" name="Text Placeholder 4">
            <a:extLst>
              <a:ext uri="{FF2B5EF4-FFF2-40B4-BE49-F238E27FC236}">
                <a16:creationId xmlns:a16="http://schemas.microsoft.com/office/drawing/2014/main" id="{B9611137-C72B-DD35-706E-886494E01861}"/>
              </a:ext>
            </a:extLst>
          </p:cNvPr>
          <p:cNvSpPr>
            <a:spLocks noGrp="1"/>
          </p:cNvSpPr>
          <p:nvPr>
            <p:ph type="body" sz="quarter" idx="18" hasCustomPrompt="1"/>
          </p:nvPr>
        </p:nvSpPr>
        <p:spPr>
          <a:xfrm>
            <a:off x="4231482" y="6165304"/>
            <a:ext cx="3729037" cy="359062"/>
          </a:xfrm>
        </p:spPr>
        <p:txBody>
          <a:bodyPr anchor="t" anchorCtr="0"/>
          <a:lstStyle>
            <a:lvl1pPr algn="ct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Insert Subtitle Here</a:t>
            </a:r>
          </a:p>
        </p:txBody>
      </p:sp>
    </p:spTree>
    <p:extLst>
      <p:ext uri="{BB962C8B-B14F-4D97-AF65-F5344CB8AC3E}">
        <p14:creationId xmlns:p14="http://schemas.microsoft.com/office/powerpoint/2010/main" val="2719864824"/>
      </p:ext>
    </p:extLst>
  </p:cSld>
  <p:clrMapOvr>
    <a:masterClrMapping/>
  </p:clrMapOvr>
  <p:extLst>
    <p:ext uri="{DCECCB84-F9BA-43D5-87BE-67443E8EF086}">
      <p15:sldGuideLst xmlns:p15="http://schemas.microsoft.com/office/powerpoint/2012/main">
        <p15:guide id="1" orient="horz" pos="346">
          <p15:clr>
            <a:srgbClr val="FBAE40"/>
          </p15:clr>
        </p15:guide>
        <p15:guide id="2" orient="horz" pos="22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 - Section Title / Full Bleed">
    <p:bg>
      <p:bgPr>
        <a:solidFill>
          <a:srgbClr val="3D441E"/>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7053CFC-215C-9C19-88A6-15E575A014A9}"/>
              </a:ext>
            </a:extLst>
          </p:cNvPr>
          <p:cNvSpPr>
            <a:spLocks noGrp="1"/>
          </p:cNvSpPr>
          <p:nvPr>
            <p:ph type="pic" sz="quarter" idx="14"/>
          </p:nvPr>
        </p:nvSpPr>
        <p:spPr>
          <a:xfrm>
            <a:off x="0" y="1"/>
            <a:ext cx="12192000" cy="6858000"/>
          </a:xfrm>
        </p:spPr>
        <p:txBody>
          <a:bodyPr anchor="ctr"/>
          <a:lstStyle/>
          <a:p>
            <a:endParaRPr lang="en-US"/>
          </a:p>
        </p:txBody>
      </p:sp>
      <p:sp>
        <p:nvSpPr>
          <p:cNvPr id="2" name="Title Placeholder 1">
            <a:extLst>
              <a:ext uri="{FF2B5EF4-FFF2-40B4-BE49-F238E27FC236}">
                <a16:creationId xmlns:a16="http://schemas.microsoft.com/office/drawing/2014/main" id="{08BE4809-7970-67C6-02AC-73B99B744DD2}"/>
              </a:ext>
            </a:extLst>
          </p:cNvPr>
          <p:cNvSpPr>
            <a:spLocks noGrp="1"/>
          </p:cNvSpPr>
          <p:nvPr>
            <p:ph type="title" hasCustomPrompt="1"/>
          </p:nvPr>
        </p:nvSpPr>
        <p:spPr>
          <a:xfrm>
            <a:off x="838200" y="5085184"/>
            <a:ext cx="10515600" cy="1325563"/>
          </a:xfrm>
          <a:prstGeom prst="rect">
            <a:avLst/>
          </a:prstGeom>
        </p:spPr>
        <p:txBody>
          <a:bodyPr vert="horz" lIns="0" tIns="45720" rIns="91440" bIns="45720" rtlCol="0" anchor="b" anchorCtr="0">
            <a:noAutofit/>
          </a:bodyPr>
          <a:lstStyle>
            <a:lvl1pPr algn="ctr">
              <a:lnSpc>
                <a:spcPct val="80000"/>
              </a:lnSpc>
              <a:defRPr sz="6000">
                <a:solidFill>
                  <a:schemeClr val="bg1"/>
                </a:solidFill>
              </a:defRPr>
            </a:lvl1pPr>
          </a:lstStyle>
          <a:p>
            <a:r>
              <a:rPr lang="en-US"/>
              <a:t>Insert Section Title Here</a:t>
            </a:r>
          </a:p>
        </p:txBody>
      </p:sp>
      <p:sp>
        <p:nvSpPr>
          <p:cNvPr id="5" name="Picture Placeholder 17">
            <a:extLst>
              <a:ext uri="{FF2B5EF4-FFF2-40B4-BE49-F238E27FC236}">
                <a16:creationId xmlns:a16="http://schemas.microsoft.com/office/drawing/2014/main" id="{CB0C19AA-59D3-4A5E-A837-3F30BE9EE092}"/>
              </a:ext>
            </a:extLst>
          </p:cNvPr>
          <p:cNvSpPr>
            <a:spLocks noGrp="1" noChangeAspect="1"/>
          </p:cNvSpPr>
          <p:nvPr>
            <p:ph type="pic" sz="quarter" idx="16"/>
          </p:nvPr>
        </p:nvSpPr>
        <p:spPr>
          <a:xfrm>
            <a:off x="4924730" y="260647"/>
            <a:ext cx="2340952" cy="1008113"/>
          </a:xfrm>
          <a:blipFill>
            <a:blip r:embed="rId2">
              <a:extLst>
                <a:ext uri="{28A0092B-C50C-407E-A947-70E740481C1C}">
                  <a14:useLocalDpi xmlns:a14="http://schemas.microsoft.com/office/drawing/2010/main"/>
                </a:ext>
              </a:extLst>
            </a:blip>
            <a:stretch>
              <a:fillRect l="39543" t="25360" r="39543" b="25360"/>
            </a:stretch>
          </a:blipFill>
        </p:spPr>
        <p:txBody>
          <a:bodyPr>
            <a:noAutofit/>
          </a:bodyPr>
          <a:lstStyle/>
          <a:p>
            <a:endParaRPr lang="en-US"/>
          </a:p>
        </p:txBody>
      </p:sp>
    </p:spTree>
    <p:extLst>
      <p:ext uri="{BB962C8B-B14F-4D97-AF65-F5344CB8AC3E}">
        <p14:creationId xmlns:p14="http://schemas.microsoft.com/office/powerpoint/2010/main" val="246620166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4020">
          <p15:clr>
            <a:srgbClr val="FBAE40"/>
          </p15:clr>
        </p15:guide>
        <p15:guide id="3" orient="horz" pos="34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 - TOC">
    <p:bg>
      <p:bgPr>
        <a:solidFill>
          <a:srgbClr val="FFFCF9"/>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25DAD2A-3874-1999-D582-06CA60C2F6F5}"/>
              </a:ext>
            </a:extLst>
          </p:cNvPr>
          <p:cNvSpPr/>
          <p:nvPr userDrawn="1"/>
        </p:nvSpPr>
        <p:spPr>
          <a:xfrm>
            <a:off x="6164263" y="0"/>
            <a:ext cx="6027737" cy="6858000"/>
          </a:xfrm>
          <a:prstGeom prst="rect">
            <a:avLst/>
          </a:prstGeom>
          <a:solidFill>
            <a:srgbClr val="CBC4B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able Placeholder 11">
            <a:extLst>
              <a:ext uri="{FF2B5EF4-FFF2-40B4-BE49-F238E27FC236}">
                <a16:creationId xmlns:a16="http://schemas.microsoft.com/office/drawing/2014/main" id="{3C1C79BC-6B91-F0A9-C5F8-653085B1A7CB}"/>
              </a:ext>
            </a:extLst>
          </p:cNvPr>
          <p:cNvSpPr>
            <a:spLocks noGrp="1"/>
          </p:cNvSpPr>
          <p:nvPr>
            <p:ph type="tbl" sz="quarter" idx="12"/>
          </p:nvPr>
        </p:nvSpPr>
        <p:spPr>
          <a:xfrm>
            <a:off x="8096250" y="3973438"/>
            <a:ext cx="3729038" cy="2408312"/>
          </a:xfrm>
        </p:spPr>
        <p:txBody>
          <a:bodyPr/>
          <a:lstStyle/>
          <a:p>
            <a:endParaRPr lang="en-US"/>
          </a:p>
        </p:txBody>
      </p:sp>
      <p:sp>
        <p:nvSpPr>
          <p:cNvPr id="3" name="Text Placeholder 2">
            <a:extLst>
              <a:ext uri="{FF2B5EF4-FFF2-40B4-BE49-F238E27FC236}">
                <a16:creationId xmlns:a16="http://schemas.microsoft.com/office/drawing/2014/main" id="{912837CF-AE69-C65D-9CF8-9CC0D10B7541}"/>
              </a:ext>
            </a:extLst>
          </p:cNvPr>
          <p:cNvSpPr>
            <a:spLocks noGrp="1"/>
          </p:cNvSpPr>
          <p:nvPr>
            <p:ph type="body" sz="quarter" idx="13" hasCustomPrompt="1"/>
          </p:nvPr>
        </p:nvSpPr>
        <p:spPr>
          <a:xfrm>
            <a:off x="334963" y="627601"/>
            <a:ext cx="5256212" cy="1943100"/>
          </a:xfrm>
        </p:spPr>
        <p:txBody>
          <a:bodyPr/>
          <a:lstStyle>
            <a:lvl1pPr>
              <a:lnSpc>
                <a:spcPct val="70000"/>
              </a:lnSpc>
              <a:spcAft>
                <a:spcPts val="1000"/>
              </a:spcAft>
              <a:defRPr sz="6000">
                <a:solidFill>
                  <a:schemeClr val="tx2"/>
                </a:solidFill>
                <a:latin typeface="Saol Display Light" pitchFamily="2" charset="77"/>
              </a:defRPr>
            </a:lvl1pPr>
          </a:lstStyle>
          <a:p>
            <a:pPr lvl="0"/>
            <a:r>
              <a:rPr lang="en-US"/>
              <a:t>Table of Contents</a:t>
            </a:r>
          </a:p>
        </p:txBody>
      </p:sp>
    </p:spTree>
    <p:extLst>
      <p:ext uri="{BB962C8B-B14F-4D97-AF65-F5344CB8AC3E}">
        <p14:creationId xmlns:p14="http://schemas.microsoft.com/office/powerpoint/2010/main" val="2799109648"/>
      </p:ext>
    </p:extLst>
  </p:cSld>
  <p:clrMapOvr>
    <a:masterClrMapping/>
  </p:clrMapOvr>
  <p:extLst>
    <p:ext uri="{DCECCB84-F9BA-43D5-87BE-67443E8EF086}">
      <p15:sldGuideLst xmlns:p15="http://schemas.microsoft.com/office/powerpoint/2012/main">
        <p15:guide id="1" orient="horz" pos="391">
          <p15:clr>
            <a:srgbClr val="FBAE40"/>
          </p15:clr>
        </p15:guide>
        <p15:guide id="2" orient="horz" pos="402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 - TOC w/ Image">
    <p:bg>
      <p:bgPr>
        <a:solidFill>
          <a:srgbClr val="FFFCF9"/>
        </a:solidFill>
        <a:effectLst/>
      </p:bgPr>
    </p:bg>
    <p:spTree>
      <p:nvGrpSpPr>
        <p:cNvPr id="1" name=""/>
        <p:cNvGrpSpPr/>
        <p:nvPr/>
      </p:nvGrpSpPr>
      <p:grpSpPr>
        <a:xfrm>
          <a:off x="0" y="0"/>
          <a:ext cx="0" cy="0"/>
          <a:chOff x="0" y="0"/>
          <a:chExt cx="0" cy="0"/>
        </a:xfrm>
      </p:grpSpPr>
      <p:sp>
        <p:nvSpPr>
          <p:cNvPr id="12" name="Table Placeholder 11">
            <a:extLst>
              <a:ext uri="{FF2B5EF4-FFF2-40B4-BE49-F238E27FC236}">
                <a16:creationId xmlns:a16="http://schemas.microsoft.com/office/drawing/2014/main" id="{8FA2D4C4-20C3-F298-9CBE-5677856F4081}"/>
              </a:ext>
            </a:extLst>
          </p:cNvPr>
          <p:cNvSpPr>
            <a:spLocks noGrp="1"/>
          </p:cNvSpPr>
          <p:nvPr>
            <p:ph type="tbl" sz="quarter" idx="12"/>
          </p:nvPr>
        </p:nvSpPr>
        <p:spPr>
          <a:xfrm>
            <a:off x="334963" y="4221088"/>
            <a:ext cx="3759200" cy="2408312"/>
          </a:xfrm>
        </p:spPr>
        <p:txBody>
          <a:bodyPr anchor="b"/>
          <a:lstStyle/>
          <a:p>
            <a:endParaRPr lang="en-US"/>
          </a:p>
        </p:txBody>
      </p:sp>
      <p:sp>
        <p:nvSpPr>
          <p:cNvPr id="5" name="Picture Placeholder 4">
            <a:extLst>
              <a:ext uri="{FF2B5EF4-FFF2-40B4-BE49-F238E27FC236}">
                <a16:creationId xmlns:a16="http://schemas.microsoft.com/office/drawing/2014/main" id="{77724F2C-6724-9951-6BE5-261C2843E259}"/>
              </a:ext>
            </a:extLst>
          </p:cNvPr>
          <p:cNvSpPr>
            <a:spLocks noGrp="1"/>
          </p:cNvSpPr>
          <p:nvPr>
            <p:ph type="pic" sz="quarter" idx="13"/>
          </p:nvPr>
        </p:nvSpPr>
        <p:spPr>
          <a:xfrm>
            <a:off x="6164263" y="0"/>
            <a:ext cx="6027737" cy="6858000"/>
          </a:xfrm>
        </p:spPr>
        <p:txBody>
          <a:bodyPr/>
          <a:lstStyle/>
          <a:p>
            <a:endParaRPr lang="en-US"/>
          </a:p>
        </p:txBody>
      </p:sp>
      <p:sp>
        <p:nvSpPr>
          <p:cNvPr id="2" name="Text Placeholder 2">
            <a:extLst>
              <a:ext uri="{FF2B5EF4-FFF2-40B4-BE49-F238E27FC236}">
                <a16:creationId xmlns:a16="http://schemas.microsoft.com/office/drawing/2014/main" id="{40BC418F-2576-BCC6-4BF3-BE3C074EC86F}"/>
              </a:ext>
            </a:extLst>
          </p:cNvPr>
          <p:cNvSpPr>
            <a:spLocks noGrp="1"/>
          </p:cNvSpPr>
          <p:nvPr>
            <p:ph type="body" sz="quarter" idx="14" hasCustomPrompt="1"/>
          </p:nvPr>
        </p:nvSpPr>
        <p:spPr>
          <a:xfrm>
            <a:off x="334963" y="627601"/>
            <a:ext cx="5256212" cy="1943100"/>
          </a:xfrm>
        </p:spPr>
        <p:txBody>
          <a:bodyPr/>
          <a:lstStyle>
            <a:lvl1pPr>
              <a:lnSpc>
                <a:spcPct val="70000"/>
              </a:lnSpc>
              <a:spcAft>
                <a:spcPts val="1000"/>
              </a:spcAft>
              <a:defRPr sz="6000">
                <a:solidFill>
                  <a:schemeClr val="tx2"/>
                </a:solidFill>
                <a:latin typeface="Saol Display Light" pitchFamily="2" charset="77"/>
              </a:defRPr>
            </a:lvl1pPr>
          </a:lstStyle>
          <a:p>
            <a:pPr lvl="0"/>
            <a:r>
              <a:rPr lang="en-US"/>
              <a:t>Table of Contents</a:t>
            </a:r>
          </a:p>
        </p:txBody>
      </p:sp>
    </p:spTree>
    <p:extLst>
      <p:ext uri="{BB962C8B-B14F-4D97-AF65-F5344CB8AC3E}">
        <p14:creationId xmlns:p14="http://schemas.microsoft.com/office/powerpoint/2010/main" val="2418728654"/>
      </p:ext>
    </p:extLst>
  </p:cSld>
  <p:clrMapOvr>
    <a:masterClrMapping/>
  </p:clrMapOvr>
  <p:extLst>
    <p:ext uri="{DCECCB84-F9BA-43D5-87BE-67443E8EF086}">
      <p15:sldGuideLst xmlns:p15="http://schemas.microsoft.com/office/powerpoint/2012/main">
        <p15:guide id="1" orient="horz" pos="39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 - TOC (4 Column)">
    <p:bg>
      <p:bgPr>
        <a:solidFill>
          <a:srgbClr val="FFFCF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32F0E0-209B-05DE-91B4-16BEB400BC44}"/>
              </a:ext>
            </a:extLst>
          </p:cNvPr>
          <p:cNvSpPr txBox="1"/>
          <p:nvPr userDrawn="1"/>
        </p:nvSpPr>
        <p:spPr>
          <a:xfrm>
            <a:off x="3307976" y="4545106"/>
            <a:ext cx="0" cy="0"/>
          </a:xfrm>
          <a:prstGeom prst="rect">
            <a:avLst/>
          </a:prstGeom>
        </p:spPr>
        <p:txBody>
          <a:bodyPr vert="horz" wrap="none" lIns="0" tIns="45720" rIns="90000" bIns="45720" numCol="1" spcCol="720000" rtlCol="0" anchor="ctr">
            <a:noAutofit/>
          </a:bodyPr>
          <a:lstStyle/>
          <a:p>
            <a:pPr algn="l">
              <a:lnSpc>
                <a:spcPct val="110000"/>
              </a:lnSpc>
            </a:pPr>
            <a:endParaRPr lang="en-US" sz="800" kern="1100" spc="-1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cxnSp>
        <p:nvCxnSpPr>
          <p:cNvPr id="3" name="Straight Connector 2">
            <a:extLst>
              <a:ext uri="{FF2B5EF4-FFF2-40B4-BE49-F238E27FC236}">
                <a16:creationId xmlns:a16="http://schemas.microsoft.com/office/drawing/2014/main" id="{409FF97C-1D2B-A812-2FA7-5C6B4388BDC6}"/>
              </a:ext>
            </a:extLst>
          </p:cNvPr>
          <p:cNvCxnSpPr>
            <a:cxnSpLocks/>
          </p:cNvCxnSpPr>
          <p:nvPr userDrawn="1"/>
        </p:nvCxnSpPr>
        <p:spPr>
          <a:xfrm>
            <a:off x="335360" y="444624"/>
            <a:ext cx="11105041" cy="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pic>
        <p:nvPicPr>
          <p:cNvPr id="4" name="Picture 3" descr="A black tree with leaves&#10;&#10;Description automatically generated">
            <a:extLst>
              <a:ext uri="{FF2B5EF4-FFF2-40B4-BE49-F238E27FC236}">
                <a16:creationId xmlns:a16="http://schemas.microsoft.com/office/drawing/2014/main" id="{772D43C8-7538-00E3-6768-14D1B128B793}"/>
              </a:ext>
            </a:extLst>
          </p:cNvPr>
          <p:cNvPicPr>
            <a:picLocks noChangeAspect="1"/>
          </p:cNvPicPr>
          <p:nvPr userDrawn="1"/>
        </p:nvPicPr>
        <p:blipFill>
          <a:blip r:embed="rId2"/>
          <a:stretch>
            <a:fillRect/>
          </a:stretch>
        </p:blipFill>
        <p:spPr>
          <a:xfrm>
            <a:off x="11440401" y="188640"/>
            <a:ext cx="488247" cy="495124"/>
          </a:xfrm>
          <a:prstGeom prst="rect">
            <a:avLst/>
          </a:prstGeom>
        </p:spPr>
      </p:pic>
      <p:sp>
        <p:nvSpPr>
          <p:cNvPr id="5" name="Text Placeholder 51">
            <a:extLst>
              <a:ext uri="{FF2B5EF4-FFF2-40B4-BE49-F238E27FC236}">
                <a16:creationId xmlns:a16="http://schemas.microsoft.com/office/drawing/2014/main" id="{EAE9F338-FE2D-3DF1-BAB8-BCF373168897}"/>
              </a:ext>
            </a:extLst>
          </p:cNvPr>
          <p:cNvSpPr>
            <a:spLocks noGrp="1"/>
          </p:cNvSpPr>
          <p:nvPr>
            <p:ph type="body" sz="quarter" idx="16" hasCustomPrompt="1"/>
          </p:nvPr>
        </p:nvSpPr>
        <p:spPr>
          <a:xfrm>
            <a:off x="334963" y="5269162"/>
            <a:ext cx="2792412" cy="672236"/>
          </a:xfrm>
        </p:spPr>
        <p:txBody>
          <a:bodyPr/>
          <a:lstStyle>
            <a:lvl1pPr>
              <a:lnSpc>
                <a:spcPct val="110000"/>
              </a:lnSpc>
              <a:spcAft>
                <a:spcPts val="1000"/>
              </a:spcAft>
              <a:defRPr sz="1600">
                <a:solidFill>
                  <a:schemeClr val="tx1"/>
                </a:solidFill>
              </a:defRPr>
            </a:lvl1pPr>
          </a:lstStyle>
          <a:p>
            <a:pPr lvl="0"/>
            <a:r>
              <a:rPr lang="en-US"/>
              <a:t>Insert Title Here</a:t>
            </a:r>
          </a:p>
        </p:txBody>
      </p:sp>
      <p:sp>
        <p:nvSpPr>
          <p:cNvPr id="8" name="Text Placeholder 2">
            <a:extLst>
              <a:ext uri="{FF2B5EF4-FFF2-40B4-BE49-F238E27FC236}">
                <a16:creationId xmlns:a16="http://schemas.microsoft.com/office/drawing/2014/main" id="{ED5E3401-54F5-29E0-CA9F-CA96DFF71E67}"/>
              </a:ext>
            </a:extLst>
          </p:cNvPr>
          <p:cNvSpPr>
            <a:spLocks noGrp="1"/>
          </p:cNvSpPr>
          <p:nvPr>
            <p:ph type="body" sz="quarter" idx="22" hasCustomPrompt="1"/>
          </p:nvPr>
        </p:nvSpPr>
        <p:spPr>
          <a:xfrm>
            <a:off x="334963" y="4509120"/>
            <a:ext cx="2792412" cy="672228"/>
          </a:xfrm>
        </p:spPr>
        <p:txBody>
          <a:bodyPr anchor="ctr"/>
          <a:lstStyle>
            <a:lvl2pPr>
              <a:lnSpc>
                <a:spcPct val="110000"/>
              </a:lnSpc>
              <a:buNone/>
              <a:defRPr sz="4000" b="0" i="0">
                <a:solidFill>
                  <a:srgbClr val="3D441E"/>
                </a:solidFill>
                <a:latin typeface="Saol Display Light" pitchFamily="2" charset="77"/>
              </a:defRPr>
            </a:lvl2pPr>
          </a:lstStyle>
          <a:p>
            <a:pPr lvl="1"/>
            <a:r>
              <a:rPr lang="en-US"/>
              <a:t>1</a:t>
            </a:r>
          </a:p>
        </p:txBody>
      </p:sp>
      <p:sp>
        <p:nvSpPr>
          <p:cNvPr id="9" name="TextBox 8">
            <a:extLst>
              <a:ext uri="{FF2B5EF4-FFF2-40B4-BE49-F238E27FC236}">
                <a16:creationId xmlns:a16="http://schemas.microsoft.com/office/drawing/2014/main" id="{E12B8CF6-3148-5CB1-B268-BA05CD8CA4AD}"/>
              </a:ext>
            </a:extLst>
          </p:cNvPr>
          <p:cNvSpPr txBox="1"/>
          <p:nvPr userDrawn="1"/>
        </p:nvSpPr>
        <p:spPr>
          <a:xfrm>
            <a:off x="4168588" y="5002306"/>
            <a:ext cx="0" cy="0"/>
          </a:xfrm>
          <a:prstGeom prst="rect">
            <a:avLst/>
          </a:prstGeom>
        </p:spPr>
        <p:txBody>
          <a:bodyPr vert="horz" wrap="none" lIns="0" tIns="45720" rIns="90000" bIns="45720" numCol="1" spcCol="720000" rtlCol="0" anchor="ctr">
            <a:noAutofit/>
          </a:bodyPr>
          <a:lstStyle/>
          <a:p>
            <a:pPr algn="l">
              <a:lnSpc>
                <a:spcPct val="110000"/>
              </a:lnSpc>
            </a:pPr>
            <a:endParaRPr lang="en-US" sz="800" kern="1100" spc="-1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sp>
        <p:nvSpPr>
          <p:cNvPr id="11" name="Text Placeholder 51">
            <a:extLst>
              <a:ext uri="{FF2B5EF4-FFF2-40B4-BE49-F238E27FC236}">
                <a16:creationId xmlns:a16="http://schemas.microsoft.com/office/drawing/2014/main" id="{E838E26E-E180-87D6-FC17-03A872A1DD56}"/>
              </a:ext>
            </a:extLst>
          </p:cNvPr>
          <p:cNvSpPr>
            <a:spLocks noGrp="1"/>
          </p:cNvSpPr>
          <p:nvPr>
            <p:ph type="body" sz="quarter" idx="23" hasCustomPrompt="1"/>
          </p:nvPr>
        </p:nvSpPr>
        <p:spPr>
          <a:xfrm>
            <a:off x="3279868" y="5269162"/>
            <a:ext cx="2741147" cy="672219"/>
          </a:xfrm>
        </p:spPr>
        <p:txBody>
          <a:bodyPr/>
          <a:lstStyle>
            <a:lvl1pPr>
              <a:lnSpc>
                <a:spcPct val="110000"/>
              </a:lnSpc>
              <a:spcAft>
                <a:spcPts val="1000"/>
              </a:spcAft>
              <a:defRPr sz="1600">
                <a:solidFill>
                  <a:schemeClr val="tx1"/>
                </a:solidFill>
              </a:defRPr>
            </a:lvl1pPr>
          </a:lstStyle>
          <a:p>
            <a:pPr lvl="0"/>
            <a:r>
              <a:rPr lang="en-US"/>
              <a:t>Insert title here</a:t>
            </a:r>
          </a:p>
        </p:txBody>
      </p:sp>
      <p:sp>
        <p:nvSpPr>
          <p:cNvPr id="13" name="TextBox 12">
            <a:extLst>
              <a:ext uri="{FF2B5EF4-FFF2-40B4-BE49-F238E27FC236}">
                <a16:creationId xmlns:a16="http://schemas.microsoft.com/office/drawing/2014/main" id="{85E9CB23-5C30-9028-D655-21865B54564A}"/>
              </a:ext>
            </a:extLst>
          </p:cNvPr>
          <p:cNvSpPr txBox="1"/>
          <p:nvPr userDrawn="1"/>
        </p:nvSpPr>
        <p:spPr>
          <a:xfrm>
            <a:off x="4343400" y="5809129"/>
            <a:ext cx="0" cy="0"/>
          </a:xfrm>
          <a:prstGeom prst="rect">
            <a:avLst/>
          </a:prstGeom>
        </p:spPr>
        <p:txBody>
          <a:bodyPr vert="horz" wrap="none" lIns="0" tIns="45720" rIns="90000" bIns="45720" numCol="1" spcCol="720000" rtlCol="0" anchor="t">
            <a:noAutofit/>
          </a:bodyPr>
          <a:lstStyle/>
          <a:p>
            <a:pPr algn="l">
              <a:lnSpc>
                <a:spcPct val="110000"/>
              </a:lnSpc>
            </a:pPr>
            <a:endParaRPr lang="en-US" sz="800" kern="1100" spc="-1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sp>
        <p:nvSpPr>
          <p:cNvPr id="14" name="Text Placeholder 51">
            <a:extLst>
              <a:ext uri="{FF2B5EF4-FFF2-40B4-BE49-F238E27FC236}">
                <a16:creationId xmlns:a16="http://schemas.microsoft.com/office/drawing/2014/main" id="{C5AE6E88-28BF-E58E-996E-2A3B2355ABE4}"/>
              </a:ext>
            </a:extLst>
          </p:cNvPr>
          <p:cNvSpPr>
            <a:spLocks noGrp="1"/>
          </p:cNvSpPr>
          <p:nvPr>
            <p:ph type="body" sz="quarter" idx="25" hasCustomPrompt="1"/>
          </p:nvPr>
        </p:nvSpPr>
        <p:spPr>
          <a:xfrm>
            <a:off x="6170986" y="5269162"/>
            <a:ext cx="2755527" cy="672221"/>
          </a:xfrm>
        </p:spPr>
        <p:txBody>
          <a:bodyPr/>
          <a:lstStyle>
            <a:lvl1pPr>
              <a:lnSpc>
                <a:spcPct val="110000"/>
              </a:lnSpc>
              <a:spcAft>
                <a:spcPts val="1000"/>
              </a:spcAft>
              <a:defRPr sz="1600">
                <a:solidFill>
                  <a:schemeClr val="tx1"/>
                </a:solidFill>
              </a:defRPr>
            </a:lvl1pPr>
          </a:lstStyle>
          <a:p>
            <a:pPr lvl="0"/>
            <a:r>
              <a:rPr lang="en-US"/>
              <a:t>Insert title here</a:t>
            </a:r>
          </a:p>
        </p:txBody>
      </p:sp>
      <p:sp>
        <p:nvSpPr>
          <p:cNvPr id="16" name="Text Placeholder 51">
            <a:extLst>
              <a:ext uri="{FF2B5EF4-FFF2-40B4-BE49-F238E27FC236}">
                <a16:creationId xmlns:a16="http://schemas.microsoft.com/office/drawing/2014/main" id="{FEABE9F2-90FD-DE41-3275-326620CB15F8}"/>
              </a:ext>
            </a:extLst>
          </p:cNvPr>
          <p:cNvSpPr>
            <a:spLocks noGrp="1"/>
          </p:cNvSpPr>
          <p:nvPr>
            <p:ph type="body" sz="quarter" idx="27" hasCustomPrompt="1"/>
          </p:nvPr>
        </p:nvSpPr>
        <p:spPr>
          <a:xfrm>
            <a:off x="9075551" y="5269162"/>
            <a:ext cx="2755527" cy="672221"/>
          </a:xfrm>
        </p:spPr>
        <p:txBody>
          <a:bodyPr/>
          <a:lstStyle>
            <a:lvl1pPr>
              <a:lnSpc>
                <a:spcPct val="110000"/>
              </a:lnSpc>
              <a:spcAft>
                <a:spcPts val="1000"/>
              </a:spcAft>
              <a:defRPr sz="1600">
                <a:solidFill>
                  <a:schemeClr val="tx1"/>
                </a:solidFill>
              </a:defRPr>
            </a:lvl1pPr>
          </a:lstStyle>
          <a:p>
            <a:pPr lvl="0"/>
            <a:r>
              <a:rPr lang="en-US"/>
              <a:t>Insert title here</a:t>
            </a:r>
          </a:p>
        </p:txBody>
      </p:sp>
      <p:sp>
        <p:nvSpPr>
          <p:cNvPr id="18" name="TextBox 17">
            <a:extLst>
              <a:ext uri="{FF2B5EF4-FFF2-40B4-BE49-F238E27FC236}">
                <a16:creationId xmlns:a16="http://schemas.microsoft.com/office/drawing/2014/main" id="{F1630721-8D90-CC45-C1F8-E6DEED755569}"/>
              </a:ext>
            </a:extLst>
          </p:cNvPr>
          <p:cNvSpPr txBox="1"/>
          <p:nvPr userDrawn="1"/>
        </p:nvSpPr>
        <p:spPr>
          <a:xfrm>
            <a:off x="9238129" y="4666129"/>
            <a:ext cx="0" cy="0"/>
          </a:xfrm>
          <a:prstGeom prst="rect">
            <a:avLst/>
          </a:prstGeom>
        </p:spPr>
        <p:txBody>
          <a:bodyPr vert="horz" wrap="none" lIns="0" tIns="45720" rIns="90000" bIns="45720" numCol="1" spcCol="720000" rtlCol="0" anchor="ctr">
            <a:noAutofit/>
          </a:bodyPr>
          <a:lstStyle/>
          <a:p>
            <a:pPr algn="l">
              <a:lnSpc>
                <a:spcPct val="110000"/>
              </a:lnSpc>
            </a:pPr>
            <a:endParaRPr lang="en-US" sz="800" kern="1100" spc="-1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sp>
        <p:nvSpPr>
          <p:cNvPr id="19" name="TextBox 18">
            <a:extLst>
              <a:ext uri="{FF2B5EF4-FFF2-40B4-BE49-F238E27FC236}">
                <a16:creationId xmlns:a16="http://schemas.microsoft.com/office/drawing/2014/main" id="{EA118B93-711A-E2C9-CCD2-73F6887BED60}"/>
              </a:ext>
            </a:extLst>
          </p:cNvPr>
          <p:cNvSpPr txBox="1"/>
          <p:nvPr userDrawn="1"/>
        </p:nvSpPr>
        <p:spPr>
          <a:xfrm>
            <a:off x="7826188" y="4114800"/>
            <a:ext cx="0" cy="0"/>
          </a:xfrm>
          <a:prstGeom prst="rect">
            <a:avLst/>
          </a:prstGeom>
        </p:spPr>
        <p:txBody>
          <a:bodyPr vert="horz" wrap="none" lIns="0" tIns="45720" rIns="90000" bIns="45720" numCol="1" spcCol="720000" rtlCol="0" anchor="t">
            <a:noAutofit/>
          </a:bodyPr>
          <a:lstStyle/>
          <a:p>
            <a:pPr algn="l">
              <a:lnSpc>
                <a:spcPct val="110000"/>
              </a:lnSpc>
            </a:pPr>
            <a:endParaRPr lang="en-US" sz="800" kern="1100" spc="-1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sp>
        <p:nvSpPr>
          <p:cNvPr id="20" name="Text Placeholder 2">
            <a:extLst>
              <a:ext uri="{FF2B5EF4-FFF2-40B4-BE49-F238E27FC236}">
                <a16:creationId xmlns:a16="http://schemas.microsoft.com/office/drawing/2014/main" id="{31258C75-BEBF-2FF6-D942-C99CDE67F768}"/>
              </a:ext>
            </a:extLst>
          </p:cNvPr>
          <p:cNvSpPr>
            <a:spLocks noGrp="1"/>
          </p:cNvSpPr>
          <p:nvPr>
            <p:ph type="body" sz="quarter" idx="28" hasCustomPrompt="1"/>
          </p:nvPr>
        </p:nvSpPr>
        <p:spPr>
          <a:xfrm>
            <a:off x="3274932" y="4509120"/>
            <a:ext cx="2756207" cy="672228"/>
          </a:xfrm>
        </p:spPr>
        <p:txBody>
          <a:bodyPr anchor="ctr"/>
          <a:lstStyle>
            <a:lvl2pPr>
              <a:lnSpc>
                <a:spcPct val="110000"/>
              </a:lnSpc>
              <a:buNone/>
              <a:defRPr sz="4000" b="0" i="0">
                <a:solidFill>
                  <a:srgbClr val="3D441E"/>
                </a:solidFill>
                <a:latin typeface="Saol Display Light" pitchFamily="2" charset="77"/>
              </a:defRPr>
            </a:lvl2pPr>
          </a:lstStyle>
          <a:p>
            <a:pPr lvl="1"/>
            <a:r>
              <a:rPr lang="en-US"/>
              <a:t>2</a:t>
            </a:r>
          </a:p>
        </p:txBody>
      </p:sp>
      <p:sp>
        <p:nvSpPr>
          <p:cNvPr id="21" name="Text Placeholder 2">
            <a:extLst>
              <a:ext uri="{FF2B5EF4-FFF2-40B4-BE49-F238E27FC236}">
                <a16:creationId xmlns:a16="http://schemas.microsoft.com/office/drawing/2014/main" id="{E14FD2D9-3F3E-35A1-383C-58D868083067}"/>
              </a:ext>
            </a:extLst>
          </p:cNvPr>
          <p:cNvSpPr>
            <a:spLocks noGrp="1"/>
          </p:cNvSpPr>
          <p:nvPr>
            <p:ph type="body" sz="quarter" idx="29" hasCustomPrompt="1"/>
          </p:nvPr>
        </p:nvSpPr>
        <p:spPr>
          <a:xfrm>
            <a:off x="6180177" y="4509120"/>
            <a:ext cx="2746336" cy="672228"/>
          </a:xfrm>
        </p:spPr>
        <p:txBody>
          <a:bodyPr anchor="ctr"/>
          <a:lstStyle>
            <a:lvl2pPr>
              <a:lnSpc>
                <a:spcPct val="110000"/>
              </a:lnSpc>
              <a:buNone/>
              <a:defRPr sz="4000" b="0" i="0">
                <a:solidFill>
                  <a:srgbClr val="3D441E"/>
                </a:solidFill>
                <a:latin typeface="Saol Display Light" pitchFamily="2" charset="77"/>
              </a:defRPr>
            </a:lvl2pPr>
          </a:lstStyle>
          <a:p>
            <a:pPr lvl="1"/>
            <a:r>
              <a:rPr lang="en-US"/>
              <a:t>3</a:t>
            </a:r>
          </a:p>
        </p:txBody>
      </p:sp>
      <p:sp>
        <p:nvSpPr>
          <p:cNvPr id="22" name="Text Placeholder 2">
            <a:extLst>
              <a:ext uri="{FF2B5EF4-FFF2-40B4-BE49-F238E27FC236}">
                <a16:creationId xmlns:a16="http://schemas.microsoft.com/office/drawing/2014/main" id="{671B1ED5-550A-886F-64C9-41286E37FCBA}"/>
              </a:ext>
            </a:extLst>
          </p:cNvPr>
          <p:cNvSpPr>
            <a:spLocks noGrp="1"/>
          </p:cNvSpPr>
          <p:nvPr>
            <p:ph type="body" sz="quarter" idx="30" hasCustomPrompt="1"/>
          </p:nvPr>
        </p:nvSpPr>
        <p:spPr>
          <a:xfrm>
            <a:off x="9075551" y="4509120"/>
            <a:ext cx="2746336" cy="672228"/>
          </a:xfrm>
        </p:spPr>
        <p:txBody>
          <a:bodyPr anchor="ctr"/>
          <a:lstStyle>
            <a:lvl2pPr>
              <a:lnSpc>
                <a:spcPct val="110000"/>
              </a:lnSpc>
              <a:buNone/>
              <a:defRPr sz="4000" b="0" i="0">
                <a:solidFill>
                  <a:srgbClr val="3D441E"/>
                </a:solidFill>
                <a:latin typeface="Saol Display Light" pitchFamily="2" charset="77"/>
              </a:defRPr>
            </a:lvl2pPr>
          </a:lstStyle>
          <a:p>
            <a:pPr lvl="1"/>
            <a:r>
              <a:rPr lang="en-US"/>
              <a:t>4</a:t>
            </a:r>
          </a:p>
        </p:txBody>
      </p:sp>
      <p:sp>
        <p:nvSpPr>
          <p:cNvPr id="23" name="Text Placeholder 51">
            <a:extLst>
              <a:ext uri="{FF2B5EF4-FFF2-40B4-BE49-F238E27FC236}">
                <a16:creationId xmlns:a16="http://schemas.microsoft.com/office/drawing/2014/main" id="{4792A092-6EF6-E417-2BBE-5A78C05C70F6}"/>
              </a:ext>
            </a:extLst>
          </p:cNvPr>
          <p:cNvSpPr>
            <a:spLocks noGrp="1"/>
          </p:cNvSpPr>
          <p:nvPr>
            <p:ph type="body" sz="quarter" idx="31" hasCustomPrompt="1"/>
          </p:nvPr>
        </p:nvSpPr>
        <p:spPr>
          <a:xfrm>
            <a:off x="334963" y="6165936"/>
            <a:ext cx="2792412" cy="392088"/>
          </a:xfrm>
        </p:spPr>
        <p:txBody>
          <a:bodyPr/>
          <a:lstStyle>
            <a:lvl1pPr>
              <a:lnSpc>
                <a:spcPct val="110000"/>
              </a:lnSpc>
              <a:spcAft>
                <a:spcPts val="0"/>
              </a:spcAft>
              <a:defRPr sz="1300" b="0" spc="0" baseline="0">
                <a:solidFill>
                  <a:srgbClr val="B3A79D"/>
                </a:solidFill>
              </a:defRPr>
            </a:lvl1pPr>
          </a:lstStyle>
          <a:p>
            <a:pPr lvl="0"/>
            <a:r>
              <a:rPr lang="en-US"/>
              <a:t>X minutes</a:t>
            </a:r>
          </a:p>
        </p:txBody>
      </p:sp>
      <p:cxnSp>
        <p:nvCxnSpPr>
          <p:cNvPr id="29" name="Straight Connector 28">
            <a:extLst>
              <a:ext uri="{FF2B5EF4-FFF2-40B4-BE49-F238E27FC236}">
                <a16:creationId xmlns:a16="http://schemas.microsoft.com/office/drawing/2014/main" id="{6595D953-B831-ACE5-B5FD-AE5A46F27E90}"/>
              </a:ext>
            </a:extLst>
          </p:cNvPr>
          <p:cNvCxnSpPr>
            <a:cxnSpLocks/>
          </p:cNvCxnSpPr>
          <p:nvPr userDrawn="1"/>
        </p:nvCxnSpPr>
        <p:spPr>
          <a:xfrm>
            <a:off x="335360" y="6093296"/>
            <a:ext cx="11495718"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30" name="Text Placeholder 51">
            <a:extLst>
              <a:ext uri="{FF2B5EF4-FFF2-40B4-BE49-F238E27FC236}">
                <a16:creationId xmlns:a16="http://schemas.microsoft.com/office/drawing/2014/main" id="{F35196D8-5CA0-81C0-D232-B1B3822D25F6}"/>
              </a:ext>
            </a:extLst>
          </p:cNvPr>
          <p:cNvSpPr>
            <a:spLocks noGrp="1"/>
          </p:cNvSpPr>
          <p:nvPr>
            <p:ph type="body" sz="quarter" idx="32" hasCustomPrompt="1"/>
          </p:nvPr>
        </p:nvSpPr>
        <p:spPr>
          <a:xfrm>
            <a:off x="3274933" y="6165936"/>
            <a:ext cx="2741147" cy="392088"/>
          </a:xfrm>
        </p:spPr>
        <p:txBody>
          <a:bodyPr/>
          <a:lstStyle>
            <a:lvl1pPr>
              <a:lnSpc>
                <a:spcPct val="110000"/>
              </a:lnSpc>
              <a:spcAft>
                <a:spcPts val="0"/>
              </a:spcAft>
              <a:defRPr sz="1300" b="0" spc="0" baseline="0">
                <a:solidFill>
                  <a:srgbClr val="B3A79D"/>
                </a:solidFill>
              </a:defRPr>
            </a:lvl1pPr>
          </a:lstStyle>
          <a:p>
            <a:pPr lvl="0"/>
            <a:r>
              <a:rPr lang="en-US"/>
              <a:t>X minutes</a:t>
            </a:r>
          </a:p>
        </p:txBody>
      </p:sp>
      <p:sp>
        <p:nvSpPr>
          <p:cNvPr id="31" name="Text Placeholder 51">
            <a:extLst>
              <a:ext uri="{FF2B5EF4-FFF2-40B4-BE49-F238E27FC236}">
                <a16:creationId xmlns:a16="http://schemas.microsoft.com/office/drawing/2014/main" id="{38A1FB27-3AD2-9D7C-226F-945C0ECAD700}"/>
              </a:ext>
            </a:extLst>
          </p:cNvPr>
          <p:cNvSpPr>
            <a:spLocks noGrp="1"/>
          </p:cNvSpPr>
          <p:nvPr>
            <p:ph type="body" sz="quarter" idx="33" hasCustomPrompt="1"/>
          </p:nvPr>
        </p:nvSpPr>
        <p:spPr>
          <a:xfrm>
            <a:off x="6180178" y="6165936"/>
            <a:ext cx="2741147" cy="392088"/>
          </a:xfrm>
        </p:spPr>
        <p:txBody>
          <a:bodyPr/>
          <a:lstStyle>
            <a:lvl1pPr>
              <a:lnSpc>
                <a:spcPct val="110000"/>
              </a:lnSpc>
              <a:spcAft>
                <a:spcPts val="0"/>
              </a:spcAft>
              <a:defRPr sz="1300" b="0" spc="0" baseline="0">
                <a:solidFill>
                  <a:srgbClr val="B3A79D"/>
                </a:solidFill>
              </a:defRPr>
            </a:lvl1pPr>
          </a:lstStyle>
          <a:p>
            <a:pPr lvl="0"/>
            <a:r>
              <a:rPr lang="en-US"/>
              <a:t>X minutes</a:t>
            </a:r>
          </a:p>
        </p:txBody>
      </p:sp>
      <p:sp>
        <p:nvSpPr>
          <p:cNvPr id="32" name="Text Placeholder 51">
            <a:extLst>
              <a:ext uri="{FF2B5EF4-FFF2-40B4-BE49-F238E27FC236}">
                <a16:creationId xmlns:a16="http://schemas.microsoft.com/office/drawing/2014/main" id="{1EAA9492-5E82-71F0-C080-867D4B294D16}"/>
              </a:ext>
            </a:extLst>
          </p:cNvPr>
          <p:cNvSpPr>
            <a:spLocks noGrp="1"/>
          </p:cNvSpPr>
          <p:nvPr>
            <p:ph type="body" sz="quarter" idx="34" hasCustomPrompt="1"/>
          </p:nvPr>
        </p:nvSpPr>
        <p:spPr>
          <a:xfrm>
            <a:off x="9073849" y="6165936"/>
            <a:ext cx="2741147" cy="392088"/>
          </a:xfrm>
        </p:spPr>
        <p:txBody>
          <a:bodyPr/>
          <a:lstStyle>
            <a:lvl1pPr>
              <a:lnSpc>
                <a:spcPct val="110000"/>
              </a:lnSpc>
              <a:spcAft>
                <a:spcPts val="0"/>
              </a:spcAft>
              <a:defRPr sz="1300" b="0" spc="0" baseline="0">
                <a:solidFill>
                  <a:srgbClr val="B3A79D"/>
                </a:solidFill>
              </a:defRPr>
            </a:lvl1pPr>
          </a:lstStyle>
          <a:p>
            <a:pPr lvl="0"/>
            <a:r>
              <a:rPr lang="en-US"/>
              <a:t>X minutes</a:t>
            </a:r>
          </a:p>
        </p:txBody>
      </p:sp>
      <p:sp>
        <p:nvSpPr>
          <p:cNvPr id="6" name="Text Placeholder 2">
            <a:extLst>
              <a:ext uri="{FF2B5EF4-FFF2-40B4-BE49-F238E27FC236}">
                <a16:creationId xmlns:a16="http://schemas.microsoft.com/office/drawing/2014/main" id="{E10AA8DC-EB5E-5BAA-A097-628400C56DF6}"/>
              </a:ext>
            </a:extLst>
          </p:cNvPr>
          <p:cNvSpPr>
            <a:spLocks noGrp="1"/>
          </p:cNvSpPr>
          <p:nvPr>
            <p:ph type="body" sz="quarter" idx="14" hasCustomPrompt="1"/>
          </p:nvPr>
        </p:nvSpPr>
        <p:spPr>
          <a:xfrm>
            <a:off x="334962" y="627601"/>
            <a:ext cx="5689030" cy="1143000"/>
          </a:xfrm>
        </p:spPr>
        <p:txBody>
          <a:bodyPr/>
          <a:lstStyle>
            <a:lvl1pPr>
              <a:lnSpc>
                <a:spcPct val="75000"/>
              </a:lnSpc>
              <a:spcAft>
                <a:spcPts val="1000"/>
              </a:spcAft>
              <a:defRPr sz="6000">
                <a:solidFill>
                  <a:schemeClr val="tx2"/>
                </a:solidFill>
                <a:latin typeface="Saol Display Light" pitchFamily="2" charset="77"/>
              </a:defRPr>
            </a:lvl1pPr>
          </a:lstStyle>
          <a:p>
            <a:pPr lvl="0"/>
            <a:r>
              <a:rPr lang="en-US"/>
              <a:t>Table of Contents</a:t>
            </a:r>
          </a:p>
        </p:txBody>
      </p:sp>
    </p:spTree>
    <p:extLst>
      <p:ext uri="{BB962C8B-B14F-4D97-AF65-F5344CB8AC3E}">
        <p14:creationId xmlns:p14="http://schemas.microsoft.com/office/powerpoint/2010/main" val="2245874202"/>
      </p:ext>
    </p:extLst>
  </p:cSld>
  <p:clrMapOvr>
    <a:masterClrMapping/>
  </p:clrMapOvr>
  <p:extLst>
    <p:ext uri="{DCECCB84-F9BA-43D5-87BE-67443E8EF086}">
      <p15:sldGuideLst xmlns:p15="http://schemas.microsoft.com/office/powerpoint/2012/main">
        <p15:guide id="1" orient="horz" pos="391">
          <p15:clr>
            <a:srgbClr val="FBAE40"/>
          </p15:clr>
        </p15:guide>
        <p15:guide id="2" orient="horz" pos="402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 - Title Page">
    <p:bg>
      <p:bgPr>
        <a:solidFill>
          <a:srgbClr val="3D441E"/>
        </a:solidFill>
        <a:effectLst/>
      </p:bgPr>
    </p:bg>
    <p:spTree>
      <p:nvGrpSpPr>
        <p:cNvPr id="1" name=""/>
        <p:cNvGrpSpPr/>
        <p:nvPr/>
      </p:nvGrpSpPr>
      <p:grpSpPr>
        <a:xfrm>
          <a:off x="0" y="0"/>
          <a:ext cx="0" cy="0"/>
          <a:chOff x="0" y="0"/>
          <a:chExt cx="0" cy="0"/>
        </a:xfrm>
      </p:grpSpPr>
      <p:pic>
        <p:nvPicPr>
          <p:cNvPr id="23" name="Picture 22" descr="A white tree with leaves on it&#10;&#10;AI-generated content may be incorrect.">
            <a:extLst>
              <a:ext uri="{FF2B5EF4-FFF2-40B4-BE49-F238E27FC236}">
                <a16:creationId xmlns:a16="http://schemas.microsoft.com/office/drawing/2014/main" id="{4D98EEBE-CEB6-595A-101E-A5D22778A5C3}"/>
              </a:ext>
            </a:extLst>
          </p:cNvPr>
          <p:cNvPicPr>
            <a:picLocks noChangeAspect="1"/>
          </p:cNvPicPr>
          <p:nvPr userDrawn="1"/>
        </p:nvPicPr>
        <p:blipFill>
          <a:blip r:embed="rId2"/>
          <a:stretch>
            <a:fillRect/>
          </a:stretch>
        </p:blipFill>
        <p:spPr>
          <a:xfrm>
            <a:off x="11440401" y="188640"/>
            <a:ext cx="489899" cy="496799"/>
          </a:xfrm>
          <a:prstGeom prst="rect">
            <a:avLst/>
          </a:prstGeom>
        </p:spPr>
      </p:pic>
      <p:cxnSp>
        <p:nvCxnSpPr>
          <p:cNvPr id="4" name="Straight Connector 3">
            <a:extLst>
              <a:ext uri="{FF2B5EF4-FFF2-40B4-BE49-F238E27FC236}">
                <a16:creationId xmlns:a16="http://schemas.microsoft.com/office/drawing/2014/main" id="{B630C0FB-49C2-1B77-A61A-317E494788ED}"/>
              </a:ext>
            </a:extLst>
          </p:cNvPr>
          <p:cNvCxnSpPr>
            <a:cxnSpLocks/>
          </p:cNvCxnSpPr>
          <p:nvPr userDrawn="1"/>
        </p:nvCxnSpPr>
        <p:spPr>
          <a:xfrm>
            <a:off x="335360" y="444624"/>
            <a:ext cx="11105041"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CF8BF24A-AEC7-FB88-549E-D80FB340C7D2}"/>
              </a:ext>
            </a:extLst>
          </p:cNvPr>
          <p:cNvSpPr>
            <a:spLocks noGrp="1"/>
          </p:cNvSpPr>
          <p:nvPr>
            <p:ph type="title" hasCustomPrompt="1"/>
          </p:nvPr>
        </p:nvSpPr>
        <p:spPr>
          <a:xfrm>
            <a:off x="347472" y="2395728"/>
            <a:ext cx="7598664" cy="2286000"/>
          </a:xfrm>
        </p:spPr>
        <p:txBody>
          <a:bodyPr tIns="45720" anchor="ctr" anchorCtr="0">
            <a:noAutofit/>
          </a:bodyPr>
          <a:lstStyle>
            <a:lvl1pPr>
              <a:lnSpc>
                <a:spcPct val="80000"/>
              </a:lnSpc>
              <a:defRPr sz="7000">
                <a:solidFill>
                  <a:schemeClr val="bg1"/>
                </a:solidFill>
              </a:defRPr>
            </a:lvl1pPr>
          </a:lstStyle>
          <a:p>
            <a:r>
              <a:rPr lang="en-US"/>
              <a:t>Insert Title Here</a:t>
            </a:r>
          </a:p>
        </p:txBody>
      </p:sp>
      <p:sp>
        <p:nvSpPr>
          <p:cNvPr id="9" name="Text Placeholder 8">
            <a:extLst>
              <a:ext uri="{FF2B5EF4-FFF2-40B4-BE49-F238E27FC236}">
                <a16:creationId xmlns:a16="http://schemas.microsoft.com/office/drawing/2014/main" id="{D0C3049E-513E-EB5F-7E5F-C2BCE2C66BDD}"/>
              </a:ext>
            </a:extLst>
          </p:cNvPr>
          <p:cNvSpPr>
            <a:spLocks noGrp="1"/>
          </p:cNvSpPr>
          <p:nvPr>
            <p:ph type="body" sz="quarter" idx="22" hasCustomPrompt="1"/>
          </p:nvPr>
        </p:nvSpPr>
        <p:spPr>
          <a:xfrm>
            <a:off x="348300" y="242888"/>
            <a:ext cx="4206240" cy="182284"/>
          </a:xfrm>
        </p:spPr>
        <p:txBody>
          <a:bodyPr tIns="0" bIns="0"/>
          <a:lstStyle>
            <a:lvl1pPr>
              <a:lnSpc>
                <a:spcPct val="100000"/>
              </a:lnSpc>
              <a:spcAft>
                <a:spcPts val="1000"/>
              </a:spcAft>
              <a:defRPr sz="700" spc="50" baseline="0">
                <a:solidFill>
                  <a:schemeClr val="bg1"/>
                </a:solidFill>
                <a:latin typeface="+mn-lt"/>
              </a:defRPr>
            </a:lvl1pPr>
          </a:lstStyle>
          <a:p>
            <a:pPr lvl="0"/>
            <a:r>
              <a:rPr lang="en-US"/>
              <a:t>SECTION TITLE HERE</a:t>
            </a:r>
          </a:p>
        </p:txBody>
      </p:sp>
    </p:spTree>
    <p:extLst>
      <p:ext uri="{BB962C8B-B14F-4D97-AF65-F5344CB8AC3E}">
        <p14:creationId xmlns:p14="http://schemas.microsoft.com/office/powerpoint/2010/main" val="3709655144"/>
      </p:ext>
    </p:extLst>
  </p:cSld>
  <p:clrMapOvr>
    <a:masterClrMapping/>
  </p:clrMapOvr>
  <p:extLst>
    <p:ext uri="{DCECCB84-F9BA-43D5-87BE-67443E8EF086}">
      <p15:sldGuideLst xmlns:p15="http://schemas.microsoft.com/office/powerpoint/2012/main">
        <p15:guide id="1" orient="horz" pos="229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 - Section Title Page">
    <p:bg>
      <p:bgPr>
        <a:solidFill>
          <a:srgbClr val="CBC4BC"/>
        </a:solidFill>
        <a:effectLst/>
      </p:bgPr>
    </p:bg>
    <p:spTree>
      <p:nvGrpSpPr>
        <p:cNvPr id="1" name=""/>
        <p:cNvGrpSpPr/>
        <p:nvPr/>
      </p:nvGrpSpPr>
      <p:grpSpPr>
        <a:xfrm>
          <a:off x="0" y="0"/>
          <a:ext cx="0" cy="0"/>
          <a:chOff x="0" y="0"/>
          <a:chExt cx="0" cy="0"/>
        </a:xfrm>
      </p:grpSpPr>
      <p:sp>
        <p:nvSpPr>
          <p:cNvPr id="11" name="Text Placeholder 6">
            <a:extLst>
              <a:ext uri="{FF2B5EF4-FFF2-40B4-BE49-F238E27FC236}">
                <a16:creationId xmlns:a16="http://schemas.microsoft.com/office/drawing/2014/main" id="{1172B202-9FEE-7DE1-5316-C5E19CD97079}"/>
              </a:ext>
            </a:extLst>
          </p:cNvPr>
          <p:cNvSpPr>
            <a:spLocks noGrp="1"/>
          </p:cNvSpPr>
          <p:nvPr>
            <p:ph type="body" sz="quarter" idx="12" hasCustomPrompt="1"/>
          </p:nvPr>
        </p:nvSpPr>
        <p:spPr>
          <a:xfrm>
            <a:off x="348822" y="5799444"/>
            <a:ext cx="7598664" cy="653892"/>
          </a:xfrm>
        </p:spPr>
        <p:txBody>
          <a:bodyPr anchor="b" anchorCtr="0"/>
          <a:lstStyle>
            <a:lvl3pPr>
              <a:lnSpc>
                <a:spcPts val="1600"/>
              </a:lnSpc>
              <a:spcAft>
                <a:spcPts val="500"/>
              </a:spcAft>
              <a:defRPr sz="1400" cap="none" spc="0" baseline="0">
                <a:solidFill>
                  <a:schemeClr val="bg1"/>
                </a:solidFill>
              </a:defRPr>
            </a:lvl3pPr>
            <a:lvl4pPr marL="0">
              <a:lnSpc>
                <a:spcPct val="110000"/>
              </a:lnSpc>
              <a:spcBef>
                <a:spcPts val="0"/>
              </a:spcBef>
              <a:spcAft>
                <a:spcPts val="1000"/>
              </a:spcAft>
              <a:buNone/>
              <a:defRPr sz="1300" b="1">
                <a:solidFill>
                  <a:schemeClr val="tx1"/>
                </a:solidFill>
                <a:latin typeface="+mn-lt"/>
              </a:defRPr>
            </a:lvl4pPr>
          </a:lstStyle>
          <a:p>
            <a:pPr lvl="3"/>
            <a:r>
              <a:rPr lang="en-US"/>
              <a:t>Insert Subtitle Here</a:t>
            </a:r>
          </a:p>
        </p:txBody>
      </p:sp>
      <p:cxnSp>
        <p:nvCxnSpPr>
          <p:cNvPr id="5" name="Straight Connector 4">
            <a:extLst>
              <a:ext uri="{FF2B5EF4-FFF2-40B4-BE49-F238E27FC236}">
                <a16:creationId xmlns:a16="http://schemas.microsoft.com/office/drawing/2014/main" id="{F4555031-4926-4FF9-B810-3B32404F5C90}"/>
              </a:ext>
            </a:extLst>
          </p:cNvPr>
          <p:cNvCxnSpPr>
            <a:cxnSpLocks/>
          </p:cNvCxnSpPr>
          <p:nvPr userDrawn="1"/>
        </p:nvCxnSpPr>
        <p:spPr>
          <a:xfrm>
            <a:off x="335360" y="444624"/>
            <a:ext cx="11105041" cy="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sp>
        <p:nvSpPr>
          <p:cNvPr id="10" name="Title 1">
            <a:extLst>
              <a:ext uri="{FF2B5EF4-FFF2-40B4-BE49-F238E27FC236}">
                <a16:creationId xmlns:a16="http://schemas.microsoft.com/office/drawing/2014/main" id="{DA17C0F0-640D-90D7-3854-25AABFFAF351}"/>
              </a:ext>
            </a:extLst>
          </p:cNvPr>
          <p:cNvSpPr>
            <a:spLocks noGrp="1"/>
          </p:cNvSpPr>
          <p:nvPr>
            <p:ph type="title" hasCustomPrompt="1"/>
          </p:nvPr>
        </p:nvSpPr>
        <p:spPr>
          <a:xfrm>
            <a:off x="348822" y="2492896"/>
            <a:ext cx="7602441" cy="1883664"/>
          </a:xfrm>
        </p:spPr>
        <p:txBody>
          <a:bodyPr anchor="ctr" anchorCtr="0">
            <a:noAutofit/>
          </a:bodyPr>
          <a:lstStyle>
            <a:lvl1pPr>
              <a:lnSpc>
                <a:spcPct val="80000"/>
              </a:lnSpc>
              <a:defRPr sz="5000">
                <a:solidFill>
                  <a:schemeClr val="tx1"/>
                </a:solidFill>
              </a:defRPr>
            </a:lvl1pPr>
          </a:lstStyle>
          <a:p>
            <a:r>
              <a:rPr lang="en-US"/>
              <a:t>Insert Section Title Here</a:t>
            </a:r>
          </a:p>
        </p:txBody>
      </p:sp>
      <p:pic>
        <p:nvPicPr>
          <p:cNvPr id="2" name="Picture 1" descr="A black tree with leaves&#10;&#10;Description automatically generated">
            <a:extLst>
              <a:ext uri="{FF2B5EF4-FFF2-40B4-BE49-F238E27FC236}">
                <a16:creationId xmlns:a16="http://schemas.microsoft.com/office/drawing/2014/main" id="{14133B16-D69D-2836-E69B-6CC01B4E7F7B}"/>
              </a:ext>
            </a:extLst>
          </p:cNvPr>
          <p:cNvPicPr>
            <a:picLocks noChangeAspect="1"/>
          </p:cNvPicPr>
          <p:nvPr userDrawn="1"/>
        </p:nvPicPr>
        <p:blipFill>
          <a:blip r:embed="rId2"/>
          <a:stretch>
            <a:fillRect/>
          </a:stretch>
        </p:blipFill>
        <p:spPr>
          <a:xfrm>
            <a:off x="11440401" y="188640"/>
            <a:ext cx="488247" cy="495124"/>
          </a:xfrm>
          <a:prstGeom prst="rect">
            <a:avLst/>
          </a:prstGeom>
        </p:spPr>
      </p:pic>
      <p:sp>
        <p:nvSpPr>
          <p:cNvPr id="4" name="Text Placeholder 8">
            <a:extLst>
              <a:ext uri="{FF2B5EF4-FFF2-40B4-BE49-F238E27FC236}">
                <a16:creationId xmlns:a16="http://schemas.microsoft.com/office/drawing/2014/main" id="{AD6BC9AB-1D41-4303-9FE6-AD12C2CCD07E}"/>
              </a:ext>
            </a:extLst>
          </p:cNvPr>
          <p:cNvSpPr>
            <a:spLocks noGrp="1"/>
          </p:cNvSpPr>
          <p:nvPr>
            <p:ph type="body" sz="quarter" idx="22" hasCustomPrompt="1"/>
          </p:nvPr>
        </p:nvSpPr>
        <p:spPr>
          <a:xfrm>
            <a:off x="348300" y="242888"/>
            <a:ext cx="4206240" cy="182284"/>
          </a:xfrm>
        </p:spPr>
        <p:txBody>
          <a:bodyPr tIns="0" bIns="0"/>
          <a:lstStyle>
            <a:lvl1pPr>
              <a:lnSpc>
                <a:spcPct val="100000"/>
              </a:lnSpc>
              <a:spcAft>
                <a:spcPts val="1000"/>
              </a:spcAft>
              <a:defRPr sz="700" spc="50" baseline="0">
                <a:solidFill>
                  <a:schemeClr val="tx1"/>
                </a:solidFill>
                <a:latin typeface="+mn-lt"/>
              </a:defRPr>
            </a:lvl1pPr>
          </a:lstStyle>
          <a:p>
            <a:pPr lvl="0"/>
            <a:r>
              <a:rPr lang="en-US"/>
              <a:t>SECTION TITLE HERE</a:t>
            </a:r>
          </a:p>
        </p:txBody>
      </p:sp>
    </p:spTree>
    <p:extLst>
      <p:ext uri="{BB962C8B-B14F-4D97-AF65-F5344CB8AC3E}">
        <p14:creationId xmlns:p14="http://schemas.microsoft.com/office/powerpoint/2010/main" val="4040341725"/>
      </p:ext>
    </p:extLst>
  </p:cSld>
  <p:clrMapOvr>
    <a:masterClrMapping/>
  </p:clrMapOvr>
  <p:extLst>
    <p:ext uri="{DCECCB84-F9BA-43D5-87BE-67443E8EF086}">
      <p15:sldGuideLst xmlns:p15="http://schemas.microsoft.com/office/powerpoint/2012/main">
        <p15:guide id="1" orient="horz" pos="3521">
          <p15:clr>
            <a:srgbClr val="FBAE40"/>
          </p15:clr>
        </p15:guide>
        <p15:guide id="2" orient="horz" pos="4020">
          <p15:clr>
            <a:srgbClr val="FBAE40"/>
          </p15:clr>
        </p15:guide>
        <p15:guide id="3" orient="horz" pos="216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B - Section Title Page">
    <p:bg>
      <p:bgPr>
        <a:solidFill>
          <a:srgbClr val="CBC4BC">
            <a:alpha val="50000"/>
          </a:srgbClr>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127E3D80-C213-B938-93A7-CC93CD216A60}"/>
              </a:ext>
            </a:extLst>
          </p:cNvPr>
          <p:cNvSpPr>
            <a:spLocks noGrp="1"/>
          </p:cNvSpPr>
          <p:nvPr>
            <p:ph type="pic" idx="1"/>
          </p:nvPr>
        </p:nvSpPr>
        <p:spPr>
          <a:xfrm>
            <a:off x="6164263" y="0"/>
            <a:ext cx="6027736" cy="68579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7" name="Table Placeholder 16">
            <a:extLst>
              <a:ext uri="{FF2B5EF4-FFF2-40B4-BE49-F238E27FC236}">
                <a16:creationId xmlns:a16="http://schemas.microsoft.com/office/drawing/2014/main" id="{089299EA-23AA-71F2-829A-B95B460BF8B7}"/>
              </a:ext>
            </a:extLst>
          </p:cNvPr>
          <p:cNvSpPr>
            <a:spLocks noGrp="1"/>
          </p:cNvSpPr>
          <p:nvPr>
            <p:ph type="tbl" sz="quarter" idx="11"/>
          </p:nvPr>
        </p:nvSpPr>
        <p:spPr>
          <a:xfrm>
            <a:off x="2311400" y="4981550"/>
            <a:ext cx="2762250" cy="1400200"/>
          </a:xfrm>
        </p:spPr>
        <p:txBody>
          <a:bodyPr/>
          <a:lstStyle/>
          <a:p>
            <a:endParaRPr lang="en-US"/>
          </a:p>
        </p:txBody>
      </p:sp>
      <p:sp>
        <p:nvSpPr>
          <p:cNvPr id="2" name="Title 1">
            <a:extLst>
              <a:ext uri="{FF2B5EF4-FFF2-40B4-BE49-F238E27FC236}">
                <a16:creationId xmlns:a16="http://schemas.microsoft.com/office/drawing/2014/main" id="{F0952E1C-C643-CF58-42A5-E520ACB3F8C4}"/>
              </a:ext>
            </a:extLst>
          </p:cNvPr>
          <p:cNvSpPr>
            <a:spLocks noGrp="1"/>
          </p:cNvSpPr>
          <p:nvPr>
            <p:ph type="title" hasCustomPrompt="1"/>
          </p:nvPr>
        </p:nvSpPr>
        <p:spPr>
          <a:xfrm>
            <a:off x="348301" y="2172816"/>
            <a:ext cx="4712650" cy="1400200"/>
          </a:xfrm>
        </p:spPr>
        <p:txBody>
          <a:bodyPr anchor="b" anchorCtr="0">
            <a:noAutofit/>
          </a:bodyPr>
          <a:lstStyle>
            <a:lvl1pPr>
              <a:lnSpc>
                <a:spcPct val="80000"/>
              </a:lnSpc>
              <a:defRPr>
                <a:solidFill>
                  <a:srgbClr val="3D441E"/>
                </a:solidFill>
              </a:defRPr>
            </a:lvl1pPr>
          </a:lstStyle>
          <a:p>
            <a:r>
              <a:rPr lang="en-US"/>
              <a:t>Insert Section Title Here</a:t>
            </a:r>
          </a:p>
        </p:txBody>
      </p:sp>
      <p:sp>
        <p:nvSpPr>
          <p:cNvPr id="6" name="Text Placeholder 8">
            <a:extLst>
              <a:ext uri="{FF2B5EF4-FFF2-40B4-BE49-F238E27FC236}">
                <a16:creationId xmlns:a16="http://schemas.microsoft.com/office/drawing/2014/main" id="{BB3108B1-0A98-0B6D-E21F-A287E1C9FC3C}"/>
              </a:ext>
            </a:extLst>
          </p:cNvPr>
          <p:cNvSpPr>
            <a:spLocks noGrp="1"/>
          </p:cNvSpPr>
          <p:nvPr>
            <p:ph type="body" sz="quarter" idx="24" hasCustomPrompt="1"/>
          </p:nvPr>
        </p:nvSpPr>
        <p:spPr>
          <a:xfrm>
            <a:off x="348300" y="242888"/>
            <a:ext cx="4206240" cy="182284"/>
          </a:xfrm>
        </p:spPr>
        <p:txBody>
          <a:bodyPr tIns="0" bIns="0"/>
          <a:lstStyle>
            <a:lvl1pPr>
              <a:lnSpc>
                <a:spcPct val="100000"/>
              </a:lnSpc>
              <a:spcAft>
                <a:spcPts val="1000"/>
              </a:spcAft>
              <a:defRPr sz="700" spc="50" baseline="0">
                <a:solidFill>
                  <a:schemeClr val="tx2"/>
                </a:solidFill>
                <a:latin typeface="+mn-lt"/>
              </a:defRPr>
            </a:lvl1pPr>
          </a:lstStyle>
          <a:p>
            <a:pPr lvl="0"/>
            <a:r>
              <a:rPr lang="en-US"/>
              <a:t>SECTION TITLE HERE</a:t>
            </a:r>
          </a:p>
        </p:txBody>
      </p:sp>
    </p:spTree>
    <p:extLst>
      <p:ext uri="{BB962C8B-B14F-4D97-AF65-F5344CB8AC3E}">
        <p14:creationId xmlns:p14="http://schemas.microsoft.com/office/powerpoint/2010/main" val="1486186937"/>
      </p:ext>
    </p:extLst>
  </p:cSld>
  <p:clrMapOvr>
    <a:masterClrMapping/>
  </p:clrMapOvr>
  <p:extLst>
    <p:ext uri="{DCECCB84-F9BA-43D5-87BE-67443E8EF086}">
      <p15:sldGuideLst xmlns:p15="http://schemas.microsoft.com/office/powerpoint/2012/main">
        <p15:guide id="1" orient="horz" pos="4020">
          <p15:clr>
            <a:srgbClr val="FBAE40"/>
          </p15:clr>
        </p15:guide>
        <p15:guide id="2" orient="horz" pos="216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 - Body Text / Full Width">
    <p:spTree>
      <p:nvGrpSpPr>
        <p:cNvPr id="1" name=""/>
        <p:cNvGrpSpPr/>
        <p:nvPr/>
      </p:nvGrpSpPr>
      <p:grpSpPr>
        <a:xfrm>
          <a:off x="0" y="0"/>
          <a:ext cx="0" cy="0"/>
          <a:chOff x="0" y="0"/>
          <a:chExt cx="0" cy="0"/>
        </a:xfrm>
      </p:grpSpPr>
      <p:pic>
        <p:nvPicPr>
          <p:cNvPr id="4" name="Picture 3" descr="A black tree with leaves&#10;&#10;Description automatically generated">
            <a:extLst>
              <a:ext uri="{FF2B5EF4-FFF2-40B4-BE49-F238E27FC236}">
                <a16:creationId xmlns:a16="http://schemas.microsoft.com/office/drawing/2014/main" id="{7D5CBFE6-C0A7-BE8B-96FC-41BEC78B0EDA}"/>
              </a:ext>
            </a:extLst>
          </p:cNvPr>
          <p:cNvPicPr>
            <a:picLocks noChangeAspect="1"/>
          </p:cNvPicPr>
          <p:nvPr userDrawn="1"/>
        </p:nvPicPr>
        <p:blipFill>
          <a:blip r:embed="rId2"/>
          <a:stretch>
            <a:fillRect/>
          </a:stretch>
        </p:blipFill>
        <p:spPr>
          <a:xfrm>
            <a:off x="11440401" y="188640"/>
            <a:ext cx="488247" cy="495124"/>
          </a:xfrm>
          <a:prstGeom prst="rect">
            <a:avLst/>
          </a:prstGeom>
        </p:spPr>
      </p:pic>
      <p:sp>
        <p:nvSpPr>
          <p:cNvPr id="9" name="Slide Number Placeholder 5">
            <a:extLst>
              <a:ext uri="{FF2B5EF4-FFF2-40B4-BE49-F238E27FC236}">
                <a16:creationId xmlns:a16="http://schemas.microsoft.com/office/drawing/2014/main" id="{8230AD4E-56A3-33E9-78E8-6C9600B5AFB1}"/>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US" smtClean="0"/>
              <a:pPr algn="r"/>
              <a:t>‹#›</a:t>
            </a:fld>
            <a:endParaRPr lang="en-US"/>
          </a:p>
        </p:txBody>
      </p:sp>
      <p:cxnSp>
        <p:nvCxnSpPr>
          <p:cNvPr id="10" name="Straight Connector 9">
            <a:extLst>
              <a:ext uri="{FF2B5EF4-FFF2-40B4-BE49-F238E27FC236}">
                <a16:creationId xmlns:a16="http://schemas.microsoft.com/office/drawing/2014/main" id="{4CA7CCD7-DFEA-0C34-9EF2-F9264B79291C}"/>
              </a:ext>
            </a:extLst>
          </p:cNvPr>
          <p:cNvCxnSpPr>
            <a:cxnSpLocks/>
          </p:cNvCxnSpPr>
          <p:nvPr userDrawn="1"/>
        </p:nvCxnSpPr>
        <p:spPr>
          <a:xfrm>
            <a:off x="335360" y="6629400"/>
            <a:ext cx="11220030"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03EAD037-979B-EF8E-02AB-DD2D3A28EBEE}"/>
              </a:ext>
            </a:extLst>
          </p:cNvPr>
          <p:cNvCxnSpPr>
            <a:cxnSpLocks/>
          </p:cNvCxnSpPr>
          <p:nvPr userDrawn="1"/>
        </p:nvCxnSpPr>
        <p:spPr>
          <a:xfrm>
            <a:off x="335360" y="444624"/>
            <a:ext cx="11105041"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D168207E-E2C6-A238-463C-3E7422742214}"/>
              </a:ext>
            </a:extLst>
          </p:cNvPr>
          <p:cNvSpPr>
            <a:spLocks noGrp="1"/>
          </p:cNvSpPr>
          <p:nvPr>
            <p:ph type="title" hasCustomPrompt="1"/>
          </p:nvPr>
        </p:nvSpPr>
        <p:spPr>
          <a:xfrm>
            <a:off x="348299" y="548681"/>
            <a:ext cx="11164824" cy="594360"/>
          </a:xfrm>
        </p:spPr>
        <p:txBody>
          <a:bodyPr>
            <a:noAutofit/>
          </a:bodyPr>
          <a:lstStyle>
            <a:lvl1pPr>
              <a:lnSpc>
                <a:spcPct val="80000"/>
              </a:lnSpc>
              <a:defRPr>
                <a:solidFill>
                  <a:srgbClr val="3D441E"/>
                </a:solidFill>
              </a:defRPr>
            </a:lvl1pPr>
          </a:lstStyle>
          <a:p>
            <a:r>
              <a:rPr lang="en-US"/>
              <a:t>Insert Title Here</a:t>
            </a:r>
          </a:p>
        </p:txBody>
      </p:sp>
      <p:sp>
        <p:nvSpPr>
          <p:cNvPr id="5" name="Text Placeholder 7">
            <a:extLst>
              <a:ext uri="{FF2B5EF4-FFF2-40B4-BE49-F238E27FC236}">
                <a16:creationId xmlns:a16="http://schemas.microsoft.com/office/drawing/2014/main" id="{4F2E7181-F8A5-7D01-60EC-7E068E3BD568}"/>
              </a:ext>
            </a:extLst>
          </p:cNvPr>
          <p:cNvSpPr>
            <a:spLocks noGrp="1"/>
          </p:cNvSpPr>
          <p:nvPr>
            <p:ph type="body" sz="quarter" idx="23" hasCustomPrompt="1"/>
          </p:nvPr>
        </p:nvSpPr>
        <p:spPr>
          <a:xfrm>
            <a:off x="348996" y="2205316"/>
            <a:ext cx="11494008" cy="4178808"/>
          </a:xfrm>
        </p:spPr>
        <p:txBody>
          <a:bodyPr anchor="t" anchorCtr="0"/>
          <a:lstStyle>
            <a:lvl1pPr marL="182880" indent="-182880">
              <a:lnSpc>
                <a:spcPct val="110000"/>
              </a:lnSpc>
              <a:spcAft>
                <a:spcPts val="1000"/>
              </a:spcAft>
              <a:buFont typeface="Arial" panose="020B0604020202020204" pitchFamily="34" charset="0"/>
              <a:buChar char="•"/>
              <a:defRPr>
                <a:solidFill>
                  <a:schemeClr val="tx1"/>
                </a:solidFill>
              </a:defRPr>
            </a:lvl1pPr>
          </a:lstStyle>
          <a:p>
            <a:pPr lvl="0"/>
            <a:r>
              <a:rPr lang="en-US"/>
              <a:t>Insert text here</a:t>
            </a:r>
          </a:p>
        </p:txBody>
      </p:sp>
      <p:sp>
        <p:nvSpPr>
          <p:cNvPr id="8" name="Text Placeholder 8">
            <a:extLst>
              <a:ext uri="{FF2B5EF4-FFF2-40B4-BE49-F238E27FC236}">
                <a16:creationId xmlns:a16="http://schemas.microsoft.com/office/drawing/2014/main" id="{8EA00A12-5F5B-1136-9904-83445E27EC68}"/>
              </a:ext>
            </a:extLst>
          </p:cNvPr>
          <p:cNvSpPr>
            <a:spLocks noGrp="1"/>
          </p:cNvSpPr>
          <p:nvPr>
            <p:ph type="body" sz="quarter" idx="24" hasCustomPrompt="1"/>
          </p:nvPr>
        </p:nvSpPr>
        <p:spPr>
          <a:xfrm>
            <a:off x="348300" y="242888"/>
            <a:ext cx="4206240" cy="182284"/>
          </a:xfrm>
        </p:spPr>
        <p:txBody>
          <a:bodyPr tIns="0" bIns="0"/>
          <a:lstStyle>
            <a:lvl1pPr>
              <a:lnSpc>
                <a:spcPct val="100000"/>
              </a:lnSpc>
              <a:spcAft>
                <a:spcPts val="1000"/>
              </a:spcAft>
              <a:defRPr sz="700" spc="50" baseline="0">
                <a:solidFill>
                  <a:schemeClr val="tx2"/>
                </a:solidFill>
                <a:latin typeface="+mn-lt"/>
              </a:defRPr>
            </a:lvl1pPr>
          </a:lstStyle>
          <a:p>
            <a:pPr lvl="0"/>
            <a:r>
              <a:rPr lang="en-US"/>
              <a:t>SECTION TITLE HERE</a:t>
            </a:r>
          </a:p>
        </p:txBody>
      </p:sp>
      <p:sp>
        <p:nvSpPr>
          <p:cNvPr id="13" name="Text Placeholder 14">
            <a:extLst>
              <a:ext uri="{FF2B5EF4-FFF2-40B4-BE49-F238E27FC236}">
                <a16:creationId xmlns:a16="http://schemas.microsoft.com/office/drawing/2014/main" id="{6347201F-DE90-15E0-96C9-196384493F77}"/>
              </a:ext>
            </a:extLst>
          </p:cNvPr>
          <p:cNvSpPr>
            <a:spLocks noGrp="1"/>
          </p:cNvSpPr>
          <p:nvPr>
            <p:ph type="body" sz="quarter" idx="26" hasCustomPrompt="1"/>
          </p:nvPr>
        </p:nvSpPr>
        <p:spPr>
          <a:xfrm>
            <a:off x="348299" y="1166772"/>
            <a:ext cx="11164824" cy="393192"/>
          </a:xfrm>
        </p:spPr>
        <p:txBody>
          <a:bodyPr/>
          <a:lstStyle>
            <a:lvl1pPr>
              <a:lnSpc>
                <a:spcPct val="100000"/>
              </a:lnSpc>
              <a:spcAft>
                <a:spcPts val="600"/>
              </a:spcAft>
              <a:defRPr sz="1600"/>
            </a:lvl1pPr>
          </a:lstStyle>
          <a:p>
            <a:pPr lvl="0"/>
            <a:r>
              <a:rPr lang="en-US"/>
              <a:t>Insert Subheading Here</a:t>
            </a:r>
          </a:p>
        </p:txBody>
      </p:sp>
    </p:spTree>
    <p:extLst>
      <p:ext uri="{BB962C8B-B14F-4D97-AF65-F5344CB8AC3E}">
        <p14:creationId xmlns:p14="http://schemas.microsoft.com/office/powerpoint/2010/main" val="3607305890"/>
      </p:ext>
    </p:extLst>
  </p:cSld>
  <p:clrMapOvr>
    <a:masterClrMapping/>
  </p:clrMapOvr>
  <p:extLst>
    <p:ext uri="{DCECCB84-F9BA-43D5-87BE-67443E8EF086}">
      <p15:sldGuideLst xmlns:p15="http://schemas.microsoft.com/office/powerpoint/2012/main">
        <p15:guide id="1" orient="horz" pos="402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 Body Text / Left Align">
    <p:spTree>
      <p:nvGrpSpPr>
        <p:cNvPr id="1" name=""/>
        <p:cNvGrpSpPr/>
        <p:nvPr/>
      </p:nvGrpSpPr>
      <p:grpSpPr>
        <a:xfrm>
          <a:off x="0" y="0"/>
          <a:ext cx="0" cy="0"/>
          <a:chOff x="0" y="0"/>
          <a:chExt cx="0" cy="0"/>
        </a:xfrm>
      </p:grpSpPr>
      <p:pic>
        <p:nvPicPr>
          <p:cNvPr id="4" name="Picture 3" descr="A black tree with leaves&#10;&#10;Description automatically generated">
            <a:extLst>
              <a:ext uri="{FF2B5EF4-FFF2-40B4-BE49-F238E27FC236}">
                <a16:creationId xmlns:a16="http://schemas.microsoft.com/office/drawing/2014/main" id="{7D5CBFE6-C0A7-BE8B-96FC-41BEC78B0EDA}"/>
              </a:ext>
            </a:extLst>
          </p:cNvPr>
          <p:cNvPicPr>
            <a:picLocks noChangeAspect="1"/>
          </p:cNvPicPr>
          <p:nvPr userDrawn="1"/>
        </p:nvPicPr>
        <p:blipFill>
          <a:blip r:embed="rId2"/>
          <a:stretch>
            <a:fillRect/>
          </a:stretch>
        </p:blipFill>
        <p:spPr>
          <a:xfrm>
            <a:off x="11440401" y="188640"/>
            <a:ext cx="488247" cy="495124"/>
          </a:xfrm>
          <a:prstGeom prst="rect">
            <a:avLst/>
          </a:prstGeom>
        </p:spPr>
      </p:pic>
      <p:sp>
        <p:nvSpPr>
          <p:cNvPr id="9" name="Slide Number Placeholder 5">
            <a:extLst>
              <a:ext uri="{FF2B5EF4-FFF2-40B4-BE49-F238E27FC236}">
                <a16:creationId xmlns:a16="http://schemas.microsoft.com/office/drawing/2014/main" id="{8230AD4E-56A3-33E9-78E8-6C9600B5AFB1}"/>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US" smtClean="0"/>
              <a:pPr algn="r"/>
              <a:t>‹#›</a:t>
            </a:fld>
            <a:endParaRPr lang="en-US"/>
          </a:p>
        </p:txBody>
      </p:sp>
      <p:cxnSp>
        <p:nvCxnSpPr>
          <p:cNvPr id="10" name="Straight Connector 9">
            <a:extLst>
              <a:ext uri="{FF2B5EF4-FFF2-40B4-BE49-F238E27FC236}">
                <a16:creationId xmlns:a16="http://schemas.microsoft.com/office/drawing/2014/main" id="{4CA7CCD7-DFEA-0C34-9EF2-F9264B79291C}"/>
              </a:ext>
            </a:extLst>
          </p:cNvPr>
          <p:cNvCxnSpPr>
            <a:cxnSpLocks/>
          </p:cNvCxnSpPr>
          <p:nvPr userDrawn="1"/>
        </p:nvCxnSpPr>
        <p:spPr>
          <a:xfrm>
            <a:off x="335360" y="6629400"/>
            <a:ext cx="11220030"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03EAD037-979B-EF8E-02AB-DD2D3A28EBEE}"/>
              </a:ext>
            </a:extLst>
          </p:cNvPr>
          <p:cNvCxnSpPr>
            <a:cxnSpLocks/>
          </p:cNvCxnSpPr>
          <p:nvPr userDrawn="1"/>
        </p:nvCxnSpPr>
        <p:spPr>
          <a:xfrm>
            <a:off x="335360" y="444624"/>
            <a:ext cx="11105041"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5" name="Text Placeholder 7">
            <a:extLst>
              <a:ext uri="{FF2B5EF4-FFF2-40B4-BE49-F238E27FC236}">
                <a16:creationId xmlns:a16="http://schemas.microsoft.com/office/drawing/2014/main" id="{4F2E7181-F8A5-7D01-60EC-7E068E3BD568}"/>
              </a:ext>
            </a:extLst>
          </p:cNvPr>
          <p:cNvSpPr>
            <a:spLocks noGrp="1"/>
          </p:cNvSpPr>
          <p:nvPr>
            <p:ph type="body" sz="quarter" idx="23" hasCustomPrompt="1"/>
          </p:nvPr>
        </p:nvSpPr>
        <p:spPr>
          <a:xfrm>
            <a:off x="347663" y="2708275"/>
            <a:ext cx="5678424" cy="3673475"/>
          </a:xfrm>
        </p:spPr>
        <p:txBody>
          <a:bodyPr anchor="b" anchorCtr="0"/>
          <a:lstStyle>
            <a:lvl1pPr marL="0" indent="0">
              <a:lnSpc>
                <a:spcPct val="110000"/>
              </a:lnSpc>
              <a:spcAft>
                <a:spcPts val="1000"/>
              </a:spcAft>
              <a:buFont typeface="Arial" panose="020B0604020202020204" pitchFamily="34" charset="0"/>
              <a:buNone/>
              <a:defRPr>
                <a:solidFill>
                  <a:schemeClr val="tx1"/>
                </a:solidFill>
              </a:defRPr>
            </a:lvl1pPr>
          </a:lstStyle>
          <a:p>
            <a:r>
              <a:rPr lang="en-GB" noProof="1"/>
              <a:t>Lorem ipsum dolor sit amet, consectetur adipiscing elit. Pellentesque ac erat id purus porttitor luctus. Vestibulum eleifend eu enim id tempor. Aliquam varius lectus neque, nec ultrices metus dapibus in. Morbi varius pellentesque volutpat. In molestie sapien enim. Donec id aliquet sapien, ut pulvinar orci. Sed ac ex sagittis, iaculis risus at, pellentesque metus. Cras eu enim porta metus blandit bibendum. Aliquam et pulvinar lectus. Aenean sit amet tincidunt nibh. Aenean elementum felis eu condimentum accumsan. Maecenas ut erat ultrices, fermentum nulla sit amet, dignissim risus. Fusce id ultrices lorem. </a:t>
            </a:r>
          </a:p>
          <a:p>
            <a:r>
              <a:rPr lang="en-GB" noProof="1"/>
              <a:t>Integer elementum dignissim feugiat. Praesent ligula leo, blandit ac vestibulum ac, tincidunt non odio. Orci varius natoque penatibus et magnis dis parturient montes, nascetur ridiculus mus. Aenean ut ex congue, efficitur nibh eget, elementum neque. Sed vitae lectus nisl. Duis condimentum luctus tortor posuere egestas. Donec laoreet odio sed ante aliquam, non luctus lorem mollis. Suspendisse fringilla congue sapien, fermentum aliquet velit iaculis in. </a:t>
            </a:r>
          </a:p>
        </p:txBody>
      </p:sp>
      <p:sp>
        <p:nvSpPr>
          <p:cNvPr id="12" name="Text Placeholder 8">
            <a:extLst>
              <a:ext uri="{FF2B5EF4-FFF2-40B4-BE49-F238E27FC236}">
                <a16:creationId xmlns:a16="http://schemas.microsoft.com/office/drawing/2014/main" id="{D0315F95-1662-D9BF-9E39-A47A69179A14}"/>
              </a:ext>
            </a:extLst>
          </p:cNvPr>
          <p:cNvSpPr>
            <a:spLocks noGrp="1"/>
          </p:cNvSpPr>
          <p:nvPr>
            <p:ph type="body" sz="quarter" idx="24" hasCustomPrompt="1"/>
          </p:nvPr>
        </p:nvSpPr>
        <p:spPr>
          <a:xfrm>
            <a:off x="348300" y="242888"/>
            <a:ext cx="4206240" cy="182284"/>
          </a:xfrm>
        </p:spPr>
        <p:txBody>
          <a:bodyPr tIns="0" bIns="0"/>
          <a:lstStyle>
            <a:lvl1pPr>
              <a:lnSpc>
                <a:spcPct val="100000"/>
              </a:lnSpc>
              <a:spcAft>
                <a:spcPts val="1000"/>
              </a:spcAft>
              <a:defRPr sz="700" spc="50" baseline="0">
                <a:solidFill>
                  <a:schemeClr val="tx2"/>
                </a:solidFill>
                <a:latin typeface="+mn-lt"/>
              </a:defRPr>
            </a:lvl1pPr>
          </a:lstStyle>
          <a:p>
            <a:pPr lvl="0"/>
            <a:r>
              <a:rPr lang="en-US"/>
              <a:t>SECTION TITLE HERE</a:t>
            </a:r>
          </a:p>
        </p:txBody>
      </p:sp>
      <p:sp>
        <p:nvSpPr>
          <p:cNvPr id="14" name="Title 1">
            <a:extLst>
              <a:ext uri="{FF2B5EF4-FFF2-40B4-BE49-F238E27FC236}">
                <a16:creationId xmlns:a16="http://schemas.microsoft.com/office/drawing/2014/main" id="{D0F5805D-E836-BDF5-3C7A-A1D69F2BA741}"/>
              </a:ext>
            </a:extLst>
          </p:cNvPr>
          <p:cNvSpPr>
            <a:spLocks noGrp="1"/>
          </p:cNvSpPr>
          <p:nvPr>
            <p:ph type="title" hasCustomPrompt="1"/>
          </p:nvPr>
        </p:nvSpPr>
        <p:spPr>
          <a:xfrm>
            <a:off x="348299" y="548681"/>
            <a:ext cx="11164824" cy="594360"/>
          </a:xfrm>
        </p:spPr>
        <p:txBody>
          <a:bodyPr>
            <a:noAutofit/>
          </a:bodyPr>
          <a:lstStyle>
            <a:lvl1pPr>
              <a:lnSpc>
                <a:spcPct val="80000"/>
              </a:lnSpc>
              <a:defRPr>
                <a:solidFill>
                  <a:srgbClr val="3D441E"/>
                </a:solidFill>
              </a:defRPr>
            </a:lvl1pPr>
          </a:lstStyle>
          <a:p>
            <a:r>
              <a:rPr lang="en-US"/>
              <a:t>Insert Title Here</a:t>
            </a:r>
          </a:p>
        </p:txBody>
      </p:sp>
      <p:sp>
        <p:nvSpPr>
          <p:cNvPr id="15" name="Text Placeholder 14">
            <a:extLst>
              <a:ext uri="{FF2B5EF4-FFF2-40B4-BE49-F238E27FC236}">
                <a16:creationId xmlns:a16="http://schemas.microsoft.com/office/drawing/2014/main" id="{596EA6AF-4130-24B2-0A4C-F30ADBD306CB}"/>
              </a:ext>
            </a:extLst>
          </p:cNvPr>
          <p:cNvSpPr>
            <a:spLocks noGrp="1"/>
          </p:cNvSpPr>
          <p:nvPr>
            <p:ph type="body" sz="quarter" idx="26" hasCustomPrompt="1"/>
          </p:nvPr>
        </p:nvSpPr>
        <p:spPr>
          <a:xfrm>
            <a:off x="348299" y="1166772"/>
            <a:ext cx="11164824" cy="393192"/>
          </a:xfrm>
        </p:spPr>
        <p:txBody>
          <a:bodyPr/>
          <a:lstStyle>
            <a:lvl1pPr>
              <a:lnSpc>
                <a:spcPct val="100000"/>
              </a:lnSpc>
              <a:spcAft>
                <a:spcPts val="600"/>
              </a:spcAft>
              <a:defRPr sz="1600"/>
            </a:lvl1pPr>
          </a:lstStyle>
          <a:p>
            <a:pPr lvl="0"/>
            <a:r>
              <a:rPr lang="en-US"/>
              <a:t>Insert Subheading Here</a:t>
            </a:r>
          </a:p>
        </p:txBody>
      </p:sp>
    </p:spTree>
    <p:extLst>
      <p:ext uri="{BB962C8B-B14F-4D97-AF65-F5344CB8AC3E}">
        <p14:creationId xmlns:p14="http://schemas.microsoft.com/office/powerpoint/2010/main" val="1713971333"/>
      </p:ext>
    </p:extLst>
  </p:cSld>
  <p:clrMapOvr>
    <a:masterClrMapping/>
  </p:clrMapOvr>
  <p:extLst>
    <p:ext uri="{DCECCB84-F9BA-43D5-87BE-67443E8EF086}">
      <p15:sldGuideLst xmlns:p15="http://schemas.microsoft.com/office/powerpoint/2012/main">
        <p15:guide id="1" orient="horz" pos="402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 Body Text / Left Align (Dark)">
    <p:bg>
      <p:bgPr>
        <a:solidFill>
          <a:srgbClr val="3D441E"/>
        </a:solidFill>
        <a:effectLst/>
      </p:bgPr>
    </p:bg>
    <p:spTree>
      <p:nvGrpSpPr>
        <p:cNvPr id="1" name=""/>
        <p:cNvGrpSpPr/>
        <p:nvPr/>
      </p:nvGrpSpPr>
      <p:grpSpPr>
        <a:xfrm>
          <a:off x="0" y="0"/>
          <a:ext cx="0" cy="0"/>
          <a:chOff x="0" y="0"/>
          <a:chExt cx="0" cy="0"/>
        </a:xfrm>
      </p:grpSpPr>
      <p:pic>
        <p:nvPicPr>
          <p:cNvPr id="23" name="Picture 22" descr="A white tree with leaves on it&#10;&#10;AI-generated content may be incorrect.">
            <a:extLst>
              <a:ext uri="{FF2B5EF4-FFF2-40B4-BE49-F238E27FC236}">
                <a16:creationId xmlns:a16="http://schemas.microsoft.com/office/drawing/2014/main" id="{4D98EEBE-CEB6-595A-101E-A5D22778A5C3}"/>
              </a:ext>
            </a:extLst>
          </p:cNvPr>
          <p:cNvPicPr>
            <a:picLocks noChangeAspect="1"/>
          </p:cNvPicPr>
          <p:nvPr userDrawn="1"/>
        </p:nvPicPr>
        <p:blipFill>
          <a:blip r:embed="rId2"/>
          <a:stretch>
            <a:fillRect/>
          </a:stretch>
        </p:blipFill>
        <p:spPr>
          <a:xfrm>
            <a:off x="11440401" y="188640"/>
            <a:ext cx="489899" cy="496799"/>
          </a:xfrm>
          <a:prstGeom prst="rect">
            <a:avLst/>
          </a:prstGeom>
        </p:spPr>
      </p:pic>
      <p:cxnSp>
        <p:nvCxnSpPr>
          <p:cNvPr id="4" name="Straight Connector 3">
            <a:extLst>
              <a:ext uri="{FF2B5EF4-FFF2-40B4-BE49-F238E27FC236}">
                <a16:creationId xmlns:a16="http://schemas.microsoft.com/office/drawing/2014/main" id="{B630C0FB-49C2-1B77-A61A-317E494788ED}"/>
              </a:ext>
            </a:extLst>
          </p:cNvPr>
          <p:cNvCxnSpPr>
            <a:cxnSpLocks/>
          </p:cNvCxnSpPr>
          <p:nvPr userDrawn="1"/>
        </p:nvCxnSpPr>
        <p:spPr>
          <a:xfrm>
            <a:off x="335360" y="444624"/>
            <a:ext cx="11105041"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8" name="Text Placeholder 7">
            <a:extLst>
              <a:ext uri="{FF2B5EF4-FFF2-40B4-BE49-F238E27FC236}">
                <a16:creationId xmlns:a16="http://schemas.microsoft.com/office/drawing/2014/main" id="{D3383FCF-B03B-21B3-1804-71B06752397E}"/>
              </a:ext>
            </a:extLst>
          </p:cNvPr>
          <p:cNvSpPr>
            <a:spLocks noGrp="1"/>
          </p:cNvSpPr>
          <p:nvPr>
            <p:ph type="body" sz="quarter" idx="23" hasCustomPrompt="1"/>
          </p:nvPr>
        </p:nvSpPr>
        <p:spPr>
          <a:xfrm>
            <a:off x="347663" y="2708275"/>
            <a:ext cx="5678424" cy="3673475"/>
          </a:xfrm>
        </p:spPr>
        <p:txBody>
          <a:bodyPr anchor="b" anchorCtr="0"/>
          <a:lstStyle>
            <a:lvl1pPr>
              <a:lnSpc>
                <a:spcPct val="110000"/>
              </a:lnSpc>
              <a:spcAft>
                <a:spcPts val="1000"/>
              </a:spcAft>
              <a:defRPr>
                <a:solidFill>
                  <a:schemeClr val="bg1"/>
                </a:solidFill>
              </a:defRPr>
            </a:lvl1pPr>
          </a:lstStyle>
          <a:p>
            <a:r>
              <a:rPr lang="en-GB" noProof="1"/>
              <a:t>Lorem ipsum dolor sit amet, consectetur adipiscing elit. Pellentesque ac erat id purus porttitor luctus. Vestibulum eleifend eu enim id tempor. Aliquam varius lectus neque, nec ultrices metus dapibus in. Morbi varius pellentesque volutpat. In molestie sapien enim. Donec id aliquet sapien, ut pulvinar orci. Sed ac ex sagittis, iaculis risus at, pellentesque metus. Cras eu enim porta metus blandit bibendum. Aliquam et pulvinar lectus. Aenean sit amet tincidunt nibh. Aenean elementum felis eu condimentum accumsan. Maecenas ut erat ultrices, fermentum nulla sit amet, dignissim risus. Fusce id ultrices lorem. </a:t>
            </a:r>
          </a:p>
          <a:p>
            <a:r>
              <a:rPr lang="en-GB" noProof="1"/>
              <a:t>Integer elementum dignissim feugiat. Praesent ligula leo, blandit ac vestibulum ac, tincidunt non odio. Orci varius natoque penatibus et magnis dis parturient montes, nascetur ridiculus mus. Aenean ut ex congue, efficitur nibh eget, elementum neque. Sed vitae lectus nisl. Duis condimentum luctus tortor posuere egestas. Donec laoreet odio sed ante aliquam, non luctus lorem mollis. Suspendisse fringilla congue sapien, fermentum aliquet velit iaculis in. </a:t>
            </a:r>
          </a:p>
        </p:txBody>
      </p:sp>
      <p:sp>
        <p:nvSpPr>
          <p:cNvPr id="7" name="Text Placeholder 8">
            <a:extLst>
              <a:ext uri="{FF2B5EF4-FFF2-40B4-BE49-F238E27FC236}">
                <a16:creationId xmlns:a16="http://schemas.microsoft.com/office/drawing/2014/main" id="{A9B0D4DE-3CAC-4226-70A8-4B7954C308DC}"/>
              </a:ext>
            </a:extLst>
          </p:cNvPr>
          <p:cNvSpPr>
            <a:spLocks noGrp="1"/>
          </p:cNvSpPr>
          <p:nvPr>
            <p:ph type="body" sz="quarter" idx="24" hasCustomPrompt="1"/>
          </p:nvPr>
        </p:nvSpPr>
        <p:spPr>
          <a:xfrm>
            <a:off x="348300" y="242888"/>
            <a:ext cx="4206240" cy="182284"/>
          </a:xfrm>
        </p:spPr>
        <p:txBody>
          <a:bodyPr tIns="0" bIns="0"/>
          <a:lstStyle>
            <a:lvl1pPr>
              <a:lnSpc>
                <a:spcPct val="100000"/>
              </a:lnSpc>
              <a:spcAft>
                <a:spcPts val="1000"/>
              </a:spcAft>
              <a:defRPr sz="700" spc="50" baseline="0">
                <a:solidFill>
                  <a:schemeClr val="bg1"/>
                </a:solidFill>
                <a:latin typeface="+mn-lt"/>
              </a:defRPr>
            </a:lvl1pPr>
          </a:lstStyle>
          <a:p>
            <a:pPr lvl="0"/>
            <a:r>
              <a:rPr lang="en-US"/>
              <a:t>SECTION TITLE HERE</a:t>
            </a:r>
          </a:p>
        </p:txBody>
      </p:sp>
      <p:sp>
        <p:nvSpPr>
          <p:cNvPr id="10" name="Title 1">
            <a:extLst>
              <a:ext uri="{FF2B5EF4-FFF2-40B4-BE49-F238E27FC236}">
                <a16:creationId xmlns:a16="http://schemas.microsoft.com/office/drawing/2014/main" id="{82A9013A-EB71-5848-9531-660992EA90EB}"/>
              </a:ext>
            </a:extLst>
          </p:cNvPr>
          <p:cNvSpPr>
            <a:spLocks noGrp="1"/>
          </p:cNvSpPr>
          <p:nvPr>
            <p:ph type="title" hasCustomPrompt="1"/>
          </p:nvPr>
        </p:nvSpPr>
        <p:spPr>
          <a:xfrm>
            <a:off x="348299" y="548681"/>
            <a:ext cx="11164824" cy="594360"/>
          </a:xfrm>
        </p:spPr>
        <p:txBody>
          <a:bodyPr>
            <a:noAutofit/>
          </a:bodyPr>
          <a:lstStyle>
            <a:lvl1pPr>
              <a:lnSpc>
                <a:spcPct val="80000"/>
              </a:lnSpc>
              <a:defRPr>
                <a:solidFill>
                  <a:schemeClr val="bg1"/>
                </a:solidFill>
              </a:defRPr>
            </a:lvl1pPr>
          </a:lstStyle>
          <a:p>
            <a:r>
              <a:rPr lang="en-US"/>
              <a:t>Insert Title Here</a:t>
            </a:r>
          </a:p>
        </p:txBody>
      </p:sp>
      <p:sp>
        <p:nvSpPr>
          <p:cNvPr id="11" name="Text Placeholder 14">
            <a:extLst>
              <a:ext uri="{FF2B5EF4-FFF2-40B4-BE49-F238E27FC236}">
                <a16:creationId xmlns:a16="http://schemas.microsoft.com/office/drawing/2014/main" id="{9C7C5F5A-18EF-2EBF-CD87-88F640295965}"/>
              </a:ext>
            </a:extLst>
          </p:cNvPr>
          <p:cNvSpPr>
            <a:spLocks noGrp="1"/>
          </p:cNvSpPr>
          <p:nvPr>
            <p:ph type="body" sz="quarter" idx="26" hasCustomPrompt="1"/>
          </p:nvPr>
        </p:nvSpPr>
        <p:spPr>
          <a:xfrm>
            <a:off x="348299" y="1166772"/>
            <a:ext cx="11164824" cy="393192"/>
          </a:xfrm>
        </p:spPr>
        <p:txBody>
          <a:bodyPr/>
          <a:lstStyle>
            <a:lvl1pPr>
              <a:lnSpc>
                <a:spcPct val="100000"/>
              </a:lnSpc>
              <a:spcAft>
                <a:spcPts val="1000"/>
              </a:spcAft>
              <a:defRPr sz="1600">
                <a:solidFill>
                  <a:schemeClr val="bg1"/>
                </a:solidFill>
              </a:defRPr>
            </a:lvl1pPr>
          </a:lstStyle>
          <a:p>
            <a:pPr lvl="0"/>
            <a:r>
              <a:rPr lang="en-US"/>
              <a:t>Insert Subheading Here</a:t>
            </a:r>
          </a:p>
        </p:txBody>
      </p:sp>
      <p:sp>
        <p:nvSpPr>
          <p:cNvPr id="2" name="Slide Number Placeholder 5">
            <a:extLst>
              <a:ext uri="{FF2B5EF4-FFF2-40B4-BE49-F238E27FC236}">
                <a16:creationId xmlns:a16="http://schemas.microsoft.com/office/drawing/2014/main" id="{3D5A954C-5551-F9DA-8BEB-E303B2B6EDFA}"/>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chemeClr val="bg1"/>
                </a:solidFill>
                <a:latin typeface="Arial" panose="020B0604020202020204" pitchFamily="34" charset="0"/>
                <a:ea typeface="Helvetica Neue" panose="02000503000000020004" pitchFamily="2" charset="0"/>
                <a:cs typeface="Arial" panose="020B0604020202020204" pitchFamily="34" charset="0"/>
              </a:defRPr>
            </a:lvl1pPr>
          </a:lstStyle>
          <a:p>
            <a:fld id="{BD07F6D5-C405-3747-904C-8A4483F83D09}" type="slidenum">
              <a:rPr lang="en-US" smtClean="0"/>
              <a:pPr/>
              <a:t>‹#›</a:t>
            </a:fld>
            <a:endParaRPr lang="en-US"/>
          </a:p>
        </p:txBody>
      </p:sp>
      <p:cxnSp>
        <p:nvCxnSpPr>
          <p:cNvPr id="3" name="Straight Connector 2">
            <a:extLst>
              <a:ext uri="{FF2B5EF4-FFF2-40B4-BE49-F238E27FC236}">
                <a16:creationId xmlns:a16="http://schemas.microsoft.com/office/drawing/2014/main" id="{54D5BAC6-3A12-B3E7-1F05-75EB57CE6C6D}"/>
              </a:ext>
            </a:extLst>
          </p:cNvPr>
          <p:cNvCxnSpPr>
            <a:cxnSpLocks/>
          </p:cNvCxnSpPr>
          <p:nvPr userDrawn="1"/>
        </p:nvCxnSpPr>
        <p:spPr>
          <a:xfrm>
            <a:off x="335360" y="6629400"/>
            <a:ext cx="1122003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45588494"/>
      </p:ext>
    </p:extLst>
  </p:cSld>
  <p:clrMapOvr>
    <a:masterClrMapping/>
  </p:clrMapOvr>
  <p:extLst>
    <p:ext uri="{DCECCB84-F9BA-43D5-87BE-67443E8EF086}">
      <p15:sldGuideLst xmlns:p15="http://schemas.microsoft.com/office/powerpoint/2012/main">
        <p15:guide id="1" orient="horz" pos="4020">
          <p15:clr>
            <a:srgbClr val="FBAE40"/>
          </p15:clr>
        </p15:guide>
        <p15:guide id="2" orient="horz" pos="216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 - Body Text / Right Align (Dark)">
    <p:bg>
      <p:bgPr>
        <a:solidFill>
          <a:srgbClr val="3D441E"/>
        </a:solidFill>
        <a:effectLst/>
      </p:bgPr>
    </p:bg>
    <p:spTree>
      <p:nvGrpSpPr>
        <p:cNvPr id="1" name=""/>
        <p:cNvGrpSpPr/>
        <p:nvPr/>
      </p:nvGrpSpPr>
      <p:grpSpPr>
        <a:xfrm>
          <a:off x="0" y="0"/>
          <a:ext cx="0" cy="0"/>
          <a:chOff x="0" y="0"/>
          <a:chExt cx="0" cy="0"/>
        </a:xfrm>
      </p:grpSpPr>
      <p:pic>
        <p:nvPicPr>
          <p:cNvPr id="23" name="Picture 22" descr="A white tree with leaves on it&#10;&#10;AI-generated content may be incorrect.">
            <a:extLst>
              <a:ext uri="{FF2B5EF4-FFF2-40B4-BE49-F238E27FC236}">
                <a16:creationId xmlns:a16="http://schemas.microsoft.com/office/drawing/2014/main" id="{4D98EEBE-CEB6-595A-101E-A5D22778A5C3}"/>
              </a:ext>
            </a:extLst>
          </p:cNvPr>
          <p:cNvPicPr>
            <a:picLocks noChangeAspect="1"/>
          </p:cNvPicPr>
          <p:nvPr userDrawn="1"/>
        </p:nvPicPr>
        <p:blipFill>
          <a:blip r:embed="rId2"/>
          <a:stretch>
            <a:fillRect/>
          </a:stretch>
        </p:blipFill>
        <p:spPr>
          <a:xfrm>
            <a:off x="11440401" y="188640"/>
            <a:ext cx="489899" cy="496799"/>
          </a:xfrm>
          <a:prstGeom prst="rect">
            <a:avLst/>
          </a:prstGeom>
        </p:spPr>
      </p:pic>
      <p:cxnSp>
        <p:nvCxnSpPr>
          <p:cNvPr id="4" name="Straight Connector 3">
            <a:extLst>
              <a:ext uri="{FF2B5EF4-FFF2-40B4-BE49-F238E27FC236}">
                <a16:creationId xmlns:a16="http://schemas.microsoft.com/office/drawing/2014/main" id="{B630C0FB-49C2-1B77-A61A-317E494788ED}"/>
              </a:ext>
            </a:extLst>
          </p:cNvPr>
          <p:cNvCxnSpPr>
            <a:cxnSpLocks/>
          </p:cNvCxnSpPr>
          <p:nvPr userDrawn="1"/>
        </p:nvCxnSpPr>
        <p:spPr>
          <a:xfrm>
            <a:off x="335360" y="444624"/>
            <a:ext cx="11105041"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7" name="Text Placeholder 8">
            <a:extLst>
              <a:ext uri="{FF2B5EF4-FFF2-40B4-BE49-F238E27FC236}">
                <a16:creationId xmlns:a16="http://schemas.microsoft.com/office/drawing/2014/main" id="{8E6973F0-7D34-DCD7-6FAE-28F314E846E5}"/>
              </a:ext>
            </a:extLst>
          </p:cNvPr>
          <p:cNvSpPr>
            <a:spLocks noGrp="1"/>
          </p:cNvSpPr>
          <p:nvPr>
            <p:ph type="body" sz="quarter" idx="24" hasCustomPrompt="1"/>
          </p:nvPr>
        </p:nvSpPr>
        <p:spPr>
          <a:xfrm>
            <a:off x="348300" y="242888"/>
            <a:ext cx="4206240" cy="182284"/>
          </a:xfrm>
        </p:spPr>
        <p:txBody>
          <a:bodyPr tIns="0" bIns="0"/>
          <a:lstStyle>
            <a:lvl1pPr>
              <a:lnSpc>
                <a:spcPct val="100000"/>
              </a:lnSpc>
              <a:spcAft>
                <a:spcPts val="1000"/>
              </a:spcAft>
              <a:defRPr sz="700" spc="50" baseline="0">
                <a:solidFill>
                  <a:schemeClr val="bg1"/>
                </a:solidFill>
                <a:latin typeface="+mn-lt"/>
              </a:defRPr>
            </a:lvl1pPr>
          </a:lstStyle>
          <a:p>
            <a:pPr lvl="0"/>
            <a:r>
              <a:rPr lang="en-US"/>
              <a:t>SECTION TITLE HERE</a:t>
            </a:r>
          </a:p>
        </p:txBody>
      </p:sp>
      <p:sp>
        <p:nvSpPr>
          <p:cNvPr id="9" name="Text Placeholder 7">
            <a:extLst>
              <a:ext uri="{FF2B5EF4-FFF2-40B4-BE49-F238E27FC236}">
                <a16:creationId xmlns:a16="http://schemas.microsoft.com/office/drawing/2014/main" id="{7FCD85B1-57D2-2A09-64A5-4C1AF7CAEDE9}"/>
              </a:ext>
            </a:extLst>
          </p:cNvPr>
          <p:cNvSpPr>
            <a:spLocks noGrp="1"/>
          </p:cNvSpPr>
          <p:nvPr>
            <p:ph type="body" sz="quarter" idx="23" hasCustomPrompt="1"/>
          </p:nvPr>
        </p:nvSpPr>
        <p:spPr>
          <a:xfrm>
            <a:off x="6181344" y="640080"/>
            <a:ext cx="5678424" cy="5742432"/>
          </a:xfrm>
        </p:spPr>
        <p:txBody>
          <a:bodyPr anchor="t" anchorCtr="0"/>
          <a:lstStyle>
            <a:lvl1pPr marL="0" indent="0">
              <a:lnSpc>
                <a:spcPct val="110000"/>
              </a:lnSpc>
              <a:spcAft>
                <a:spcPts val="1000"/>
              </a:spcAft>
              <a:buFont typeface="Arial" panose="020B0604020202020204" pitchFamily="34" charset="0"/>
              <a:buNone/>
              <a:defRPr>
                <a:solidFill>
                  <a:schemeClr val="bg1"/>
                </a:solidFill>
              </a:defRPr>
            </a:lvl1pPr>
          </a:lstStyle>
          <a:p>
            <a:r>
              <a:rPr lang="en-GB" noProof="1"/>
              <a:t>Lorem ipsum dolor sit amet, consectetur adipiscing elit. Pellentesque ac erat id purus porttitor luctus. Vestibulum eleifend eu enim id tempor. Aliquam varius lectus neque, nec ultrices metus dapibus in. Morbi varius pellentesque volutpat. In molestie sapien enim. Donec id aliquet sapien, ut pulvinar orci. Sed ac ex sagittis, iaculis risus at, pellentesque metus. Cras eu enim porta metus blandit bibendum. Aliquam et pulvinar lectus. Aenean sit amet tincidunt nibh. Aenean elementum felis eu condimentum accumsan. Maecenas ut erat ultrices, fermentum nulla sit amet, dignissim risus. Fusce id ultrices lorem. </a:t>
            </a:r>
          </a:p>
          <a:p>
            <a:r>
              <a:rPr lang="en-GB" noProof="1"/>
              <a:t>Integer elementum dignissim feugiat. Praesent ligula leo, blandit ac vestibulum ac, tincidunt non odio. Orci varius natoque penatibus et magnis dis parturient montes, nascetur ridiculus mus. Aenean ut ex congue, efficitur nibh eget, elementum neque. Sed vitae lectus nisl. Duis condimentum luctus tortor posuere egestas. Donec laoreet odio sed ante aliquam, non luctus lorem mollis. Suspendisse fringilla congue sapien, fermentum aliquet velit iaculis in. </a:t>
            </a:r>
          </a:p>
        </p:txBody>
      </p:sp>
      <p:sp>
        <p:nvSpPr>
          <p:cNvPr id="11" name="Title 1">
            <a:extLst>
              <a:ext uri="{FF2B5EF4-FFF2-40B4-BE49-F238E27FC236}">
                <a16:creationId xmlns:a16="http://schemas.microsoft.com/office/drawing/2014/main" id="{3EBBACD3-3B1F-3AF3-21A4-D0D66346A91E}"/>
              </a:ext>
            </a:extLst>
          </p:cNvPr>
          <p:cNvSpPr>
            <a:spLocks noGrp="1"/>
          </p:cNvSpPr>
          <p:nvPr>
            <p:ph type="title" hasCustomPrompt="1"/>
          </p:nvPr>
        </p:nvSpPr>
        <p:spPr>
          <a:xfrm>
            <a:off x="348299" y="548681"/>
            <a:ext cx="4315968" cy="594360"/>
          </a:xfrm>
        </p:spPr>
        <p:txBody>
          <a:bodyPr>
            <a:noAutofit/>
          </a:bodyPr>
          <a:lstStyle>
            <a:lvl1pPr>
              <a:lnSpc>
                <a:spcPct val="80000"/>
              </a:lnSpc>
              <a:defRPr>
                <a:solidFill>
                  <a:schemeClr val="bg1"/>
                </a:solidFill>
              </a:defRPr>
            </a:lvl1pPr>
          </a:lstStyle>
          <a:p>
            <a:r>
              <a:rPr lang="en-US"/>
              <a:t>Insert Title Here</a:t>
            </a:r>
          </a:p>
        </p:txBody>
      </p:sp>
      <p:sp>
        <p:nvSpPr>
          <p:cNvPr id="2" name="Slide Number Placeholder 5">
            <a:extLst>
              <a:ext uri="{FF2B5EF4-FFF2-40B4-BE49-F238E27FC236}">
                <a16:creationId xmlns:a16="http://schemas.microsoft.com/office/drawing/2014/main" id="{2F158079-0F7E-D4EC-9120-8558BBE83204}"/>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chemeClr val="bg1"/>
                </a:solidFill>
                <a:latin typeface="Arial" panose="020B0604020202020204" pitchFamily="34" charset="0"/>
                <a:ea typeface="Helvetica Neue" panose="02000503000000020004" pitchFamily="2" charset="0"/>
                <a:cs typeface="Arial" panose="020B0604020202020204" pitchFamily="34" charset="0"/>
              </a:defRPr>
            </a:lvl1pPr>
          </a:lstStyle>
          <a:p>
            <a:fld id="{BD07F6D5-C405-3747-904C-8A4483F83D09}" type="slidenum">
              <a:rPr lang="en-US" smtClean="0"/>
              <a:pPr/>
              <a:t>‹#›</a:t>
            </a:fld>
            <a:endParaRPr lang="en-US"/>
          </a:p>
        </p:txBody>
      </p:sp>
      <p:cxnSp>
        <p:nvCxnSpPr>
          <p:cNvPr id="3" name="Straight Connector 2">
            <a:extLst>
              <a:ext uri="{FF2B5EF4-FFF2-40B4-BE49-F238E27FC236}">
                <a16:creationId xmlns:a16="http://schemas.microsoft.com/office/drawing/2014/main" id="{33FCEC4F-0D5F-2970-911E-B8A7FBB601F3}"/>
              </a:ext>
            </a:extLst>
          </p:cNvPr>
          <p:cNvCxnSpPr>
            <a:cxnSpLocks/>
          </p:cNvCxnSpPr>
          <p:nvPr userDrawn="1"/>
        </p:nvCxnSpPr>
        <p:spPr>
          <a:xfrm>
            <a:off x="335360" y="6629400"/>
            <a:ext cx="1122003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5" name="Text Placeholder 14">
            <a:extLst>
              <a:ext uri="{FF2B5EF4-FFF2-40B4-BE49-F238E27FC236}">
                <a16:creationId xmlns:a16="http://schemas.microsoft.com/office/drawing/2014/main" id="{AF2139AA-E08B-3E80-00DF-C93FFB3D7D58}"/>
              </a:ext>
            </a:extLst>
          </p:cNvPr>
          <p:cNvSpPr>
            <a:spLocks noGrp="1"/>
          </p:cNvSpPr>
          <p:nvPr>
            <p:ph type="body" sz="quarter" idx="26" hasCustomPrompt="1"/>
          </p:nvPr>
        </p:nvSpPr>
        <p:spPr>
          <a:xfrm>
            <a:off x="348299" y="1166772"/>
            <a:ext cx="4315968" cy="393192"/>
          </a:xfrm>
        </p:spPr>
        <p:txBody>
          <a:bodyPr/>
          <a:lstStyle>
            <a:lvl1pPr>
              <a:lnSpc>
                <a:spcPct val="100000"/>
              </a:lnSpc>
              <a:spcAft>
                <a:spcPts val="1000"/>
              </a:spcAft>
              <a:defRPr sz="1600">
                <a:solidFill>
                  <a:schemeClr val="bg1"/>
                </a:solidFill>
              </a:defRPr>
            </a:lvl1pPr>
          </a:lstStyle>
          <a:p>
            <a:pPr lvl="0"/>
            <a:r>
              <a:rPr lang="en-US"/>
              <a:t>Insert Subheading Here</a:t>
            </a:r>
          </a:p>
        </p:txBody>
      </p:sp>
    </p:spTree>
    <p:extLst>
      <p:ext uri="{BB962C8B-B14F-4D97-AF65-F5344CB8AC3E}">
        <p14:creationId xmlns:p14="http://schemas.microsoft.com/office/powerpoint/2010/main" val="2506782195"/>
      </p:ext>
    </p:extLst>
  </p:cSld>
  <p:clrMapOvr>
    <a:masterClrMapping/>
  </p:clrMapOvr>
  <p:extLst>
    <p:ext uri="{DCECCB84-F9BA-43D5-87BE-67443E8EF086}">
      <p15:sldGuideLst xmlns:p15="http://schemas.microsoft.com/office/powerpoint/2012/main">
        <p15:guide id="1" orient="horz" pos="4020">
          <p15:clr>
            <a:srgbClr val="FBAE40"/>
          </p15:clr>
        </p15:guide>
        <p15:guide id="2" orient="horz" pos="216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 Left Title / Right Tex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D5EDD5D-A48A-F9AF-6FCB-94741BB29C43}"/>
              </a:ext>
            </a:extLst>
          </p:cNvPr>
          <p:cNvSpPr/>
          <p:nvPr userDrawn="1"/>
        </p:nvSpPr>
        <p:spPr>
          <a:xfrm>
            <a:off x="0" y="0"/>
            <a:ext cx="5060950" cy="6858000"/>
          </a:xfrm>
          <a:prstGeom prst="rect">
            <a:avLst/>
          </a:prstGeom>
          <a:solidFill>
            <a:srgbClr val="CBC4B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5">
            <a:extLst>
              <a:ext uri="{FF2B5EF4-FFF2-40B4-BE49-F238E27FC236}">
                <a16:creationId xmlns:a16="http://schemas.microsoft.com/office/drawing/2014/main" id="{CDDC2F1F-FD40-42E3-123C-BCA95A066345}"/>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US" smtClean="0"/>
              <a:pPr algn="r"/>
              <a:t>‹#›</a:t>
            </a:fld>
            <a:endParaRPr lang="en-US"/>
          </a:p>
        </p:txBody>
      </p:sp>
      <p:cxnSp>
        <p:nvCxnSpPr>
          <p:cNvPr id="10" name="Straight Connector 9">
            <a:extLst>
              <a:ext uri="{FF2B5EF4-FFF2-40B4-BE49-F238E27FC236}">
                <a16:creationId xmlns:a16="http://schemas.microsoft.com/office/drawing/2014/main" id="{1F12D094-7AEE-C14A-E381-E4EC56E95484}"/>
              </a:ext>
            </a:extLst>
          </p:cNvPr>
          <p:cNvCxnSpPr>
            <a:cxnSpLocks/>
          </p:cNvCxnSpPr>
          <p:nvPr userDrawn="1"/>
        </p:nvCxnSpPr>
        <p:spPr>
          <a:xfrm>
            <a:off x="335360" y="6629400"/>
            <a:ext cx="11220030"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2DBA8181-DC70-E296-CC4C-B7DE82BCF43C}"/>
              </a:ext>
            </a:extLst>
          </p:cNvPr>
          <p:cNvSpPr>
            <a:spLocks noGrp="1"/>
          </p:cNvSpPr>
          <p:nvPr>
            <p:ph type="title" hasCustomPrompt="1"/>
          </p:nvPr>
        </p:nvSpPr>
        <p:spPr>
          <a:xfrm>
            <a:off x="347472" y="548680"/>
            <a:ext cx="4206240" cy="1649091"/>
          </a:xfrm>
        </p:spPr>
        <p:txBody>
          <a:bodyPr>
            <a:noAutofit/>
          </a:bodyPr>
          <a:lstStyle>
            <a:lvl1pPr>
              <a:lnSpc>
                <a:spcPct val="80000"/>
              </a:lnSpc>
              <a:defRPr>
                <a:solidFill>
                  <a:srgbClr val="3D441E"/>
                </a:solidFill>
              </a:defRPr>
            </a:lvl1pPr>
          </a:lstStyle>
          <a:p>
            <a:r>
              <a:rPr lang="en-US"/>
              <a:t>Insert Title Here</a:t>
            </a:r>
          </a:p>
        </p:txBody>
      </p:sp>
      <p:sp>
        <p:nvSpPr>
          <p:cNvPr id="7" name="Text Placeholder 6">
            <a:extLst>
              <a:ext uri="{FF2B5EF4-FFF2-40B4-BE49-F238E27FC236}">
                <a16:creationId xmlns:a16="http://schemas.microsoft.com/office/drawing/2014/main" id="{A7897ADF-6287-3772-480C-2821CC6E5C0E}"/>
              </a:ext>
            </a:extLst>
          </p:cNvPr>
          <p:cNvSpPr>
            <a:spLocks noGrp="1"/>
          </p:cNvSpPr>
          <p:nvPr>
            <p:ph type="body" sz="quarter" idx="22" hasCustomPrompt="1"/>
          </p:nvPr>
        </p:nvSpPr>
        <p:spPr>
          <a:xfrm>
            <a:off x="6181344" y="636024"/>
            <a:ext cx="5687568" cy="5742432"/>
          </a:xfrm>
        </p:spPr>
        <p:txBody>
          <a:bodyPr anchor="t" anchorCtr="0"/>
          <a:lstStyle>
            <a:lvl1pPr marL="180000" indent="-180000">
              <a:lnSpc>
                <a:spcPct val="110000"/>
              </a:lnSpc>
              <a:spcAft>
                <a:spcPts val="1000"/>
              </a:spcAft>
              <a:buFont typeface="Arial" panose="020B0604020202020204" pitchFamily="34" charset="0"/>
              <a:buChar char="•"/>
              <a:defRPr/>
            </a:lvl1pPr>
          </a:lstStyle>
          <a:p>
            <a:pPr lvl="0"/>
            <a:r>
              <a:rPr lang="en-US"/>
              <a:t>Insert text here</a:t>
            </a:r>
          </a:p>
        </p:txBody>
      </p:sp>
      <p:pic>
        <p:nvPicPr>
          <p:cNvPr id="3" name="Picture 2" descr="A black tree with leaves&#10;&#10;Description automatically generated">
            <a:extLst>
              <a:ext uri="{FF2B5EF4-FFF2-40B4-BE49-F238E27FC236}">
                <a16:creationId xmlns:a16="http://schemas.microsoft.com/office/drawing/2014/main" id="{8EAE1181-A78C-9CC8-5EB5-AF2A50AD0E4E}"/>
              </a:ext>
            </a:extLst>
          </p:cNvPr>
          <p:cNvPicPr>
            <a:picLocks noChangeAspect="1"/>
          </p:cNvPicPr>
          <p:nvPr userDrawn="1"/>
        </p:nvPicPr>
        <p:blipFill>
          <a:blip r:embed="rId2"/>
          <a:stretch>
            <a:fillRect/>
          </a:stretch>
        </p:blipFill>
        <p:spPr>
          <a:xfrm>
            <a:off x="11440401" y="188640"/>
            <a:ext cx="488247" cy="495124"/>
          </a:xfrm>
          <a:prstGeom prst="rect">
            <a:avLst/>
          </a:prstGeom>
        </p:spPr>
      </p:pic>
      <p:cxnSp>
        <p:nvCxnSpPr>
          <p:cNvPr id="4" name="Straight Connector 3">
            <a:extLst>
              <a:ext uri="{FF2B5EF4-FFF2-40B4-BE49-F238E27FC236}">
                <a16:creationId xmlns:a16="http://schemas.microsoft.com/office/drawing/2014/main" id="{96434894-C4B7-8C5F-7A69-EAE3E8185F04}"/>
              </a:ext>
            </a:extLst>
          </p:cNvPr>
          <p:cNvCxnSpPr>
            <a:cxnSpLocks/>
          </p:cNvCxnSpPr>
          <p:nvPr userDrawn="1"/>
        </p:nvCxnSpPr>
        <p:spPr>
          <a:xfrm>
            <a:off x="335360" y="444624"/>
            <a:ext cx="11105041"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5" name="Text Placeholder 8">
            <a:extLst>
              <a:ext uri="{FF2B5EF4-FFF2-40B4-BE49-F238E27FC236}">
                <a16:creationId xmlns:a16="http://schemas.microsoft.com/office/drawing/2014/main" id="{76FBA583-5ECF-9C3C-DBED-ABF4C4F9745B}"/>
              </a:ext>
            </a:extLst>
          </p:cNvPr>
          <p:cNvSpPr>
            <a:spLocks noGrp="1"/>
          </p:cNvSpPr>
          <p:nvPr>
            <p:ph type="body" sz="quarter" idx="23" hasCustomPrompt="1"/>
          </p:nvPr>
        </p:nvSpPr>
        <p:spPr>
          <a:xfrm>
            <a:off x="348300" y="242888"/>
            <a:ext cx="4206240" cy="182284"/>
          </a:xfrm>
        </p:spPr>
        <p:txBody>
          <a:bodyPr tIns="0" bIns="0"/>
          <a:lstStyle>
            <a:lvl1pPr>
              <a:lnSpc>
                <a:spcPct val="100000"/>
              </a:lnSpc>
              <a:spcAft>
                <a:spcPts val="1000"/>
              </a:spcAft>
              <a:defRPr sz="700" spc="50" baseline="0">
                <a:solidFill>
                  <a:schemeClr val="tx2"/>
                </a:solidFill>
                <a:latin typeface="+mn-lt"/>
              </a:defRPr>
            </a:lvl1pPr>
          </a:lstStyle>
          <a:p>
            <a:pPr lvl="0"/>
            <a:r>
              <a:rPr lang="en-US"/>
              <a:t>SECTION TITLE HERE</a:t>
            </a:r>
          </a:p>
        </p:txBody>
      </p:sp>
      <p:sp>
        <p:nvSpPr>
          <p:cNvPr id="6" name="Text Placeholder 6">
            <a:extLst>
              <a:ext uri="{FF2B5EF4-FFF2-40B4-BE49-F238E27FC236}">
                <a16:creationId xmlns:a16="http://schemas.microsoft.com/office/drawing/2014/main" id="{09536FFA-FB6E-670A-F0EA-A703BFBE1586}"/>
              </a:ext>
            </a:extLst>
          </p:cNvPr>
          <p:cNvSpPr>
            <a:spLocks noGrp="1"/>
          </p:cNvSpPr>
          <p:nvPr>
            <p:ph type="body" sz="quarter" idx="24" hasCustomPrompt="1"/>
          </p:nvPr>
        </p:nvSpPr>
        <p:spPr>
          <a:xfrm>
            <a:off x="347472" y="2996955"/>
            <a:ext cx="3746501" cy="3393304"/>
          </a:xfrm>
        </p:spPr>
        <p:txBody>
          <a:bodyPr anchor="b" anchorCtr="0"/>
          <a:lstStyle>
            <a:lvl1pPr>
              <a:lnSpc>
                <a:spcPct val="110000"/>
              </a:lnSpc>
              <a:spcAft>
                <a:spcPts val="1000"/>
              </a:spcAft>
              <a:defRPr/>
            </a:lvl1pPr>
          </a:lstStyle>
          <a:p>
            <a:pPr lvl="0"/>
            <a:r>
              <a:rPr lang="en-US"/>
              <a:t>Insert text here</a:t>
            </a:r>
          </a:p>
        </p:txBody>
      </p:sp>
    </p:spTree>
    <p:extLst>
      <p:ext uri="{BB962C8B-B14F-4D97-AF65-F5344CB8AC3E}">
        <p14:creationId xmlns:p14="http://schemas.microsoft.com/office/powerpoint/2010/main" val="538651800"/>
      </p:ext>
    </p:extLst>
  </p:cSld>
  <p:clrMapOvr>
    <a:masterClrMapping/>
  </p:clrMapOvr>
  <p:extLst>
    <p:ext uri="{DCECCB84-F9BA-43D5-87BE-67443E8EF086}">
      <p15:sldGuideLst xmlns:p15="http://schemas.microsoft.com/office/powerpoint/2012/main">
        <p15:guide id="1" orient="horz" pos="391">
          <p15:clr>
            <a:srgbClr val="FBAE40"/>
          </p15:clr>
        </p15:guide>
        <p15:guide id="2" orient="horz" pos="4020">
          <p15:clr>
            <a:srgbClr val="FBAE40"/>
          </p15:clr>
        </p15:guide>
        <p15:guide id="3" orient="horz" pos="216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 - Left Text / Right Titl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D5EDD5D-A48A-F9AF-6FCB-94741BB29C43}"/>
              </a:ext>
            </a:extLst>
          </p:cNvPr>
          <p:cNvSpPr/>
          <p:nvPr userDrawn="1"/>
        </p:nvSpPr>
        <p:spPr>
          <a:xfrm>
            <a:off x="7131050" y="0"/>
            <a:ext cx="5060950" cy="6858000"/>
          </a:xfrm>
          <a:prstGeom prst="rect">
            <a:avLst/>
          </a:prstGeom>
          <a:solidFill>
            <a:srgbClr val="CBC4B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5">
            <a:extLst>
              <a:ext uri="{FF2B5EF4-FFF2-40B4-BE49-F238E27FC236}">
                <a16:creationId xmlns:a16="http://schemas.microsoft.com/office/drawing/2014/main" id="{CDDC2F1F-FD40-42E3-123C-BCA95A066345}"/>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US" smtClean="0"/>
              <a:pPr algn="r"/>
              <a:t>‹#›</a:t>
            </a:fld>
            <a:endParaRPr lang="en-US"/>
          </a:p>
        </p:txBody>
      </p:sp>
      <p:cxnSp>
        <p:nvCxnSpPr>
          <p:cNvPr id="10" name="Straight Connector 9">
            <a:extLst>
              <a:ext uri="{FF2B5EF4-FFF2-40B4-BE49-F238E27FC236}">
                <a16:creationId xmlns:a16="http://schemas.microsoft.com/office/drawing/2014/main" id="{1F12D094-7AEE-C14A-E381-E4EC56E95484}"/>
              </a:ext>
            </a:extLst>
          </p:cNvPr>
          <p:cNvCxnSpPr>
            <a:cxnSpLocks/>
          </p:cNvCxnSpPr>
          <p:nvPr userDrawn="1"/>
        </p:nvCxnSpPr>
        <p:spPr>
          <a:xfrm>
            <a:off x="335360" y="6629400"/>
            <a:ext cx="11220030"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2DBA8181-DC70-E296-CC4C-B7DE82BCF43C}"/>
              </a:ext>
            </a:extLst>
          </p:cNvPr>
          <p:cNvSpPr>
            <a:spLocks noGrp="1"/>
          </p:cNvSpPr>
          <p:nvPr>
            <p:ph type="title" hasCustomPrompt="1"/>
          </p:nvPr>
        </p:nvSpPr>
        <p:spPr>
          <a:xfrm>
            <a:off x="7466411" y="548680"/>
            <a:ext cx="3814166" cy="1649091"/>
          </a:xfrm>
        </p:spPr>
        <p:txBody>
          <a:bodyPr>
            <a:noAutofit/>
          </a:bodyPr>
          <a:lstStyle>
            <a:lvl1pPr>
              <a:lnSpc>
                <a:spcPct val="80000"/>
              </a:lnSpc>
              <a:defRPr>
                <a:solidFill>
                  <a:srgbClr val="3D441E"/>
                </a:solidFill>
              </a:defRPr>
            </a:lvl1pPr>
          </a:lstStyle>
          <a:p>
            <a:r>
              <a:rPr lang="en-US"/>
              <a:t>Insert Title Here</a:t>
            </a:r>
          </a:p>
        </p:txBody>
      </p:sp>
      <p:sp>
        <p:nvSpPr>
          <p:cNvPr id="7" name="Text Placeholder 6">
            <a:extLst>
              <a:ext uri="{FF2B5EF4-FFF2-40B4-BE49-F238E27FC236}">
                <a16:creationId xmlns:a16="http://schemas.microsoft.com/office/drawing/2014/main" id="{A7897ADF-6287-3772-480C-2821CC6E5C0E}"/>
              </a:ext>
            </a:extLst>
          </p:cNvPr>
          <p:cNvSpPr>
            <a:spLocks noGrp="1"/>
          </p:cNvSpPr>
          <p:nvPr>
            <p:ph type="body" sz="quarter" idx="22" hasCustomPrompt="1"/>
          </p:nvPr>
        </p:nvSpPr>
        <p:spPr>
          <a:xfrm>
            <a:off x="335360" y="636024"/>
            <a:ext cx="5687568" cy="5742432"/>
          </a:xfrm>
        </p:spPr>
        <p:txBody>
          <a:bodyPr anchor="t" anchorCtr="0"/>
          <a:lstStyle>
            <a:lvl1pPr marL="180000" indent="-180000">
              <a:lnSpc>
                <a:spcPct val="110000"/>
              </a:lnSpc>
              <a:spcAft>
                <a:spcPts val="1000"/>
              </a:spcAft>
              <a:buFont typeface="Arial" panose="020B0604020202020204" pitchFamily="34" charset="0"/>
              <a:buChar char="•"/>
              <a:defRPr/>
            </a:lvl1pPr>
          </a:lstStyle>
          <a:p>
            <a:pPr lvl="0"/>
            <a:r>
              <a:rPr lang="en-US"/>
              <a:t>Insert text here</a:t>
            </a:r>
          </a:p>
        </p:txBody>
      </p:sp>
      <p:pic>
        <p:nvPicPr>
          <p:cNvPr id="3" name="Picture 2" descr="A black tree with leaves&#10;&#10;Description automatically generated">
            <a:extLst>
              <a:ext uri="{FF2B5EF4-FFF2-40B4-BE49-F238E27FC236}">
                <a16:creationId xmlns:a16="http://schemas.microsoft.com/office/drawing/2014/main" id="{8EAE1181-A78C-9CC8-5EB5-AF2A50AD0E4E}"/>
              </a:ext>
            </a:extLst>
          </p:cNvPr>
          <p:cNvPicPr>
            <a:picLocks noChangeAspect="1"/>
          </p:cNvPicPr>
          <p:nvPr userDrawn="1"/>
        </p:nvPicPr>
        <p:blipFill>
          <a:blip r:embed="rId2"/>
          <a:stretch>
            <a:fillRect/>
          </a:stretch>
        </p:blipFill>
        <p:spPr>
          <a:xfrm>
            <a:off x="11440401" y="188640"/>
            <a:ext cx="488247" cy="495124"/>
          </a:xfrm>
          <a:prstGeom prst="rect">
            <a:avLst/>
          </a:prstGeom>
        </p:spPr>
      </p:pic>
      <p:cxnSp>
        <p:nvCxnSpPr>
          <p:cNvPr id="4" name="Straight Connector 3">
            <a:extLst>
              <a:ext uri="{FF2B5EF4-FFF2-40B4-BE49-F238E27FC236}">
                <a16:creationId xmlns:a16="http://schemas.microsoft.com/office/drawing/2014/main" id="{96434894-C4B7-8C5F-7A69-EAE3E8185F04}"/>
              </a:ext>
            </a:extLst>
          </p:cNvPr>
          <p:cNvCxnSpPr>
            <a:cxnSpLocks/>
          </p:cNvCxnSpPr>
          <p:nvPr userDrawn="1"/>
        </p:nvCxnSpPr>
        <p:spPr>
          <a:xfrm>
            <a:off x="335360" y="444624"/>
            <a:ext cx="11105041"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12" name="Text Placeholder 8">
            <a:extLst>
              <a:ext uri="{FF2B5EF4-FFF2-40B4-BE49-F238E27FC236}">
                <a16:creationId xmlns:a16="http://schemas.microsoft.com/office/drawing/2014/main" id="{864AA2AD-3123-AD49-A63A-455F4E381816}"/>
              </a:ext>
            </a:extLst>
          </p:cNvPr>
          <p:cNvSpPr>
            <a:spLocks noGrp="1"/>
          </p:cNvSpPr>
          <p:nvPr>
            <p:ph type="body" sz="quarter" idx="23" hasCustomPrompt="1"/>
          </p:nvPr>
        </p:nvSpPr>
        <p:spPr>
          <a:xfrm>
            <a:off x="348300" y="242888"/>
            <a:ext cx="4206240" cy="182284"/>
          </a:xfrm>
        </p:spPr>
        <p:txBody>
          <a:bodyPr tIns="0" bIns="0"/>
          <a:lstStyle>
            <a:lvl1pPr>
              <a:lnSpc>
                <a:spcPct val="100000"/>
              </a:lnSpc>
              <a:spcAft>
                <a:spcPts val="1000"/>
              </a:spcAft>
              <a:defRPr sz="700" spc="50" baseline="0">
                <a:solidFill>
                  <a:schemeClr val="tx2"/>
                </a:solidFill>
                <a:latin typeface="+mn-lt"/>
              </a:defRPr>
            </a:lvl1pPr>
          </a:lstStyle>
          <a:p>
            <a:pPr lvl="0"/>
            <a:r>
              <a:rPr lang="en-US"/>
              <a:t>SECTION TITLE HERE</a:t>
            </a:r>
          </a:p>
        </p:txBody>
      </p:sp>
      <p:sp>
        <p:nvSpPr>
          <p:cNvPr id="13" name="Text Placeholder 6">
            <a:extLst>
              <a:ext uri="{FF2B5EF4-FFF2-40B4-BE49-F238E27FC236}">
                <a16:creationId xmlns:a16="http://schemas.microsoft.com/office/drawing/2014/main" id="{984A0185-F36A-B556-B1EF-9EF17FCD0AAC}"/>
              </a:ext>
            </a:extLst>
          </p:cNvPr>
          <p:cNvSpPr>
            <a:spLocks noGrp="1"/>
          </p:cNvSpPr>
          <p:nvPr>
            <p:ph type="body" sz="quarter" idx="24" hasCustomPrompt="1"/>
          </p:nvPr>
        </p:nvSpPr>
        <p:spPr>
          <a:xfrm>
            <a:off x="7534076" y="2996955"/>
            <a:ext cx="3746501" cy="3393304"/>
          </a:xfrm>
        </p:spPr>
        <p:txBody>
          <a:bodyPr anchor="b" anchorCtr="0"/>
          <a:lstStyle>
            <a:lvl1pPr>
              <a:lnSpc>
                <a:spcPct val="110000"/>
              </a:lnSpc>
              <a:spcAft>
                <a:spcPts val="1000"/>
              </a:spcAft>
              <a:defRPr/>
            </a:lvl1pPr>
          </a:lstStyle>
          <a:p>
            <a:pPr lvl="0"/>
            <a:r>
              <a:rPr lang="en-US"/>
              <a:t>Insert text here</a:t>
            </a:r>
          </a:p>
        </p:txBody>
      </p:sp>
    </p:spTree>
    <p:extLst>
      <p:ext uri="{BB962C8B-B14F-4D97-AF65-F5344CB8AC3E}">
        <p14:creationId xmlns:p14="http://schemas.microsoft.com/office/powerpoint/2010/main" val="1157228048"/>
      </p:ext>
    </p:extLst>
  </p:cSld>
  <p:clrMapOvr>
    <a:masterClrMapping/>
  </p:clrMapOvr>
  <p:extLst>
    <p:ext uri="{DCECCB84-F9BA-43D5-87BE-67443E8EF086}">
      <p15:sldGuideLst xmlns:p15="http://schemas.microsoft.com/office/powerpoint/2012/main">
        <p15:guide id="1" orient="horz" pos="391">
          <p15:clr>
            <a:srgbClr val="FBAE40"/>
          </p15:clr>
        </p15:guide>
        <p15:guide id="2" orient="horz" pos="4020">
          <p15:clr>
            <a:srgbClr val="FBAE40"/>
          </p15:clr>
        </p15:guide>
        <p15:guide id="3" orient="horz" pos="216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 - Left Text / Right Image">
    <p:spTree>
      <p:nvGrpSpPr>
        <p:cNvPr id="1" name=""/>
        <p:cNvGrpSpPr/>
        <p:nvPr/>
      </p:nvGrpSpPr>
      <p:grpSpPr>
        <a:xfrm>
          <a:off x="0" y="0"/>
          <a:ext cx="0" cy="0"/>
          <a:chOff x="0" y="0"/>
          <a:chExt cx="0" cy="0"/>
        </a:xfrm>
      </p:grpSpPr>
      <p:sp>
        <p:nvSpPr>
          <p:cNvPr id="18" name="Text Placeholder 51">
            <a:extLst>
              <a:ext uri="{FF2B5EF4-FFF2-40B4-BE49-F238E27FC236}">
                <a16:creationId xmlns:a16="http://schemas.microsoft.com/office/drawing/2014/main" id="{07DE4970-1AFF-4AE8-7D67-2DFA86CA0177}"/>
              </a:ext>
            </a:extLst>
          </p:cNvPr>
          <p:cNvSpPr>
            <a:spLocks noGrp="1"/>
          </p:cNvSpPr>
          <p:nvPr>
            <p:ph type="body" sz="quarter" idx="16" hasCustomPrompt="1"/>
          </p:nvPr>
        </p:nvSpPr>
        <p:spPr>
          <a:xfrm>
            <a:off x="334963" y="3429001"/>
            <a:ext cx="3759200" cy="2952750"/>
          </a:xfrm>
        </p:spPr>
        <p:txBody>
          <a:bodyPr anchor="b" anchorCtr="0"/>
          <a:lstStyle>
            <a:lvl1pPr>
              <a:lnSpc>
                <a:spcPct val="110000"/>
              </a:lnSpc>
              <a:spcAft>
                <a:spcPts val="1000"/>
              </a:spcAf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Nunc id ante </a:t>
            </a:r>
            <a:r>
              <a:rPr lang="en-US" err="1"/>
              <a:t>metus</a:t>
            </a:r>
            <a:r>
              <a:rPr lang="en-US"/>
              <a:t>. </a:t>
            </a:r>
            <a:r>
              <a:rPr lang="en-US" err="1"/>
              <a:t>Nulla</a:t>
            </a:r>
            <a:r>
              <a:rPr lang="en-US"/>
              <a:t> </a:t>
            </a:r>
            <a:r>
              <a:rPr lang="en-US" err="1"/>
              <a:t>odio</a:t>
            </a:r>
            <a:r>
              <a:rPr lang="en-US"/>
              <a:t> </a:t>
            </a:r>
            <a:r>
              <a:rPr lang="en-US" err="1"/>
              <a:t>urna</a:t>
            </a:r>
            <a:r>
              <a:rPr lang="en-US"/>
              <a:t>, </a:t>
            </a:r>
            <a:r>
              <a:rPr lang="en-US" err="1"/>
              <a:t>mattis</a:t>
            </a:r>
            <a:r>
              <a:rPr lang="en-US"/>
              <a:t> </a:t>
            </a:r>
            <a:r>
              <a:rPr lang="en-US" err="1"/>
              <a:t>interdum</a:t>
            </a:r>
            <a:r>
              <a:rPr lang="en-US"/>
              <a:t> convallis ac, dictum </a:t>
            </a:r>
            <a:r>
              <a:rPr lang="en-US" err="1"/>
              <a:t>eget</a:t>
            </a:r>
            <a:r>
              <a:rPr lang="en-US"/>
              <a:t> </a:t>
            </a:r>
            <a:r>
              <a:rPr lang="en-US" err="1"/>
              <a:t>nisl</a:t>
            </a:r>
            <a:r>
              <a:rPr lang="en-US"/>
              <a:t>. </a:t>
            </a:r>
            <a:r>
              <a:rPr lang="en-US" err="1"/>
              <a:t>Aliquam</a:t>
            </a:r>
            <a:r>
              <a:rPr lang="en-US"/>
              <a:t> at </a:t>
            </a:r>
            <a:r>
              <a:rPr lang="en-US" err="1"/>
              <a:t>elit</a:t>
            </a:r>
            <a:r>
              <a:rPr lang="en-US"/>
              <a:t> </a:t>
            </a:r>
            <a:r>
              <a:rPr lang="en-US" err="1"/>
              <a:t>tempor</a:t>
            </a:r>
            <a:r>
              <a:rPr lang="en-US"/>
              <a:t>, </a:t>
            </a:r>
            <a:r>
              <a:rPr lang="en-US" err="1"/>
              <a:t>dapibus</a:t>
            </a:r>
            <a:r>
              <a:rPr lang="en-US"/>
              <a:t> ante </a:t>
            </a:r>
            <a:r>
              <a:rPr lang="en-US" err="1"/>
              <a:t>eget</a:t>
            </a:r>
            <a:r>
              <a:rPr lang="en-US"/>
              <a:t>, convallis </a:t>
            </a:r>
            <a:r>
              <a:rPr lang="en-US" err="1"/>
              <a:t>odio</a:t>
            </a:r>
            <a:r>
              <a:rPr lang="en-US"/>
              <a:t>. Nunc vestibulum </a:t>
            </a:r>
            <a:r>
              <a:rPr lang="en-US" err="1"/>
              <a:t>viverra</a:t>
            </a:r>
            <a:r>
              <a:rPr lang="en-US"/>
              <a:t> </a:t>
            </a:r>
            <a:r>
              <a:rPr lang="en-US" err="1"/>
              <a:t>purus</a:t>
            </a:r>
            <a:r>
              <a:rPr lang="en-US"/>
              <a:t>, ac </a:t>
            </a:r>
            <a:r>
              <a:rPr lang="en-US" err="1"/>
              <a:t>iaculis</a:t>
            </a:r>
            <a:r>
              <a:rPr lang="en-US"/>
              <a:t> </a:t>
            </a:r>
            <a:r>
              <a:rPr lang="en-US" err="1"/>
              <a:t>tortor</a:t>
            </a:r>
            <a:r>
              <a:rPr lang="en-US"/>
              <a:t> </a:t>
            </a:r>
            <a:r>
              <a:rPr lang="en-US" err="1"/>
              <a:t>porttitor</a:t>
            </a:r>
            <a:r>
              <a:rPr lang="en-US"/>
              <a:t> sit </a:t>
            </a:r>
            <a:r>
              <a:rPr lang="en-US" err="1"/>
              <a:t>amet</a:t>
            </a:r>
            <a:r>
              <a:rPr lang="en-US"/>
              <a:t>. Integer </a:t>
            </a:r>
            <a:r>
              <a:rPr lang="en-US" err="1"/>
              <a:t>fringilla</a:t>
            </a:r>
            <a:r>
              <a:rPr lang="en-US"/>
              <a:t> </a:t>
            </a:r>
            <a:r>
              <a:rPr lang="en-US" err="1"/>
              <a:t>hendrerit</a:t>
            </a:r>
            <a:r>
              <a:rPr lang="en-US"/>
              <a:t> tempus. </a:t>
            </a:r>
            <a:r>
              <a:rPr lang="en-US" err="1"/>
              <a:t>Pellentesque</a:t>
            </a:r>
            <a:r>
              <a:rPr lang="en-US"/>
              <a:t> id ex quis </a:t>
            </a:r>
            <a:r>
              <a:rPr lang="en-US" err="1"/>
              <a:t>neque</a:t>
            </a:r>
            <a:r>
              <a:rPr lang="en-US"/>
              <a:t> </a:t>
            </a:r>
            <a:r>
              <a:rPr lang="en-US" err="1"/>
              <a:t>condimentum</a:t>
            </a:r>
            <a:r>
              <a:rPr lang="en-US"/>
              <a:t> </a:t>
            </a:r>
            <a:r>
              <a:rPr lang="en-US" err="1"/>
              <a:t>consectetur</a:t>
            </a:r>
            <a:r>
              <a:rPr lang="en-US"/>
              <a:t>. Integer vitae nisi tor.</a:t>
            </a:r>
          </a:p>
        </p:txBody>
      </p:sp>
      <p:sp>
        <p:nvSpPr>
          <p:cNvPr id="6" name="Picture Placeholder 5">
            <a:extLst>
              <a:ext uri="{FF2B5EF4-FFF2-40B4-BE49-F238E27FC236}">
                <a16:creationId xmlns:a16="http://schemas.microsoft.com/office/drawing/2014/main" id="{E4E3DC9D-A532-3A8C-E360-BC0FD95893E5}"/>
              </a:ext>
            </a:extLst>
          </p:cNvPr>
          <p:cNvSpPr>
            <a:spLocks noGrp="1"/>
          </p:cNvSpPr>
          <p:nvPr>
            <p:ph type="pic" sz="quarter" idx="23"/>
          </p:nvPr>
        </p:nvSpPr>
        <p:spPr>
          <a:xfrm>
            <a:off x="7131050" y="0"/>
            <a:ext cx="5056632" cy="6858000"/>
          </a:xfrm>
          <a:solidFill>
            <a:srgbClr val="CBC4BC">
              <a:alpha val="20000"/>
            </a:srgbClr>
          </a:solidFill>
        </p:spPr>
        <p:txBody>
          <a:bodyPr/>
          <a:lstStyle/>
          <a:p>
            <a:endParaRPr lang="en-US"/>
          </a:p>
        </p:txBody>
      </p:sp>
      <p:sp>
        <p:nvSpPr>
          <p:cNvPr id="2" name="Title 1">
            <a:extLst>
              <a:ext uri="{FF2B5EF4-FFF2-40B4-BE49-F238E27FC236}">
                <a16:creationId xmlns:a16="http://schemas.microsoft.com/office/drawing/2014/main" id="{42873D1B-567E-E521-E1AF-6549CABC51A1}"/>
              </a:ext>
            </a:extLst>
          </p:cNvPr>
          <p:cNvSpPr>
            <a:spLocks noGrp="1"/>
          </p:cNvSpPr>
          <p:nvPr>
            <p:ph type="title" hasCustomPrompt="1"/>
          </p:nvPr>
        </p:nvSpPr>
        <p:spPr>
          <a:xfrm>
            <a:off x="348301" y="548680"/>
            <a:ext cx="4712649" cy="1296144"/>
          </a:xfrm>
        </p:spPr>
        <p:txBody>
          <a:bodyPr>
            <a:noAutofit/>
          </a:bodyPr>
          <a:lstStyle>
            <a:lvl1pPr>
              <a:lnSpc>
                <a:spcPct val="80000"/>
              </a:lnSpc>
              <a:defRPr>
                <a:solidFill>
                  <a:srgbClr val="3D441E"/>
                </a:solidFill>
              </a:defRPr>
            </a:lvl1pPr>
          </a:lstStyle>
          <a:p>
            <a:r>
              <a:rPr lang="en-US"/>
              <a:t>Insert Title Here</a:t>
            </a:r>
          </a:p>
        </p:txBody>
      </p:sp>
      <p:sp>
        <p:nvSpPr>
          <p:cNvPr id="5" name="Text Placeholder 8">
            <a:extLst>
              <a:ext uri="{FF2B5EF4-FFF2-40B4-BE49-F238E27FC236}">
                <a16:creationId xmlns:a16="http://schemas.microsoft.com/office/drawing/2014/main" id="{281A7C06-F201-921E-FCDA-65E387E76CBB}"/>
              </a:ext>
            </a:extLst>
          </p:cNvPr>
          <p:cNvSpPr>
            <a:spLocks noGrp="1"/>
          </p:cNvSpPr>
          <p:nvPr>
            <p:ph type="body" sz="quarter" idx="24" hasCustomPrompt="1"/>
          </p:nvPr>
        </p:nvSpPr>
        <p:spPr>
          <a:xfrm>
            <a:off x="348300" y="242888"/>
            <a:ext cx="4206240" cy="182284"/>
          </a:xfrm>
        </p:spPr>
        <p:txBody>
          <a:bodyPr tIns="0" bIns="0"/>
          <a:lstStyle>
            <a:lvl1pPr>
              <a:lnSpc>
                <a:spcPct val="100000"/>
              </a:lnSpc>
              <a:spcAft>
                <a:spcPts val="1000"/>
              </a:spcAft>
              <a:defRPr sz="700" spc="50" baseline="0">
                <a:solidFill>
                  <a:schemeClr val="tx2"/>
                </a:solidFill>
                <a:latin typeface="+mn-lt"/>
              </a:defRPr>
            </a:lvl1pPr>
          </a:lstStyle>
          <a:p>
            <a:pPr lvl="0"/>
            <a:r>
              <a:rPr lang="en-US"/>
              <a:t>SECTION TITLE HERE</a:t>
            </a:r>
          </a:p>
        </p:txBody>
      </p:sp>
    </p:spTree>
    <p:extLst>
      <p:ext uri="{BB962C8B-B14F-4D97-AF65-F5344CB8AC3E}">
        <p14:creationId xmlns:p14="http://schemas.microsoft.com/office/powerpoint/2010/main" val="147150542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4020">
          <p15:clr>
            <a:srgbClr val="FBAE40"/>
          </p15:clr>
        </p15:guide>
        <p15:guide id="3" orient="horz" pos="1298">
          <p15:clr>
            <a:srgbClr val="FBAE40"/>
          </p15:clr>
        </p15:guide>
        <p15:guide id="4" orient="horz" pos="39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 - Left Image / Right Tex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4E3DC9D-A532-3A8C-E360-BC0FD95893E5}"/>
              </a:ext>
            </a:extLst>
          </p:cNvPr>
          <p:cNvSpPr>
            <a:spLocks noGrp="1"/>
          </p:cNvSpPr>
          <p:nvPr>
            <p:ph type="pic" sz="quarter" idx="23"/>
          </p:nvPr>
        </p:nvSpPr>
        <p:spPr>
          <a:xfrm>
            <a:off x="-1" y="0"/>
            <a:ext cx="5060951" cy="6858000"/>
          </a:xfrm>
          <a:solidFill>
            <a:schemeClr val="accent2">
              <a:alpha val="20000"/>
            </a:schemeClr>
          </a:solidFill>
        </p:spPr>
        <p:txBody>
          <a:bodyPr/>
          <a:lstStyle/>
          <a:p>
            <a:endParaRPr lang="en-US"/>
          </a:p>
        </p:txBody>
      </p:sp>
      <p:sp>
        <p:nvSpPr>
          <p:cNvPr id="18" name="Text Placeholder 51">
            <a:extLst>
              <a:ext uri="{FF2B5EF4-FFF2-40B4-BE49-F238E27FC236}">
                <a16:creationId xmlns:a16="http://schemas.microsoft.com/office/drawing/2014/main" id="{07DE4970-1AFF-4AE8-7D67-2DFA86CA0177}"/>
              </a:ext>
            </a:extLst>
          </p:cNvPr>
          <p:cNvSpPr>
            <a:spLocks noGrp="1"/>
          </p:cNvSpPr>
          <p:nvPr>
            <p:ph type="body" sz="quarter" idx="16" hasCustomPrompt="1"/>
          </p:nvPr>
        </p:nvSpPr>
        <p:spPr>
          <a:xfrm>
            <a:off x="8113806" y="3429001"/>
            <a:ext cx="3711482" cy="2952750"/>
          </a:xfrm>
        </p:spPr>
        <p:txBody>
          <a:bodyPr anchor="b" anchorCtr="0"/>
          <a:lstStyle>
            <a:lvl1pPr>
              <a:lnSpc>
                <a:spcPct val="110000"/>
              </a:lnSpc>
              <a:defRPr/>
            </a:lvl1pPr>
          </a:lstStyle>
          <a:p>
            <a:pPr lvl="0"/>
            <a:r>
              <a:rPr lang="en-US"/>
              <a:t>Lorem ipsum dolor sit amet, </a:t>
            </a:r>
            <a:r>
              <a:rPr lang="en-US" err="1"/>
              <a:t>consectetur</a:t>
            </a:r>
            <a:r>
              <a:rPr lang="en-US"/>
              <a:t> adipiscing elit. Nunc id ante </a:t>
            </a:r>
            <a:r>
              <a:rPr lang="en-US" err="1"/>
              <a:t>metus</a:t>
            </a:r>
            <a:r>
              <a:rPr lang="en-US"/>
              <a:t>. </a:t>
            </a:r>
            <a:r>
              <a:rPr lang="en-US" err="1"/>
              <a:t>Nulla</a:t>
            </a:r>
            <a:r>
              <a:rPr lang="en-US"/>
              <a:t> </a:t>
            </a:r>
            <a:r>
              <a:rPr lang="en-US" err="1"/>
              <a:t>odio</a:t>
            </a:r>
            <a:r>
              <a:rPr lang="en-US"/>
              <a:t> urna, </a:t>
            </a:r>
            <a:r>
              <a:rPr lang="en-US" err="1"/>
              <a:t>mattis</a:t>
            </a:r>
            <a:r>
              <a:rPr lang="en-US"/>
              <a:t> </a:t>
            </a:r>
            <a:r>
              <a:rPr lang="en-US" err="1"/>
              <a:t>interdum</a:t>
            </a:r>
            <a:r>
              <a:rPr lang="en-US"/>
              <a:t> convallis ac, dictum </a:t>
            </a:r>
            <a:r>
              <a:rPr lang="en-US" err="1"/>
              <a:t>eget</a:t>
            </a:r>
            <a:r>
              <a:rPr lang="en-US"/>
              <a:t> </a:t>
            </a:r>
            <a:r>
              <a:rPr lang="en-US" err="1"/>
              <a:t>nisl</a:t>
            </a:r>
            <a:r>
              <a:rPr lang="en-US"/>
              <a:t>. </a:t>
            </a:r>
            <a:r>
              <a:rPr lang="en-US" err="1"/>
              <a:t>Aliquam</a:t>
            </a:r>
            <a:r>
              <a:rPr lang="en-US"/>
              <a:t> at elit </a:t>
            </a:r>
            <a:r>
              <a:rPr lang="en-US" err="1"/>
              <a:t>tempor</a:t>
            </a:r>
            <a:r>
              <a:rPr lang="en-US"/>
              <a:t>, </a:t>
            </a:r>
            <a:r>
              <a:rPr lang="en-US" err="1"/>
              <a:t>dapibus</a:t>
            </a:r>
            <a:r>
              <a:rPr lang="en-US"/>
              <a:t> ante </a:t>
            </a:r>
            <a:r>
              <a:rPr lang="en-US" err="1"/>
              <a:t>eget</a:t>
            </a:r>
            <a:r>
              <a:rPr lang="en-US"/>
              <a:t>, convallis </a:t>
            </a:r>
            <a:r>
              <a:rPr lang="en-US" err="1"/>
              <a:t>odio</a:t>
            </a:r>
            <a:r>
              <a:rPr lang="en-US"/>
              <a:t>. Nunc vestibulum </a:t>
            </a:r>
            <a:r>
              <a:rPr lang="en-US" err="1"/>
              <a:t>viverra</a:t>
            </a:r>
            <a:r>
              <a:rPr lang="en-US"/>
              <a:t> purus, ac </a:t>
            </a:r>
            <a:r>
              <a:rPr lang="en-US" err="1"/>
              <a:t>iaculis</a:t>
            </a:r>
            <a:r>
              <a:rPr lang="en-US"/>
              <a:t> </a:t>
            </a:r>
            <a:r>
              <a:rPr lang="en-US" err="1"/>
              <a:t>tortor</a:t>
            </a:r>
            <a:r>
              <a:rPr lang="en-US"/>
              <a:t> porttitor sit amet. Integer </a:t>
            </a:r>
            <a:r>
              <a:rPr lang="en-US" err="1"/>
              <a:t>fringilla</a:t>
            </a:r>
            <a:r>
              <a:rPr lang="en-US"/>
              <a:t> </a:t>
            </a:r>
            <a:r>
              <a:rPr lang="en-US" err="1"/>
              <a:t>hendrerit</a:t>
            </a:r>
            <a:r>
              <a:rPr lang="en-US"/>
              <a:t> tempus. Pellentesque id ex quis </a:t>
            </a:r>
            <a:r>
              <a:rPr lang="en-US" err="1"/>
              <a:t>neque</a:t>
            </a:r>
            <a:r>
              <a:rPr lang="en-US"/>
              <a:t> </a:t>
            </a:r>
            <a:r>
              <a:rPr lang="en-US" err="1"/>
              <a:t>condimentum</a:t>
            </a:r>
            <a:r>
              <a:rPr lang="en-US"/>
              <a:t> </a:t>
            </a:r>
            <a:r>
              <a:rPr lang="en-US" err="1"/>
              <a:t>consectetur</a:t>
            </a:r>
            <a:r>
              <a:rPr lang="en-US"/>
              <a:t>. Integer vitae nisi tor.</a:t>
            </a:r>
          </a:p>
        </p:txBody>
      </p:sp>
      <p:sp>
        <p:nvSpPr>
          <p:cNvPr id="2" name="Title 1">
            <a:extLst>
              <a:ext uri="{FF2B5EF4-FFF2-40B4-BE49-F238E27FC236}">
                <a16:creationId xmlns:a16="http://schemas.microsoft.com/office/drawing/2014/main" id="{42873D1B-567E-E521-E1AF-6549CABC51A1}"/>
              </a:ext>
            </a:extLst>
          </p:cNvPr>
          <p:cNvSpPr>
            <a:spLocks noGrp="1"/>
          </p:cNvSpPr>
          <p:nvPr>
            <p:ph type="title" hasCustomPrompt="1"/>
          </p:nvPr>
        </p:nvSpPr>
        <p:spPr>
          <a:xfrm>
            <a:off x="7131050" y="548680"/>
            <a:ext cx="4694238" cy="1296144"/>
          </a:xfrm>
        </p:spPr>
        <p:txBody>
          <a:bodyPr>
            <a:noAutofit/>
          </a:bodyPr>
          <a:lstStyle>
            <a:lvl1pPr>
              <a:lnSpc>
                <a:spcPct val="80000"/>
              </a:lnSpc>
              <a:defRPr>
                <a:solidFill>
                  <a:srgbClr val="3D441E"/>
                </a:solidFill>
              </a:defRPr>
            </a:lvl1pPr>
          </a:lstStyle>
          <a:p>
            <a:r>
              <a:rPr lang="en-US"/>
              <a:t>Insert Title Here</a:t>
            </a:r>
          </a:p>
        </p:txBody>
      </p:sp>
      <p:sp>
        <p:nvSpPr>
          <p:cNvPr id="4" name="Slide Number Placeholder 5">
            <a:extLst>
              <a:ext uri="{FF2B5EF4-FFF2-40B4-BE49-F238E27FC236}">
                <a16:creationId xmlns:a16="http://schemas.microsoft.com/office/drawing/2014/main" id="{4BDC0329-56ED-BAD5-0792-6A72C8A0179E}"/>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US" smtClean="0"/>
              <a:pPr algn="r"/>
              <a:t>‹#›</a:t>
            </a:fld>
            <a:endParaRPr lang="en-US"/>
          </a:p>
        </p:txBody>
      </p:sp>
      <p:sp>
        <p:nvSpPr>
          <p:cNvPr id="5" name="Text Placeholder 8">
            <a:extLst>
              <a:ext uri="{FF2B5EF4-FFF2-40B4-BE49-F238E27FC236}">
                <a16:creationId xmlns:a16="http://schemas.microsoft.com/office/drawing/2014/main" id="{1216E968-7C84-3492-FBD7-42C5E676DC59}"/>
              </a:ext>
            </a:extLst>
          </p:cNvPr>
          <p:cNvSpPr>
            <a:spLocks noGrp="1"/>
          </p:cNvSpPr>
          <p:nvPr>
            <p:ph type="body" sz="quarter" idx="24" hasCustomPrompt="1"/>
          </p:nvPr>
        </p:nvSpPr>
        <p:spPr>
          <a:xfrm>
            <a:off x="348300" y="242888"/>
            <a:ext cx="4206240" cy="182284"/>
          </a:xfrm>
        </p:spPr>
        <p:txBody>
          <a:bodyPr tIns="0" bIns="0"/>
          <a:lstStyle>
            <a:lvl1pPr>
              <a:lnSpc>
                <a:spcPct val="100000"/>
              </a:lnSpc>
              <a:defRPr sz="700" spc="50" baseline="0">
                <a:solidFill>
                  <a:schemeClr val="bg1"/>
                </a:solidFill>
                <a:latin typeface="+mn-lt"/>
              </a:defRPr>
            </a:lvl1pPr>
          </a:lstStyle>
          <a:p>
            <a:pPr lvl="0"/>
            <a:r>
              <a:rPr lang="en-US"/>
              <a:t>SECTION TITLE HERE</a:t>
            </a:r>
          </a:p>
        </p:txBody>
      </p:sp>
    </p:spTree>
    <p:extLst>
      <p:ext uri="{BB962C8B-B14F-4D97-AF65-F5344CB8AC3E}">
        <p14:creationId xmlns:p14="http://schemas.microsoft.com/office/powerpoint/2010/main" val="196175692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4020">
          <p15:clr>
            <a:srgbClr val="FBAE40"/>
          </p15:clr>
        </p15:guide>
        <p15:guide id="3" orient="horz" pos="1298">
          <p15:clr>
            <a:srgbClr val="FBAE40"/>
          </p15:clr>
        </p15:guide>
        <p15:guide id="4" orient="horz" pos="39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B - Left Text / Right Image">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CDDC2F1F-FD40-42E3-123C-BCA95A066345}"/>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US" smtClean="0"/>
              <a:pPr algn="r"/>
              <a:t>‹#›</a:t>
            </a:fld>
            <a:endParaRPr lang="en-US"/>
          </a:p>
        </p:txBody>
      </p:sp>
      <p:cxnSp>
        <p:nvCxnSpPr>
          <p:cNvPr id="10" name="Straight Connector 9">
            <a:extLst>
              <a:ext uri="{FF2B5EF4-FFF2-40B4-BE49-F238E27FC236}">
                <a16:creationId xmlns:a16="http://schemas.microsoft.com/office/drawing/2014/main" id="{1F12D094-7AEE-C14A-E381-E4EC56E95484}"/>
              </a:ext>
            </a:extLst>
          </p:cNvPr>
          <p:cNvCxnSpPr>
            <a:cxnSpLocks/>
          </p:cNvCxnSpPr>
          <p:nvPr userDrawn="1"/>
        </p:nvCxnSpPr>
        <p:spPr>
          <a:xfrm>
            <a:off x="335360" y="6629400"/>
            <a:ext cx="11220030"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3299E434-1D01-D6A7-3BDD-F577D3E5270C}"/>
              </a:ext>
            </a:extLst>
          </p:cNvPr>
          <p:cNvCxnSpPr>
            <a:cxnSpLocks/>
          </p:cNvCxnSpPr>
          <p:nvPr userDrawn="1"/>
        </p:nvCxnSpPr>
        <p:spPr>
          <a:xfrm>
            <a:off x="335360" y="444624"/>
            <a:ext cx="11489928"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2DBA8181-DC70-E296-CC4C-B7DE82BCF43C}"/>
              </a:ext>
            </a:extLst>
          </p:cNvPr>
          <p:cNvSpPr>
            <a:spLocks noGrp="1"/>
          </p:cNvSpPr>
          <p:nvPr>
            <p:ph type="title" hasCustomPrompt="1"/>
          </p:nvPr>
        </p:nvSpPr>
        <p:spPr>
          <a:xfrm>
            <a:off x="342241" y="548680"/>
            <a:ext cx="5677849" cy="1040003"/>
          </a:xfrm>
        </p:spPr>
        <p:txBody>
          <a:bodyPr>
            <a:noAutofit/>
          </a:bodyPr>
          <a:lstStyle>
            <a:lvl1pPr>
              <a:lnSpc>
                <a:spcPct val="80000"/>
              </a:lnSpc>
              <a:defRPr>
                <a:solidFill>
                  <a:srgbClr val="3D441E"/>
                </a:solidFill>
              </a:defRPr>
            </a:lvl1pPr>
          </a:lstStyle>
          <a:p>
            <a:r>
              <a:rPr lang="en-US"/>
              <a:t>Insert Title Here</a:t>
            </a:r>
          </a:p>
        </p:txBody>
      </p:sp>
      <p:sp>
        <p:nvSpPr>
          <p:cNvPr id="7" name="Text Placeholder 6">
            <a:extLst>
              <a:ext uri="{FF2B5EF4-FFF2-40B4-BE49-F238E27FC236}">
                <a16:creationId xmlns:a16="http://schemas.microsoft.com/office/drawing/2014/main" id="{A7897ADF-6287-3772-480C-2821CC6E5C0E}"/>
              </a:ext>
            </a:extLst>
          </p:cNvPr>
          <p:cNvSpPr>
            <a:spLocks noGrp="1"/>
          </p:cNvSpPr>
          <p:nvPr>
            <p:ph type="body" sz="quarter" idx="22" hasCustomPrompt="1"/>
          </p:nvPr>
        </p:nvSpPr>
        <p:spPr>
          <a:xfrm>
            <a:off x="347662" y="2348880"/>
            <a:ext cx="4709160" cy="4041379"/>
          </a:xfrm>
        </p:spPr>
        <p:txBody>
          <a:bodyPr anchor="b" anchorCtr="0"/>
          <a:lstStyle>
            <a:lvl1pPr>
              <a:lnSpc>
                <a:spcPct val="110000"/>
              </a:lnSpc>
              <a:defRPr/>
            </a:lvl1pPr>
          </a:lstStyle>
          <a:p>
            <a:pPr lvl="0"/>
            <a:r>
              <a:rPr lang="en-US"/>
              <a:t>Lorem ipsum dolor sit amet, </a:t>
            </a:r>
            <a:r>
              <a:rPr lang="en-US" err="1"/>
              <a:t>consectetur</a:t>
            </a:r>
            <a:r>
              <a:rPr lang="en-US"/>
              <a:t> adipiscing elit. Nunc id ante </a:t>
            </a:r>
            <a:r>
              <a:rPr lang="en-US" err="1"/>
              <a:t>metus</a:t>
            </a:r>
            <a:r>
              <a:rPr lang="en-US"/>
              <a:t>. </a:t>
            </a:r>
            <a:r>
              <a:rPr lang="en-US" err="1"/>
              <a:t>Nulla</a:t>
            </a:r>
            <a:r>
              <a:rPr lang="en-US"/>
              <a:t> </a:t>
            </a:r>
            <a:r>
              <a:rPr lang="en-US" err="1"/>
              <a:t>odio</a:t>
            </a:r>
            <a:r>
              <a:rPr lang="en-US"/>
              <a:t> urna, </a:t>
            </a:r>
            <a:r>
              <a:rPr lang="en-US" err="1"/>
              <a:t>mattis</a:t>
            </a:r>
            <a:r>
              <a:rPr lang="en-US"/>
              <a:t> </a:t>
            </a:r>
            <a:r>
              <a:rPr lang="en-US" err="1"/>
              <a:t>interdum</a:t>
            </a:r>
            <a:r>
              <a:rPr lang="en-US"/>
              <a:t> convallis ac, dictum </a:t>
            </a:r>
            <a:r>
              <a:rPr lang="en-US" err="1"/>
              <a:t>eget</a:t>
            </a:r>
            <a:r>
              <a:rPr lang="en-US"/>
              <a:t> </a:t>
            </a:r>
            <a:r>
              <a:rPr lang="en-US" err="1"/>
              <a:t>nisl</a:t>
            </a:r>
            <a:r>
              <a:rPr lang="en-US"/>
              <a:t>. </a:t>
            </a:r>
            <a:r>
              <a:rPr lang="en-US" err="1"/>
              <a:t>Aliquam</a:t>
            </a:r>
            <a:r>
              <a:rPr lang="en-US"/>
              <a:t> at elit </a:t>
            </a:r>
            <a:r>
              <a:rPr lang="en-US" err="1"/>
              <a:t>tempor</a:t>
            </a:r>
            <a:r>
              <a:rPr lang="en-US"/>
              <a:t>, </a:t>
            </a:r>
            <a:r>
              <a:rPr lang="en-US" err="1"/>
              <a:t>dapibus</a:t>
            </a:r>
            <a:r>
              <a:rPr lang="en-US"/>
              <a:t> ante </a:t>
            </a:r>
            <a:r>
              <a:rPr lang="en-US" err="1"/>
              <a:t>eget</a:t>
            </a:r>
            <a:r>
              <a:rPr lang="en-US"/>
              <a:t>, convallis </a:t>
            </a:r>
            <a:r>
              <a:rPr lang="en-US" err="1"/>
              <a:t>odio</a:t>
            </a:r>
            <a:r>
              <a:rPr lang="en-US"/>
              <a:t>. Nunc vestibulum </a:t>
            </a:r>
            <a:r>
              <a:rPr lang="en-US" err="1"/>
              <a:t>viverra</a:t>
            </a:r>
            <a:r>
              <a:rPr lang="en-US"/>
              <a:t> purus, ac </a:t>
            </a:r>
            <a:r>
              <a:rPr lang="en-US" err="1"/>
              <a:t>iaculis</a:t>
            </a:r>
            <a:r>
              <a:rPr lang="en-US"/>
              <a:t> </a:t>
            </a:r>
            <a:r>
              <a:rPr lang="en-US" err="1"/>
              <a:t>tortor</a:t>
            </a:r>
            <a:r>
              <a:rPr lang="en-US"/>
              <a:t> porttitor sit amet. Integer </a:t>
            </a:r>
            <a:r>
              <a:rPr lang="en-US" err="1"/>
              <a:t>fringilla</a:t>
            </a:r>
            <a:r>
              <a:rPr lang="en-US"/>
              <a:t> </a:t>
            </a:r>
            <a:r>
              <a:rPr lang="en-US" err="1"/>
              <a:t>hendrerit</a:t>
            </a:r>
            <a:r>
              <a:rPr lang="en-US"/>
              <a:t> tempus. Pellentesque id ex quis </a:t>
            </a:r>
            <a:r>
              <a:rPr lang="en-US" err="1"/>
              <a:t>neque</a:t>
            </a:r>
            <a:r>
              <a:rPr lang="en-US"/>
              <a:t> </a:t>
            </a:r>
            <a:r>
              <a:rPr lang="en-US" err="1"/>
              <a:t>condimentum</a:t>
            </a:r>
            <a:r>
              <a:rPr lang="en-US"/>
              <a:t> </a:t>
            </a:r>
            <a:r>
              <a:rPr lang="en-US" err="1"/>
              <a:t>consectetur</a:t>
            </a:r>
            <a:r>
              <a:rPr lang="en-US"/>
              <a:t>. Integer vitae nisi </a:t>
            </a:r>
            <a:r>
              <a:rPr lang="en-US" err="1"/>
              <a:t>tortor</a:t>
            </a:r>
            <a:r>
              <a:rPr lang="en-US"/>
              <a:t>. Vestibulum dictum nunc </a:t>
            </a:r>
            <a:r>
              <a:rPr lang="en-US" err="1"/>
              <a:t>ut</a:t>
            </a:r>
            <a:r>
              <a:rPr lang="en-US"/>
              <a:t> maximus convallis. </a:t>
            </a:r>
            <a:r>
              <a:rPr lang="en-US" err="1"/>
              <a:t>Etiam</a:t>
            </a:r>
            <a:r>
              <a:rPr lang="en-US"/>
              <a:t> ex </a:t>
            </a:r>
            <a:r>
              <a:rPr lang="en-US" err="1"/>
              <a:t>arcu</a:t>
            </a:r>
            <a:r>
              <a:rPr lang="en-US"/>
              <a:t>, </a:t>
            </a:r>
            <a:r>
              <a:rPr lang="en-US" err="1"/>
              <a:t>luctus</a:t>
            </a:r>
            <a:r>
              <a:rPr lang="en-US"/>
              <a:t> quis </a:t>
            </a:r>
            <a:r>
              <a:rPr lang="en-US" err="1"/>
              <a:t>tempor</a:t>
            </a:r>
            <a:r>
              <a:rPr lang="en-US"/>
              <a:t> </a:t>
            </a:r>
            <a:r>
              <a:rPr lang="en-US" err="1"/>
              <a:t>eget</a:t>
            </a:r>
            <a:r>
              <a:rPr lang="en-US"/>
              <a:t>, </a:t>
            </a:r>
            <a:r>
              <a:rPr lang="en-US" err="1"/>
              <a:t>molestie</a:t>
            </a:r>
            <a:r>
              <a:rPr lang="en-US"/>
              <a:t> non </a:t>
            </a:r>
            <a:r>
              <a:rPr lang="en-US" err="1"/>
              <a:t>quam</a:t>
            </a:r>
            <a:r>
              <a:rPr lang="en-US"/>
              <a:t>. Aenean </a:t>
            </a:r>
            <a:r>
              <a:rPr lang="en-US" err="1"/>
              <a:t>ut</a:t>
            </a:r>
            <a:r>
              <a:rPr lang="en-US"/>
              <a:t> </a:t>
            </a:r>
            <a:r>
              <a:rPr lang="en-US" err="1"/>
              <a:t>efficitur</a:t>
            </a:r>
            <a:r>
              <a:rPr lang="en-US"/>
              <a:t> orci, non </a:t>
            </a:r>
            <a:r>
              <a:rPr lang="en-US" err="1"/>
              <a:t>pellentesque</a:t>
            </a:r>
            <a:r>
              <a:rPr lang="en-US"/>
              <a:t> massa. Nunc porttitor libero </a:t>
            </a:r>
            <a:r>
              <a:rPr lang="en-US" err="1"/>
              <a:t>eget</a:t>
            </a:r>
            <a:r>
              <a:rPr lang="en-US"/>
              <a:t> </a:t>
            </a:r>
            <a:r>
              <a:rPr lang="en-US" err="1"/>
              <a:t>blandit</a:t>
            </a:r>
            <a:r>
              <a:rPr lang="en-US"/>
              <a:t> </a:t>
            </a:r>
            <a:r>
              <a:rPr lang="en-US" err="1"/>
              <a:t>dignissim</a:t>
            </a:r>
            <a:r>
              <a:rPr lang="en-US"/>
              <a:t>. Integer </a:t>
            </a:r>
            <a:r>
              <a:rPr lang="en-US" err="1"/>
              <a:t>laoreet</a:t>
            </a:r>
            <a:r>
              <a:rPr lang="en-US"/>
              <a:t> ipsum nec </a:t>
            </a:r>
            <a:r>
              <a:rPr lang="en-US" err="1"/>
              <a:t>tellus</a:t>
            </a:r>
            <a:r>
              <a:rPr lang="en-US"/>
              <a:t> convallis </a:t>
            </a:r>
            <a:r>
              <a:rPr lang="en-US" err="1"/>
              <a:t>vehicula</a:t>
            </a:r>
            <a:r>
              <a:rPr lang="en-US"/>
              <a:t>. Maecenas </a:t>
            </a:r>
            <a:r>
              <a:rPr lang="en-US" err="1"/>
              <a:t>efficitur</a:t>
            </a:r>
            <a:r>
              <a:rPr lang="en-US"/>
              <a:t> </a:t>
            </a:r>
            <a:r>
              <a:rPr lang="en-US" err="1"/>
              <a:t>sapien</a:t>
            </a:r>
            <a:r>
              <a:rPr lang="en-US"/>
              <a:t> </a:t>
            </a:r>
            <a:r>
              <a:rPr lang="en-US" err="1"/>
              <a:t>ut</a:t>
            </a:r>
            <a:r>
              <a:rPr lang="en-US"/>
              <a:t> </a:t>
            </a:r>
            <a:r>
              <a:rPr lang="en-US" err="1"/>
              <a:t>tortor</a:t>
            </a:r>
            <a:r>
              <a:rPr lang="en-US"/>
              <a:t> tristique, quis </a:t>
            </a:r>
            <a:r>
              <a:rPr lang="en-US" err="1"/>
              <a:t>tincidunt</a:t>
            </a:r>
            <a:r>
              <a:rPr lang="en-US"/>
              <a:t> massa </a:t>
            </a:r>
            <a:r>
              <a:rPr lang="en-US" err="1"/>
              <a:t>facilisis</a:t>
            </a:r>
            <a:r>
              <a:rPr lang="en-US"/>
              <a:t>. </a:t>
            </a:r>
            <a:r>
              <a:rPr lang="en-US" err="1"/>
              <a:t>Suspendisse</a:t>
            </a:r>
            <a:r>
              <a:rPr lang="en-US"/>
              <a:t> dolor lectus, </a:t>
            </a:r>
            <a:r>
              <a:rPr lang="en-US" err="1"/>
              <a:t>luctus</a:t>
            </a:r>
            <a:r>
              <a:rPr lang="en-US"/>
              <a:t> non pulvinar a, </a:t>
            </a:r>
            <a:r>
              <a:rPr lang="en-US" err="1"/>
              <a:t>tincidunt</a:t>
            </a:r>
            <a:r>
              <a:rPr lang="en-US"/>
              <a:t> non est.</a:t>
            </a:r>
          </a:p>
        </p:txBody>
      </p:sp>
      <p:sp>
        <p:nvSpPr>
          <p:cNvPr id="6" name="Picture Placeholder 5">
            <a:extLst>
              <a:ext uri="{FF2B5EF4-FFF2-40B4-BE49-F238E27FC236}">
                <a16:creationId xmlns:a16="http://schemas.microsoft.com/office/drawing/2014/main" id="{74CC2D36-358C-12FD-9CEF-8D593C49658A}"/>
              </a:ext>
            </a:extLst>
          </p:cNvPr>
          <p:cNvSpPr>
            <a:spLocks noGrp="1"/>
          </p:cNvSpPr>
          <p:nvPr>
            <p:ph type="pic" sz="quarter" idx="23"/>
          </p:nvPr>
        </p:nvSpPr>
        <p:spPr>
          <a:xfrm>
            <a:off x="7131050" y="634691"/>
            <a:ext cx="4694238" cy="5754997"/>
          </a:xfrm>
          <a:solidFill>
            <a:schemeClr val="accent2">
              <a:alpha val="20000"/>
            </a:schemeClr>
          </a:solidFill>
        </p:spPr>
        <p:txBody>
          <a:bodyPr/>
          <a:lstStyle/>
          <a:p>
            <a:endParaRPr lang="en-US"/>
          </a:p>
        </p:txBody>
      </p:sp>
      <p:sp>
        <p:nvSpPr>
          <p:cNvPr id="5" name="Text Placeholder 8">
            <a:extLst>
              <a:ext uri="{FF2B5EF4-FFF2-40B4-BE49-F238E27FC236}">
                <a16:creationId xmlns:a16="http://schemas.microsoft.com/office/drawing/2014/main" id="{B45F1E4E-A955-324D-25CC-07177305B622}"/>
              </a:ext>
            </a:extLst>
          </p:cNvPr>
          <p:cNvSpPr>
            <a:spLocks noGrp="1"/>
          </p:cNvSpPr>
          <p:nvPr>
            <p:ph type="body" sz="quarter" idx="24" hasCustomPrompt="1"/>
          </p:nvPr>
        </p:nvSpPr>
        <p:spPr>
          <a:xfrm>
            <a:off x="348300" y="242888"/>
            <a:ext cx="4206240" cy="182284"/>
          </a:xfrm>
        </p:spPr>
        <p:txBody>
          <a:bodyPr tIns="0" bIns="0"/>
          <a:lstStyle>
            <a:lvl1pPr>
              <a:lnSpc>
                <a:spcPct val="100000"/>
              </a:lnSpc>
              <a:defRPr sz="700" spc="50" baseline="0">
                <a:solidFill>
                  <a:schemeClr val="tx2"/>
                </a:solidFill>
                <a:latin typeface="+mn-lt"/>
              </a:defRPr>
            </a:lvl1pPr>
          </a:lstStyle>
          <a:p>
            <a:pPr lvl="0"/>
            <a:r>
              <a:rPr lang="en-US"/>
              <a:t>SECTION TITLE HERE</a:t>
            </a:r>
          </a:p>
        </p:txBody>
      </p:sp>
    </p:spTree>
    <p:extLst>
      <p:ext uri="{BB962C8B-B14F-4D97-AF65-F5344CB8AC3E}">
        <p14:creationId xmlns:p14="http://schemas.microsoft.com/office/powerpoint/2010/main" val="336088586"/>
      </p:ext>
    </p:extLst>
  </p:cSld>
  <p:clrMapOvr>
    <a:masterClrMapping/>
  </p:clrMapOvr>
  <p:extLst>
    <p:ext uri="{DCECCB84-F9BA-43D5-87BE-67443E8EF086}">
      <p15:sldGuideLst xmlns:p15="http://schemas.microsoft.com/office/powerpoint/2012/main">
        <p15:guide id="1" orient="horz" pos="391">
          <p15:clr>
            <a:srgbClr val="FBAE40"/>
          </p15:clr>
        </p15:guide>
        <p15:guide id="2" orient="horz" pos="4020">
          <p15:clr>
            <a:srgbClr val="FBAE40"/>
          </p15:clr>
        </p15:guide>
        <p15:guide id="3" orient="horz" pos="216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B - Left Image / Right Text">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CDDC2F1F-FD40-42E3-123C-BCA95A066345}"/>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US" smtClean="0"/>
              <a:pPr algn="r"/>
              <a:t>‹#›</a:t>
            </a:fld>
            <a:endParaRPr lang="en-US"/>
          </a:p>
        </p:txBody>
      </p:sp>
      <p:cxnSp>
        <p:nvCxnSpPr>
          <p:cNvPr id="10" name="Straight Connector 9">
            <a:extLst>
              <a:ext uri="{FF2B5EF4-FFF2-40B4-BE49-F238E27FC236}">
                <a16:creationId xmlns:a16="http://schemas.microsoft.com/office/drawing/2014/main" id="{1F12D094-7AEE-C14A-E381-E4EC56E95484}"/>
              </a:ext>
            </a:extLst>
          </p:cNvPr>
          <p:cNvCxnSpPr>
            <a:cxnSpLocks/>
          </p:cNvCxnSpPr>
          <p:nvPr userDrawn="1"/>
        </p:nvCxnSpPr>
        <p:spPr>
          <a:xfrm>
            <a:off x="335360" y="6629400"/>
            <a:ext cx="11220030"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2DBA8181-DC70-E296-CC4C-B7DE82BCF43C}"/>
              </a:ext>
            </a:extLst>
          </p:cNvPr>
          <p:cNvSpPr>
            <a:spLocks noGrp="1"/>
          </p:cNvSpPr>
          <p:nvPr>
            <p:ph type="title" hasCustomPrompt="1"/>
          </p:nvPr>
        </p:nvSpPr>
        <p:spPr>
          <a:xfrm>
            <a:off x="7149276" y="548680"/>
            <a:ext cx="4206240" cy="1649091"/>
          </a:xfrm>
        </p:spPr>
        <p:txBody>
          <a:bodyPr>
            <a:noAutofit/>
          </a:bodyPr>
          <a:lstStyle>
            <a:lvl1pPr>
              <a:lnSpc>
                <a:spcPct val="80000"/>
              </a:lnSpc>
              <a:defRPr>
                <a:solidFill>
                  <a:srgbClr val="3D441E"/>
                </a:solidFill>
              </a:defRPr>
            </a:lvl1pPr>
          </a:lstStyle>
          <a:p>
            <a:r>
              <a:rPr lang="en-US"/>
              <a:t>Insert Title Here</a:t>
            </a:r>
          </a:p>
        </p:txBody>
      </p:sp>
      <p:sp>
        <p:nvSpPr>
          <p:cNvPr id="7" name="Text Placeholder 6">
            <a:extLst>
              <a:ext uri="{FF2B5EF4-FFF2-40B4-BE49-F238E27FC236}">
                <a16:creationId xmlns:a16="http://schemas.microsoft.com/office/drawing/2014/main" id="{A7897ADF-6287-3772-480C-2821CC6E5C0E}"/>
              </a:ext>
            </a:extLst>
          </p:cNvPr>
          <p:cNvSpPr>
            <a:spLocks noGrp="1"/>
          </p:cNvSpPr>
          <p:nvPr>
            <p:ph type="body" sz="quarter" idx="22" hasCustomPrompt="1"/>
          </p:nvPr>
        </p:nvSpPr>
        <p:spPr>
          <a:xfrm>
            <a:off x="7143767" y="2348880"/>
            <a:ext cx="4681521" cy="4041379"/>
          </a:xfrm>
        </p:spPr>
        <p:txBody>
          <a:bodyPr anchor="b" anchorCtr="0"/>
          <a:lstStyle>
            <a:lvl1pPr>
              <a:lnSpc>
                <a:spcPct val="110000"/>
              </a:lnSpc>
              <a:defRPr/>
            </a:lvl1pPr>
          </a:lstStyle>
          <a:p>
            <a:pPr lvl="0"/>
            <a:r>
              <a:rPr lang="en-US"/>
              <a:t>Lorem ipsum dolor sit amet, </a:t>
            </a:r>
            <a:r>
              <a:rPr lang="en-US" err="1"/>
              <a:t>consectetur</a:t>
            </a:r>
            <a:r>
              <a:rPr lang="en-US"/>
              <a:t> adipiscing elit. Nunc id ante </a:t>
            </a:r>
            <a:r>
              <a:rPr lang="en-US" err="1"/>
              <a:t>metus</a:t>
            </a:r>
            <a:r>
              <a:rPr lang="en-US"/>
              <a:t>. </a:t>
            </a:r>
            <a:r>
              <a:rPr lang="en-US" err="1"/>
              <a:t>Nulla</a:t>
            </a:r>
            <a:r>
              <a:rPr lang="en-US"/>
              <a:t> </a:t>
            </a:r>
            <a:r>
              <a:rPr lang="en-US" err="1"/>
              <a:t>odio</a:t>
            </a:r>
            <a:r>
              <a:rPr lang="en-US"/>
              <a:t> urna, </a:t>
            </a:r>
            <a:r>
              <a:rPr lang="en-US" err="1"/>
              <a:t>mattis</a:t>
            </a:r>
            <a:r>
              <a:rPr lang="en-US"/>
              <a:t> </a:t>
            </a:r>
            <a:r>
              <a:rPr lang="en-US" err="1"/>
              <a:t>interdum</a:t>
            </a:r>
            <a:r>
              <a:rPr lang="en-US"/>
              <a:t> convallis ac, dictum </a:t>
            </a:r>
            <a:r>
              <a:rPr lang="en-US" err="1"/>
              <a:t>eget</a:t>
            </a:r>
            <a:r>
              <a:rPr lang="en-US"/>
              <a:t> </a:t>
            </a:r>
            <a:r>
              <a:rPr lang="en-US" err="1"/>
              <a:t>nisl</a:t>
            </a:r>
            <a:r>
              <a:rPr lang="en-US"/>
              <a:t>. </a:t>
            </a:r>
            <a:r>
              <a:rPr lang="en-US" err="1"/>
              <a:t>Aliquam</a:t>
            </a:r>
            <a:r>
              <a:rPr lang="en-US"/>
              <a:t> at elit </a:t>
            </a:r>
            <a:r>
              <a:rPr lang="en-US" err="1"/>
              <a:t>tempor</a:t>
            </a:r>
            <a:r>
              <a:rPr lang="en-US"/>
              <a:t>, </a:t>
            </a:r>
            <a:r>
              <a:rPr lang="en-US" err="1"/>
              <a:t>dapibus</a:t>
            </a:r>
            <a:r>
              <a:rPr lang="en-US"/>
              <a:t> ante </a:t>
            </a:r>
            <a:r>
              <a:rPr lang="en-US" err="1"/>
              <a:t>eget</a:t>
            </a:r>
            <a:r>
              <a:rPr lang="en-US"/>
              <a:t>, convallis </a:t>
            </a:r>
            <a:r>
              <a:rPr lang="en-US" err="1"/>
              <a:t>odio</a:t>
            </a:r>
            <a:r>
              <a:rPr lang="en-US"/>
              <a:t>. Nunc vestibulum </a:t>
            </a:r>
            <a:r>
              <a:rPr lang="en-US" err="1"/>
              <a:t>viverra</a:t>
            </a:r>
            <a:r>
              <a:rPr lang="en-US"/>
              <a:t> purus, ac </a:t>
            </a:r>
            <a:r>
              <a:rPr lang="en-US" err="1"/>
              <a:t>iaculis</a:t>
            </a:r>
            <a:r>
              <a:rPr lang="en-US"/>
              <a:t> </a:t>
            </a:r>
            <a:r>
              <a:rPr lang="en-US" err="1"/>
              <a:t>tortor</a:t>
            </a:r>
            <a:r>
              <a:rPr lang="en-US"/>
              <a:t> porttitor sit amet. Integer </a:t>
            </a:r>
            <a:r>
              <a:rPr lang="en-US" err="1"/>
              <a:t>fringilla</a:t>
            </a:r>
            <a:r>
              <a:rPr lang="en-US"/>
              <a:t> </a:t>
            </a:r>
            <a:r>
              <a:rPr lang="en-US" err="1"/>
              <a:t>hendrerit</a:t>
            </a:r>
            <a:r>
              <a:rPr lang="en-US"/>
              <a:t> tempus. Pellentesque id ex quis </a:t>
            </a:r>
            <a:r>
              <a:rPr lang="en-US" err="1"/>
              <a:t>neque</a:t>
            </a:r>
            <a:r>
              <a:rPr lang="en-US"/>
              <a:t> </a:t>
            </a:r>
            <a:r>
              <a:rPr lang="en-US" err="1"/>
              <a:t>condimentum</a:t>
            </a:r>
            <a:r>
              <a:rPr lang="en-US"/>
              <a:t> </a:t>
            </a:r>
            <a:r>
              <a:rPr lang="en-US" err="1"/>
              <a:t>consectetur</a:t>
            </a:r>
            <a:r>
              <a:rPr lang="en-US"/>
              <a:t>. Integer vitae nisi </a:t>
            </a:r>
            <a:r>
              <a:rPr lang="en-US" err="1"/>
              <a:t>tortor</a:t>
            </a:r>
            <a:r>
              <a:rPr lang="en-US"/>
              <a:t>. Vestibulum dictum nunc </a:t>
            </a:r>
            <a:r>
              <a:rPr lang="en-US" err="1"/>
              <a:t>ut</a:t>
            </a:r>
            <a:r>
              <a:rPr lang="en-US"/>
              <a:t> maximus convallis. </a:t>
            </a:r>
            <a:r>
              <a:rPr lang="en-US" err="1"/>
              <a:t>Etiam</a:t>
            </a:r>
            <a:r>
              <a:rPr lang="en-US"/>
              <a:t> ex </a:t>
            </a:r>
            <a:r>
              <a:rPr lang="en-US" err="1"/>
              <a:t>arcu</a:t>
            </a:r>
            <a:r>
              <a:rPr lang="en-US"/>
              <a:t>, </a:t>
            </a:r>
            <a:r>
              <a:rPr lang="en-US" err="1"/>
              <a:t>luctus</a:t>
            </a:r>
            <a:r>
              <a:rPr lang="en-US"/>
              <a:t> quis </a:t>
            </a:r>
            <a:r>
              <a:rPr lang="en-US" err="1"/>
              <a:t>tempor</a:t>
            </a:r>
            <a:r>
              <a:rPr lang="en-US"/>
              <a:t> </a:t>
            </a:r>
            <a:r>
              <a:rPr lang="en-US" err="1"/>
              <a:t>eget</a:t>
            </a:r>
            <a:r>
              <a:rPr lang="en-US"/>
              <a:t>, </a:t>
            </a:r>
            <a:r>
              <a:rPr lang="en-US" err="1"/>
              <a:t>molestie</a:t>
            </a:r>
            <a:r>
              <a:rPr lang="en-US"/>
              <a:t> non </a:t>
            </a:r>
            <a:r>
              <a:rPr lang="en-US" err="1"/>
              <a:t>quam</a:t>
            </a:r>
            <a:r>
              <a:rPr lang="en-US"/>
              <a:t>. Aenean </a:t>
            </a:r>
            <a:r>
              <a:rPr lang="en-US" err="1"/>
              <a:t>ut</a:t>
            </a:r>
            <a:r>
              <a:rPr lang="en-US"/>
              <a:t> </a:t>
            </a:r>
            <a:r>
              <a:rPr lang="en-US" err="1"/>
              <a:t>efficitur</a:t>
            </a:r>
            <a:r>
              <a:rPr lang="en-US"/>
              <a:t> orci, non </a:t>
            </a:r>
            <a:r>
              <a:rPr lang="en-US" err="1"/>
              <a:t>pellentesque</a:t>
            </a:r>
            <a:r>
              <a:rPr lang="en-US"/>
              <a:t> massa. Nunc porttitor libero </a:t>
            </a:r>
            <a:r>
              <a:rPr lang="en-US" err="1"/>
              <a:t>eget</a:t>
            </a:r>
            <a:r>
              <a:rPr lang="en-US"/>
              <a:t> </a:t>
            </a:r>
            <a:r>
              <a:rPr lang="en-US" err="1"/>
              <a:t>blandit</a:t>
            </a:r>
            <a:r>
              <a:rPr lang="en-US"/>
              <a:t> </a:t>
            </a:r>
            <a:r>
              <a:rPr lang="en-US" err="1"/>
              <a:t>dignissim</a:t>
            </a:r>
            <a:r>
              <a:rPr lang="en-US"/>
              <a:t>. Integer </a:t>
            </a:r>
            <a:r>
              <a:rPr lang="en-US" err="1"/>
              <a:t>laoreet</a:t>
            </a:r>
            <a:r>
              <a:rPr lang="en-US"/>
              <a:t> ipsum nec </a:t>
            </a:r>
            <a:r>
              <a:rPr lang="en-US" err="1"/>
              <a:t>tellus</a:t>
            </a:r>
            <a:r>
              <a:rPr lang="en-US"/>
              <a:t> convallis </a:t>
            </a:r>
            <a:r>
              <a:rPr lang="en-US" err="1"/>
              <a:t>vehicula</a:t>
            </a:r>
            <a:r>
              <a:rPr lang="en-US"/>
              <a:t>. Maecenas </a:t>
            </a:r>
            <a:r>
              <a:rPr lang="en-US" err="1"/>
              <a:t>efficitur</a:t>
            </a:r>
            <a:r>
              <a:rPr lang="en-US"/>
              <a:t> </a:t>
            </a:r>
            <a:r>
              <a:rPr lang="en-US" err="1"/>
              <a:t>sapien</a:t>
            </a:r>
            <a:r>
              <a:rPr lang="en-US"/>
              <a:t> </a:t>
            </a:r>
            <a:r>
              <a:rPr lang="en-US" err="1"/>
              <a:t>ut</a:t>
            </a:r>
            <a:r>
              <a:rPr lang="en-US"/>
              <a:t> </a:t>
            </a:r>
            <a:r>
              <a:rPr lang="en-US" err="1"/>
              <a:t>tortor</a:t>
            </a:r>
            <a:r>
              <a:rPr lang="en-US"/>
              <a:t> tristique, quis </a:t>
            </a:r>
            <a:r>
              <a:rPr lang="en-US" err="1"/>
              <a:t>tincidunt</a:t>
            </a:r>
            <a:r>
              <a:rPr lang="en-US"/>
              <a:t> massa </a:t>
            </a:r>
            <a:r>
              <a:rPr lang="en-US" err="1"/>
              <a:t>facilisis</a:t>
            </a:r>
            <a:r>
              <a:rPr lang="en-US"/>
              <a:t>. </a:t>
            </a:r>
            <a:r>
              <a:rPr lang="en-US" err="1"/>
              <a:t>Suspendisse</a:t>
            </a:r>
            <a:r>
              <a:rPr lang="en-US"/>
              <a:t> dolor lectus, </a:t>
            </a:r>
            <a:r>
              <a:rPr lang="en-US" err="1"/>
              <a:t>luctus</a:t>
            </a:r>
            <a:r>
              <a:rPr lang="en-US"/>
              <a:t> non pulvinar a, </a:t>
            </a:r>
            <a:r>
              <a:rPr lang="en-US" err="1"/>
              <a:t>tincidunt</a:t>
            </a:r>
            <a:r>
              <a:rPr lang="en-US"/>
              <a:t> non est.</a:t>
            </a:r>
          </a:p>
        </p:txBody>
      </p:sp>
      <p:sp>
        <p:nvSpPr>
          <p:cNvPr id="6" name="Picture Placeholder 5">
            <a:extLst>
              <a:ext uri="{FF2B5EF4-FFF2-40B4-BE49-F238E27FC236}">
                <a16:creationId xmlns:a16="http://schemas.microsoft.com/office/drawing/2014/main" id="{74CC2D36-358C-12FD-9CEF-8D593C49658A}"/>
              </a:ext>
            </a:extLst>
          </p:cNvPr>
          <p:cNvSpPr>
            <a:spLocks noGrp="1"/>
          </p:cNvSpPr>
          <p:nvPr>
            <p:ph type="pic" sz="quarter" idx="23"/>
          </p:nvPr>
        </p:nvSpPr>
        <p:spPr>
          <a:xfrm>
            <a:off x="348300" y="634691"/>
            <a:ext cx="4694238" cy="5754997"/>
          </a:xfrm>
          <a:solidFill>
            <a:schemeClr val="accent2">
              <a:alpha val="20000"/>
            </a:schemeClr>
          </a:solidFill>
        </p:spPr>
        <p:txBody>
          <a:bodyPr/>
          <a:lstStyle/>
          <a:p>
            <a:endParaRPr lang="en-US"/>
          </a:p>
        </p:txBody>
      </p:sp>
      <p:pic>
        <p:nvPicPr>
          <p:cNvPr id="3" name="Picture 2" descr="A black tree with leaves&#10;&#10;Description automatically generated">
            <a:extLst>
              <a:ext uri="{FF2B5EF4-FFF2-40B4-BE49-F238E27FC236}">
                <a16:creationId xmlns:a16="http://schemas.microsoft.com/office/drawing/2014/main" id="{8EAE1181-A78C-9CC8-5EB5-AF2A50AD0E4E}"/>
              </a:ext>
            </a:extLst>
          </p:cNvPr>
          <p:cNvPicPr>
            <a:picLocks noChangeAspect="1"/>
          </p:cNvPicPr>
          <p:nvPr userDrawn="1"/>
        </p:nvPicPr>
        <p:blipFill>
          <a:blip r:embed="rId2"/>
          <a:stretch>
            <a:fillRect/>
          </a:stretch>
        </p:blipFill>
        <p:spPr>
          <a:xfrm>
            <a:off x="11440401" y="188640"/>
            <a:ext cx="488247" cy="495124"/>
          </a:xfrm>
          <a:prstGeom prst="rect">
            <a:avLst/>
          </a:prstGeom>
        </p:spPr>
      </p:pic>
      <p:cxnSp>
        <p:nvCxnSpPr>
          <p:cNvPr id="4" name="Straight Connector 3">
            <a:extLst>
              <a:ext uri="{FF2B5EF4-FFF2-40B4-BE49-F238E27FC236}">
                <a16:creationId xmlns:a16="http://schemas.microsoft.com/office/drawing/2014/main" id="{96434894-C4B7-8C5F-7A69-EAE3E8185F04}"/>
              </a:ext>
            </a:extLst>
          </p:cNvPr>
          <p:cNvCxnSpPr>
            <a:cxnSpLocks/>
          </p:cNvCxnSpPr>
          <p:nvPr userDrawn="1"/>
        </p:nvCxnSpPr>
        <p:spPr>
          <a:xfrm>
            <a:off x="335360" y="444624"/>
            <a:ext cx="11105041"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11" name="Text Placeholder 8">
            <a:extLst>
              <a:ext uri="{FF2B5EF4-FFF2-40B4-BE49-F238E27FC236}">
                <a16:creationId xmlns:a16="http://schemas.microsoft.com/office/drawing/2014/main" id="{FD99EC5B-46FA-E4EC-EE20-D256AE6F1C13}"/>
              </a:ext>
            </a:extLst>
          </p:cNvPr>
          <p:cNvSpPr>
            <a:spLocks noGrp="1"/>
          </p:cNvSpPr>
          <p:nvPr>
            <p:ph type="body" sz="quarter" idx="24" hasCustomPrompt="1"/>
          </p:nvPr>
        </p:nvSpPr>
        <p:spPr>
          <a:xfrm>
            <a:off x="348300" y="242888"/>
            <a:ext cx="4206240" cy="182284"/>
          </a:xfrm>
        </p:spPr>
        <p:txBody>
          <a:bodyPr tIns="0" bIns="0"/>
          <a:lstStyle>
            <a:lvl1pPr>
              <a:lnSpc>
                <a:spcPct val="100000"/>
              </a:lnSpc>
              <a:defRPr sz="700" spc="50" baseline="0">
                <a:solidFill>
                  <a:schemeClr val="tx2"/>
                </a:solidFill>
                <a:latin typeface="+mn-lt"/>
              </a:defRPr>
            </a:lvl1pPr>
          </a:lstStyle>
          <a:p>
            <a:pPr lvl="0"/>
            <a:r>
              <a:rPr lang="en-US"/>
              <a:t>SECTION TITLE HERE</a:t>
            </a:r>
          </a:p>
        </p:txBody>
      </p:sp>
    </p:spTree>
    <p:extLst>
      <p:ext uri="{BB962C8B-B14F-4D97-AF65-F5344CB8AC3E}">
        <p14:creationId xmlns:p14="http://schemas.microsoft.com/office/powerpoint/2010/main" val="4284993943"/>
      </p:ext>
    </p:extLst>
  </p:cSld>
  <p:clrMapOvr>
    <a:masterClrMapping/>
  </p:clrMapOvr>
  <p:extLst>
    <p:ext uri="{DCECCB84-F9BA-43D5-87BE-67443E8EF086}">
      <p15:sldGuideLst xmlns:p15="http://schemas.microsoft.com/office/powerpoint/2012/main">
        <p15:guide id="1" orient="horz" pos="391">
          <p15:clr>
            <a:srgbClr val="FBAE40"/>
          </p15:clr>
        </p15:guide>
        <p15:guide id="2" orient="horz" pos="4020">
          <p15:clr>
            <a:srgbClr val="FBAE40"/>
          </p15:clr>
        </p15:guide>
        <p15:guide id="3" orient="horz" pos="216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B - Left Image / Right Text (Cont.)">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CDDC2F1F-FD40-42E3-123C-BCA95A066345}"/>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US" smtClean="0"/>
              <a:pPr algn="r"/>
              <a:t>‹#›</a:t>
            </a:fld>
            <a:endParaRPr lang="en-US"/>
          </a:p>
        </p:txBody>
      </p:sp>
      <p:cxnSp>
        <p:nvCxnSpPr>
          <p:cNvPr id="10" name="Straight Connector 9">
            <a:extLst>
              <a:ext uri="{FF2B5EF4-FFF2-40B4-BE49-F238E27FC236}">
                <a16:creationId xmlns:a16="http://schemas.microsoft.com/office/drawing/2014/main" id="{1F12D094-7AEE-C14A-E381-E4EC56E95484}"/>
              </a:ext>
            </a:extLst>
          </p:cNvPr>
          <p:cNvCxnSpPr>
            <a:cxnSpLocks/>
          </p:cNvCxnSpPr>
          <p:nvPr userDrawn="1"/>
        </p:nvCxnSpPr>
        <p:spPr>
          <a:xfrm>
            <a:off x="335360" y="6629400"/>
            <a:ext cx="11220030"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6" name="Picture Placeholder 5">
            <a:extLst>
              <a:ext uri="{FF2B5EF4-FFF2-40B4-BE49-F238E27FC236}">
                <a16:creationId xmlns:a16="http://schemas.microsoft.com/office/drawing/2014/main" id="{74CC2D36-358C-12FD-9CEF-8D593C49658A}"/>
              </a:ext>
            </a:extLst>
          </p:cNvPr>
          <p:cNvSpPr>
            <a:spLocks noGrp="1"/>
          </p:cNvSpPr>
          <p:nvPr>
            <p:ph type="pic" sz="quarter" idx="23"/>
          </p:nvPr>
        </p:nvSpPr>
        <p:spPr>
          <a:xfrm>
            <a:off x="348300" y="634691"/>
            <a:ext cx="4690872" cy="5754997"/>
          </a:xfrm>
          <a:solidFill>
            <a:schemeClr val="accent2">
              <a:alpha val="20000"/>
            </a:schemeClr>
          </a:solidFill>
        </p:spPr>
        <p:txBody>
          <a:bodyPr/>
          <a:lstStyle/>
          <a:p>
            <a:endParaRPr lang="en-US"/>
          </a:p>
        </p:txBody>
      </p:sp>
      <p:sp>
        <p:nvSpPr>
          <p:cNvPr id="3" name="Text Placeholder 13">
            <a:extLst>
              <a:ext uri="{FF2B5EF4-FFF2-40B4-BE49-F238E27FC236}">
                <a16:creationId xmlns:a16="http://schemas.microsoft.com/office/drawing/2014/main" id="{2A33B9F8-4702-44C6-EFA7-22FB2D623517}"/>
              </a:ext>
            </a:extLst>
          </p:cNvPr>
          <p:cNvSpPr>
            <a:spLocks noGrp="1"/>
          </p:cNvSpPr>
          <p:nvPr>
            <p:ph type="body" sz="quarter" idx="27" hasCustomPrompt="1"/>
          </p:nvPr>
        </p:nvSpPr>
        <p:spPr>
          <a:xfrm>
            <a:off x="7143765" y="620688"/>
            <a:ext cx="4206240" cy="576060"/>
          </a:xfrm>
        </p:spPr>
        <p:txBody>
          <a:bodyPr tIns="0"/>
          <a:lstStyle>
            <a:lvl1pPr>
              <a:lnSpc>
                <a:spcPct val="110000"/>
              </a:lnSpc>
              <a:spcBef>
                <a:spcPts val="0"/>
              </a:spcBef>
              <a:defRPr sz="800" b="1" cap="all" spc="50" baseline="0"/>
            </a:lvl1pPr>
          </a:lstStyle>
          <a:p>
            <a:pPr lvl="0"/>
            <a:r>
              <a:rPr lang="en-US"/>
              <a:t>Subtext or notes here</a:t>
            </a:r>
          </a:p>
        </p:txBody>
      </p:sp>
      <p:pic>
        <p:nvPicPr>
          <p:cNvPr id="2" name="Picture 1" descr="A black tree with leaves&#10;&#10;Description automatically generated">
            <a:extLst>
              <a:ext uri="{FF2B5EF4-FFF2-40B4-BE49-F238E27FC236}">
                <a16:creationId xmlns:a16="http://schemas.microsoft.com/office/drawing/2014/main" id="{6594C9FC-0F46-A9F0-556F-1B24C9AF15F1}"/>
              </a:ext>
            </a:extLst>
          </p:cNvPr>
          <p:cNvPicPr>
            <a:picLocks noChangeAspect="1"/>
          </p:cNvPicPr>
          <p:nvPr userDrawn="1"/>
        </p:nvPicPr>
        <p:blipFill>
          <a:blip r:embed="rId2"/>
          <a:stretch>
            <a:fillRect/>
          </a:stretch>
        </p:blipFill>
        <p:spPr>
          <a:xfrm>
            <a:off x="11440401" y="188640"/>
            <a:ext cx="488247" cy="495124"/>
          </a:xfrm>
          <a:prstGeom prst="rect">
            <a:avLst/>
          </a:prstGeom>
        </p:spPr>
      </p:pic>
      <p:cxnSp>
        <p:nvCxnSpPr>
          <p:cNvPr id="4" name="Straight Connector 3">
            <a:extLst>
              <a:ext uri="{FF2B5EF4-FFF2-40B4-BE49-F238E27FC236}">
                <a16:creationId xmlns:a16="http://schemas.microsoft.com/office/drawing/2014/main" id="{385712D8-6CCE-839B-4743-B49BCF581EF4}"/>
              </a:ext>
            </a:extLst>
          </p:cNvPr>
          <p:cNvCxnSpPr>
            <a:cxnSpLocks/>
          </p:cNvCxnSpPr>
          <p:nvPr userDrawn="1"/>
        </p:nvCxnSpPr>
        <p:spPr>
          <a:xfrm>
            <a:off x="335360" y="444624"/>
            <a:ext cx="11105041"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11" name="Text Placeholder 8">
            <a:extLst>
              <a:ext uri="{FF2B5EF4-FFF2-40B4-BE49-F238E27FC236}">
                <a16:creationId xmlns:a16="http://schemas.microsoft.com/office/drawing/2014/main" id="{2DD418B3-CF5A-114C-22A0-500303235236}"/>
              </a:ext>
            </a:extLst>
          </p:cNvPr>
          <p:cNvSpPr>
            <a:spLocks noGrp="1"/>
          </p:cNvSpPr>
          <p:nvPr>
            <p:ph type="body" sz="quarter" idx="24" hasCustomPrompt="1"/>
          </p:nvPr>
        </p:nvSpPr>
        <p:spPr>
          <a:xfrm>
            <a:off x="348300" y="242888"/>
            <a:ext cx="4206240" cy="182284"/>
          </a:xfrm>
        </p:spPr>
        <p:txBody>
          <a:bodyPr tIns="0" bIns="0"/>
          <a:lstStyle>
            <a:lvl1pPr>
              <a:lnSpc>
                <a:spcPct val="100000"/>
              </a:lnSpc>
              <a:spcBef>
                <a:spcPts val="0"/>
              </a:spcBef>
              <a:spcAft>
                <a:spcPts val="1000"/>
              </a:spcAft>
              <a:defRPr sz="700" spc="50" baseline="0">
                <a:solidFill>
                  <a:schemeClr val="tx2"/>
                </a:solidFill>
                <a:latin typeface="+mn-lt"/>
              </a:defRPr>
            </a:lvl1pPr>
          </a:lstStyle>
          <a:p>
            <a:pPr lvl="0"/>
            <a:r>
              <a:rPr lang="en-US"/>
              <a:t>SECTION TITLE HERE</a:t>
            </a:r>
          </a:p>
        </p:txBody>
      </p:sp>
      <p:sp>
        <p:nvSpPr>
          <p:cNvPr id="8" name="Text Placeholder 7">
            <a:extLst>
              <a:ext uri="{FF2B5EF4-FFF2-40B4-BE49-F238E27FC236}">
                <a16:creationId xmlns:a16="http://schemas.microsoft.com/office/drawing/2014/main" id="{08057E9B-48F7-F129-C6E4-427BAFC67934}"/>
              </a:ext>
            </a:extLst>
          </p:cNvPr>
          <p:cNvSpPr>
            <a:spLocks noGrp="1"/>
          </p:cNvSpPr>
          <p:nvPr>
            <p:ph type="body" sz="quarter" idx="28" hasCustomPrompt="1"/>
          </p:nvPr>
        </p:nvSpPr>
        <p:spPr>
          <a:xfrm>
            <a:off x="7143766" y="1700816"/>
            <a:ext cx="4681728" cy="4690872"/>
          </a:xfrm>
        </p:spPr>
        <p:txBody>
          <a:bodyPr/>
          <a:lstStyle>
            <a:lvl1pPr>
              <a:lnSpc>
                <a:spcPct val="110000"/>
              </a:lnSpc>
              <a:defRPr/>
            </a:lvl1pPr>
          </a:lstStyle>
          <a:p>
            <a:pPr lvl="0"/>
            <a:r>
              <a:rPr lang="en-US"/>
              <a:t>Subtitle 1 </a:t>
            </a:r>
            <a:br>
              <a:rPr lang="en-US"/>
            </a:br>
            <a:r>
              <a:rPr lang="en-US"/>
              <a:t>Lorem ipsum dolor sit amet, </a:t>
            </a:r>
            <a:r>
              <a:rPr lang="en-US" err="1"/>
              <a:t>consectetur</a:t>
            </a:r>
            <a:r>
              <a:rPr lang="en-US"/>
              <a:t> adipiscing elit. Nunc id ante </a:t>
            </a:r>
            <a:r>
              <a:rPr lang="en-US" err="1"/>
              <a:t>metus</a:t>
            </a:r>
            <a:r>
              <a:rPr lang="en-US"/>
              <a:t>. </a:t>
            </a:r>
            <a:r>
              <a:rPr lang="en-US" err="1"/>
              <a:t>Nulla</a:t>
            </a:r>
            <a:r>
              <a:rPr lang="en-US"/>
              <a:t> </a:t>
            </a:r>
            <a:r>
              <a:rPr lang="en-US" err="1"/>
              <a:t>odio</a:t>
            </a:r>
            <a:r>
              <a:rPr lang="en-US"/>
              <a:t> urna, </a:t>
            </a:r>
            <a:r>
              <a:rPr lang="en-US" err="1"/>
              <a:t>mattis</a:t>
            </a:r>
            <a:r>
              <a:rPr lang="en-US"/>
              <a:t> </a:t>
            </a:r>
            <a:r>
              <a:rPr lang="en-US" err="1"/>
              <a:t>interdum</a:t>
            </a:r>
            <a:r>
              <a:rPr lang="en-US"/>
              <a:t> convallis ac, dictum </a:t>
            </a:r>
            <a:r>
              <a:rPr lang="en-US" err="1"/>
              <a:t>eget</a:t>
            </a:r>
            <a:r>
              <a:rPr lang="en-US"/>
              <a:t> </a:t>
            </a:r>
            <a:r>
              <a:rPr lang="en-US" err="1"/>
              <a:t>nisl</a:t>
            </a:r>
            <a:r>
              <a:rPr lang="en-US"/>
              <a:t>. </a:t>
            </a:r>
            <a:r>
              <a:rPr lang="en-US" err="1"/>
              <a:t>Aliquam</a:t>
            </a:r>
            <a:r>
              <a:rPr lang="en-US"/>
              <a:t> at elit </a:t>
            </a:r>
            <a:r>
              <a:rPr lang="en-US" err="1"/>
              <a:t>tempor</a:t>
            </a:r>
            <a:r>
              <a:rPr lang="en-US"/>
              <a:t>, </a:t>
            </a:r>
            <a:r>
              <a:rPr lang="en-US" err="1"/>
              <a:t>dapibus</a:t>
            </a:r>
            <a:r>
              <a:rPr lang="en-US"/>
              <a:t> ante </a:t>
            </a:r>
            <a:r>
              <a:rPr lang="en-US" err="1"/>
              <a:t>eget</a:t>
            </a:r>
            <a:r>
              <a:rPr lang="en-US"/>
              <a:t>, convallis </a:t>
            </a:r>
            <a:r>
              <a:rPr lang="en-US" err="1"/>
              <a:t>odio</a:t>
            </a:r>
            <a:r>
              <a:rPr lang="en-US"/>
              <a:t>. Nunc vestibulum </a:t>
            </a:r>
            <a:r>
              <a:rPr lang="en-US" err="1"/>
              <a:t>viverra</a:t>
            </a:r>
            <a:r>
              <a:rPr lang="en-US"/>
              <a:t> purus, ac </a:t>
            </a:r>
            <a:r>
              <a:rPr lang="en-US" err="1"/>
              <a:t>iaculis</a:t>
            </a:r>
            <a:r>
              <a:rPr lang="en-US"/>
              <a:t> </a:t>
            </a:r>
            <a:r>
              <a:rPr lang="en-US" err="1"/>
              <a:t>tortor</a:t>
            </a:r>
            <a:r>
              <a:rPr lang="en-US"/>
              <a:t> porttitor sit amet. Integer </a:t>
            </a:r>
            <a:r>
              <a:rPr lang="en-US" err="1"/>
              <a:t>fringilla</a:t>
            </a:r>
            <a:r>
              <a:rPr lang="en-US"/>
              <a:t> </a:t>
            </a:r>
            <a:r>
              <a:rPr lang="en-US" err="1"/>
              <a:t>hendrerit</a:t>
            </a:r>
            <a:r>
              <a:rPr lang="en-US"/>
              <a:t> tempus. </a:t>
            </a:r>
            <a:br>
              <a:rPr lang="en-US"/>
            </a:br>
            <a:br>
              <a:rPr lang="en-US"/>
            </a:br>
            <a:r>
              <a:rPr lang="en-US"/>
              <a:t>Subtitle 2 </a:t>
            </a:r>
            <a:br>
              <a:rPr lang="en-US"/>
            </a:br>
            <a:r>
              <a:rPr lang="en-US"/>
              <a:t>Pellentesque id ex quis </a:t>
            </a:r>
            <a:r>
              <a:rPr lang="en-US" err="1"/>
              <a:t>neque</a:t>
            </a:r>
            <a:r>
              <a:rPr lang="en-US"/>
              <a:t> </a:t>
            </a:r>
            <a:r>
              <a:rPr lang="en-US" err="1"/>
              <a:t>condimentum</a:t>
            </a:r>
            <a:r>
              <a:rPr lang="en-US"/>
              <a:t> </a:t>
            </a:r>
            <a:r>
              <a:rPr lang="en-US" err="1"/>
              <a:t>consectetur</a:t>
            </a:r>
            <a:r>
              <a:rPr lang="en-US"/>
              <a:t>. Integer vitae nisi </a:t>
            </a:r>
            <a:r>
              <a:rPr lang="en-US" err="1"/>
              <a:t>tortor</a:t>
            </a:r>
            <a:r>
              <a:rPr lang="en-US"/>
              <a:t>. Vestibulum dictum nunc </a:t>
            </a:r>
            <a:r>
              <a:rPr lang="en-US" err="1"/>
              <a:t>ut</a:t>
            </a:r>
            <a:r>
              <a:rPr lang="en-US"/>
              <a:t> maximus convallis. </a:t>
            </a:r>
            <a:r>
              <a:rPr lang="en-US" err="1"/>
              <a:t>Etiam</a:t>
            </a:r>
            <a:r>
              <a:rPr lang="en-US"/>
              <a:t> ex </a:t>
            </a:r>
            <a:r>
              <a:rPr lang="en-US" err="1"/>
              <a:t>arcu</a:t>
            </a:r>
            <a:r>
              <a:rPr lang="en-US"/>
              <a:t>, </a:t>
            </a:r>
            <a:r>
              <a:rPr lang="en-US" err="1"/>
              <a:t>luctus</a:t>
            </a:r>
            <a:r>
              <a:rPr lang="en-US"/>
              <a:t> quis </a:t>
            </a:r>
            <a:r>
              <a:rPr lang="en-US" err="1"/>
              <a:t>tempor</a:t>
            </a:r>
            <a:r>
              <a:rPr lang="en-US"/>
              <a:t> </a:t>
            </a:r>
            <a:r>
              <a:rPr lang="en-US" err="1"/>
              <a:t>eget</a:t>
            </a:r>
            <a:r>
              <a:rPr lang="en-US"/>
              <a:t>, </a:t>
            </a:r>
            <a:r>
              <a:rPr lang="en-US" err="1"/>
              <a:t>molestie</a:t>
            </a:r>
            <a:r>
              <a:rPr lang="en-US"/>
              <a:t> non </a:t>
            </a:r>
            <a:r>
              <a:rPr lang="en-US" err="1"/>
              <a:t>quam</a:t>
            </a:r>
            <a:r>
              <a:rPr lang="en-US"/>
              <a:t>. Aenean </a:t>
            </a:r>
            <a:r>
              <a:rPr lang="en-US" err="1"/>
              <a:t>ut</a:t>
            </a:r>
            <a:r>
              <a:rPr lang="en-US"/>
              <a:t> </a:t>
            </a:r>
            <a:r>
              <a:rPr lang="en-US" err="1"/>
              <a:t>efficitur</a:t>
            </a:r>
            <a:r>
              <a:rPr lang="en-US"/>
              <a:t> orci, non </a:t>
            </a:r>
            <a:r>
              <a:rPr lang="en-US" err="1"/>
              <a:t>pellentesque</a:t>
            </a:r>
            <a:r>
              <a:rPr lang="en-US"/>
              <a:t> massa.</a:t>
            </a:r>
            <a:br>
              <a:rPr lang="en-US"/>
            </a:br>
            <a:br>
              <a:rPr lang="en-US"/>
            </a:br>
            <a:r>
              <a:rPr lang="en-US"/>
              <a:t>Subtitle 3 </a:t>
            </a:r>
            <a:br>
              <a:rPr lang="en-US"/>
            </a:br>
            <a:r>
              <a:rPr lang="en-US"/>
              <a:t>Nunc porttitor libero </a:t>
            </a:r>
            <a:r>
              <a:rPr lang="en-US" err="1"/>
              <a:t>eget</a:t>
            </a:r>
            <a:r>
              <a:rPr lang="en-US"/>
              <a:t> </a:t>
            </a:r>
            <a:r>
              <a:rPr lang="en-US" err="1"/>
              <a:t>blandit</a:t>
            </a:r>
            <a:r>
              <a:rPr lang="en-US"/>
              <a:t> </a:t>
            </a:r>
            <a:r>
              <a:rPr lang="en-US" err="1"/>
              <a:t>dignissim</a:t>
            </a:r>
            <a:r>
              <a:rPr lang="en-US"/>
              <a:t>. Integer </a:t>
            </a:r>
            <a:r>
              <a:rPr lang="en-US" err="1"/>
              <a:t>laoreet</a:t>
            </a:r>
            <a:r>
              <a:rPr lang="en-US"/>
              <a:t> ipsum nec </a:t>
            </a:r>
            <a:r>
              <a:rPr lang="en-US" err="1"/>
              <a:t>tellus</a:t>
            </a:r>
            <a:r>
              <a:rPr lang="en-US"/>
              <a:t> convallis </a:t>
            </a:r>
            <a:r>
              <a:rPr lang="en-US" err="1"/>
              <a:t>vehicula</a:t>
            </a:r>
            <a:r>
              <a:rPr lang="en-US"/>
              <a:t>. Maecenas </a:t>
            </a:r>
            <a:r>
              <a:rPr lang="en-US" err="1"/>
              <a:t>efficitur</a:t>
            </a:r>
            <a:r>
              <a:rPr lang="en-US"/>
              <a:t> </a:t>
            </a:r>
            <a:r>
              <a:rPr lang="en-US" err="1"/>
              <a:t>sapien</a:t>
            </a:r>
            <a:r>
              <a:rPr lang="en-US"/>
              <a:t> </a:t>
            </a:r>
            <a:r>
              <a:rPr lang="en-US" err="1"/>
              <a:t>ut</a:t>
            </a:r>
            <a:r>
              <a:rPr lang="en-US"/>
              <a:t> </a:t>
            </a:r>
            <a:r>
              <a:rPr lang="en-US" err="1"/>
              <a:t>tortor</a:t>
            </a:r>
            <a:r>
              <a:rPr lang="en-US"/>
              <a:t> tristique, quis </a:t>
            </a:r>
            <a:r>
              <a:rPr lang="en-US" err="1"/>
              <a:t>tincidunt</a:t>
            </a:r>
            <a:r>
              <a:rPr lang="en-US"/>
              <a:t> massa </a:t>
            </a:r>
            <a:r>
              <a:rPr lang="en-US" err="1"/>
              <a:t>facilisis</a:t>
            </a:r>
            <a:r>
              <a:rPr lang="en-US"/>
              <a:t>. </a:t>
            </a:r>
            <a:r>
              <a:rPr lang="en-US" err="1"/>
              <a:t>Suspendisse</a:t>
            </a:r>
            <a:r>
              <a:rPr lang="en-US"/>
              <a:t> dolor lectus, </a:t>
            </a:r>
            <a:r>
              <a:rPr lang="en-US" err="1"/>
              <a:t>luctus</a:t>
            </a:r>
            <a:r>
              <a:rPr lang="en-US"/>
              <a:t> non pulvinar a, </a:t>
            </a:r>
            <a:r>
              <a:rPr lang="en-US" err="1"/>
              <a:t>tincidunt</a:t>
            </a:r>
            <a:r>
              <a:rPr lang="en-US"/>
              <a:t> non est. Nam </a:t>
            </a:r>
            <a:r>
              <a:rPr lang="en-US" err="1"/>
              <a:t>dapibus</a:t>
            </a:r>
            <a:r>
              <a:rPr lang="en-US"/>
              <a:t> dolor vel massa commodo, </a:t>
            </a:r>
            <a:r>
              <a:rPr lang="en-US" err="1"/>
              <a:t>efficitur</a:t>
            </a:r>
            <a:r>
              <a:rPr lang="en-US"/>
              <a:t> </a:t>
            </a:r>
            <a:r>
              <a:rPr lang="en-US" err="1"/>
              <a:t>consectetur</a:t>
            </a:r>
            <a:r>
              <a:rPr lang="en-US"/>
              <a:t> </a:t>
            </a:r>
            <a:r>
              <a:rPr lang="en-US" err="1"/>
              <a:t>augue</a:t>
            </a:r>
            <a:r>
              <a:rPr lang="en-US"/>
              <a:t> </a:t>
            </a:r>
            <a:r>
              <a:rPr lang="en-US" err="1"/>
              <a:t>pellentesque</a:t>
            </a:r>
            <a:r>
              <a:rPr lang="en-US"/>
              <a:t>.</a:t>
            </a:r>
          </a:p>
        </p:txBody>
      </p:sp>
    </p:spTree>
    <p:extLst>
      <p:ext uri="{BB962C8B-B14F-4D97-AF65-F5344CB8AC3E}">
        <p14:creationId xmlns:p14="http://schemas.microsoft.com/office/powerpoint/2010/main" val="318052161"/>
      </p:ext>
    </p:extLst>
  </p:cSld>
  <p:clrMapOvr>
    <a:masterClrMapping/>
  </p:clrMapOvr>
  <p:extLst>
    <p:ext uri="{DCECCB84-F9BA-43D5-87BE-67443E8EF086}">
      <p15:sldGuideLst xmlns:p15="http://schemas.microsoft.com/office/powerpoint/2012/main">
        <p15:guide id="1" orient="horz" pos="391">
          <p15:clr>
            <a:srgbClr val="FBAE40"/>
          </p15:clr>
        </p15:guide>
        <p15:guide id="2" orient="horz" pos="4020">
          <p15:clr>
            <a:srgbClr val="FBAE40"/>
          </p15:clr>
        </p15:guide>
        <p15:guide id="3" orient="horz" pos="216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C - Left Text / Right Image (with BG)">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CDDC2F1F-FD40-42E3-123C-BCA95A066345}"/>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US" smtClean="0"/>
              <a:pPr algn="r"/>
              <a:t>‹#›</a:t>
            </a:fld>
            <a:endParaRPr lang="en-US"/>
          </a:p>
        </p:txBody>
      </p:sp>
      <p:cxnSp>
        <p:nvCxnSpPr>
          <p:cNvPr id="10" name="Straight Connector 9">
            <a:extLst>
              <a:ext uri="{FF2B5EF4-FFF2-40B4-BE49-F238E27FC236}">
                <a16:creationId xmlns:a16="http://schemas.microsoft.com/office/drawing/2014/main" id="{1F12D094-7AEE-C14A-E381-E4EC56E95484}"/>
              </a:ext>
            </a:extLst>
          </p:cNvPr>
          <p:cNvCxnSpPr>
            <a:cxnSpLocks/>
          </p:cNvCxnSpPr>
          <p:nvPr userDrawn="1"/>
        </p:nvCxnSpPr>
        <p:spPr>
          <a:xfrm>
            <a:off x="335360" y="6629400"/>
            <a:ext cx="11220030"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3299E434-1D01-D6A7-3BDD-F577D3E5270C}"/>
              </a:ext>
            </a:extLst>
          </p:cNvPr>
          <p:cNvCxnSpPr>
            <a:cxnSpLocks/>
          </p:cNvCxnSpPr>
          <p:nvPr userDrawn="1"/>
        </p:nvCxnSpPr>
        <p:spPr>
          <a:xfrm>
            <a:off x="335360" y="444624"/>
            <a:ext cx="11489928"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2DBA8181-DC70-E296-CC4C-B7DE82BCF43C}"/>
              </a:ext>
            </a:extLst>
          </p:cNvPr>
          <p:cNvSpPr>
            <a:spLocks noGrp="1"/>
          </p:cNvSpPr>
          <p:nvPr>
            <p:ph type="title" hasCustomPrompt="1"/>
          </p:nvPr>
        </p:nvSpPr>
        <p:spPr>
          <a:xfrm>
            <a:off x="342241" y="548680"/>
            <a:ext cx="4313599" cy="1040003"/>
          </a:xfrm>
        </p:spPr>
        <p:txBody>
          <a:bodyPr>
            <a:noAutofit/>
          </a:bodyPr>
          <a:lstStyle>
            <a:lvl1pPr>
              <a:lnSpc>
                <a:spcPct val="80000"/>
              </a:lnSpc>
              <a:defRPr>
                <a:solidFill>
                  <a:srgbClr val="3D441E"/>
                </a:solidFill>
              </a:defRPr>
            </a:lvl1pPr>
          </a:lstStyle>
          <a:p>
            <a:r>
              <a:rPr lang="en-US"/>
              <a:t>Insert Title Here</a:t>
            </a:r>
          </a:p>
        </p:txBody>
      </p:sp>
      <p:sp>
        <p:nvSpPr>
          <p:cNvPr id="7" name="Text Placeholder 6">
            <a:extLst>
              <a:ext uri="{FF2B5EF4-FFF2-40B4-BE49-F238E27FC236}">
                <a16:creationId xmlns:a16="http://schemas.microsoft.com/office/drawing/2014/main" id="{A7897ADF-6287-3772-480C-2821CC6E5C0E}"/>
              </a:ext>
            </a:extLst>
          </p:cNvPr>
          <p:cNvSpPr>
            <a:spLocks noGrp="1"/>
          </p:cNvSpPr>
          <p:nvPr>
            <p:ph type="body" sz="quarter" idx="22" hasCustomPrompt="1"/>
          </p:nvPr>
        </p:nvSpPr>
        <p:spPr>
          <a:xfrm>
            <a:off x="347662" y="2996955"/>
            <a:ext cx="3746501" cy="3393304"/>
          </a:xfrm>
        </p:spPr>
        <p:txBody>
          <a:bodyPr anchor="b" anchorCtr="0"/>
          <a:lstStyle>
            <a:lvl1pPr>
              <a:lnSpc>
                <a:spcPct val="110000"/>
              </a:lnSpc>
              <a:spcAft>
                <a:spcPts val="1000"/>
              </a:spcAft>
              <a:defRPr/>
            </a:lvl1pPr>
          </a:lstStyle>
          <a:p>
            <a:pPr lvl="0"/>
            <a:r>
              <a:rPr lang="en-US"/>
              <a:t>Lorem ipsum dolor sit amet, </a:t>
            </a:r>
            <a:r>
              <a:rPr lang="en-US" err="1"/>
              <a:t>consectetur</a:t>
            </a:r>
            <a:r>
              <a:rPr lang="en-US"/>
              <a:t> adipiscing elit. Nunc id ante </a:t>
            </a:r>
            <a:r>
              <a:rPr lang="en-US" err="1"/>
              <a:t>metus</a:t>
            </a:r>
            <a:r>
              <a:rPr lang="en-US"/>
              <a:t>. </a:t>
            </a:r>
            <a:r>
              <a:rPr lang="en-US" err="1"/>
              <a:t>Nulla</a:t>
            </a:r>
            <a:r>
              <a:rPr lang="en-US"/>
              <a:t> </a:t>
            </a:r>
            <a:r>
              <a:rPr lang="en-US" err="1"/>
              <a:t>odio</a:t>
            </a:r>
            <a:r>
              <a:rPr lang="en-US"/>
              <a:t> urna, </a:t>
            </a:r>
            <a:r>
              <a:rPr lang="en-US" err="1"/>
              <a:t>mattis</a:t>
            </a:r>
            <a:r>
              <a:rPr lang="en-US"/>
              <a:t> </a:t>
            </a:r>
            <a:r>
              <a:rPr lang="en-US" err="1"/>
              <a:t>interdum</a:t>
            </a:r>
            <a:r>
              <a:rPr lang="en-US"/>
              <a:t> convallis ac, dictum </a:t>
            </a:r>
            <a:r>
              <a:rPr lang="en-US" err="1"/>
              <a:t>eget</a:t>
            </a:r>
            <a:r>
              <a:rPr lang="en-US"/>
              <a:t> </a:t>
            </a:r>
            <a:r>
              <a:rPr lang="en-US" err="1"/>
              <a:t>nisl</a:t>
            </a:r>
            <a:r>
              <a:rPr lang="en-US"/>
              <a:t>. </a:t>
            </a:r>
            <a:r>
              <a:rPr lang="en-US" err="1"/>
              <a:t>Aliquam</a:t>
            </a:r>
            <a:r>
              <a:rPr lang="en-US"/>
              <a:t> at elit </a:t>
            </a:r>
            <a:r>
              <a:rPr lang="en-US" err="1"/>
              <a:t>tempor</a:t>
            </a:r>
            <a:r>
              <a:rPr lang="en-US"/>
              <a:t>, </a:t>
            </a:r>
            <a:r>
              <a:rPr lang="en-US" err="1"/>
              <a:t>dapibus</a:t>
            </a:r>
            <a:r>
              <a:rPr lang="en-US"/>
              <a:t> ante </a:t>
            </a:r>
            <a:r>
              <a:rPr lang="en-US" err="1"/>
              <a:t>eget</a:t>
            </a:r>
            <a:r>
              <a:rPr lang="en-US"/>
              <a:t>, convallis </a:t>
            </a:r>
            <a:r>
              <a:rPr lang="en-US" err="1"/>
              <a:t>odio</a:t>
            </a:r>
            <a:r>
              <a:rPr lang="en-US"/>
              <a:t>. Nunc vestibulum </a:t>
            </a:r>
            <a:r>
              <a:rPr lang="en-US" err="1"/>
              <a:t>viverra</a:t>
            </a:r>
            <a:r>
              <a:rPr lang="en-US"/>
              <a:t> purus, ac </a:t>
            </a:r>
            <a:r>
              <a:rPr lang="en-US" err="1"/>
              <a:t>iaculis</a:t>
            </a:r>
            <a:r>
              <a:rPr lang="en-US"/>
              <a:t> </a:t>
            </a:r>
            <a:r>
              <a:rPr lang="en-US" err="1"/>
              <a:t>tortor</a:t>
            </a:r>
            <a:r>
              <a:rPr lang="en-US"/>
              <a:t> porttitor sit amet. Integer </a:t>
            </a:r>
            <a:r>
              <a:rPr lang="en-US" err="1"/>
              <a:t>fringilla</a:t>
            </a:r>
            <a:r>
              <a:rPr lang="en-US"/>
              <a:t> </a:t>
            </a:r>
            <a:r>
              <a:rPr lang="en-US" err="1"/>
              <a:t>hendrerit</a:t>
            </a:r>
            <a:r>
              <a:rPr lang="en-US"/>
              <a:t> tempus. Pellentesque id ex quis </a:t>
            </a:r>
            <a:r>
              <a:rPr lang="en-US" err="1"/>
              <a:t>neque</a:t>
            </a:r>
            <a:r>
              <a:rPr lang="en-US"/>
              <a:t> </a:t>
            </a:r>
            <a:r>
              <a:rPr lang="en-US" err="1"/>
              <a:t>condimentum</a:t>
            </a:r>
            <a:r>
              <a:rPr lang="en-US"/>
              <a:t> </a:t>
            </a:r>
            <a:r>
              <a:rPr lang="en-US" err="1"/>
              <a:t>consectetur</a:t>
            </a:r>
            <a:r>
              <a:rPr lang="en-US"/>
              <a:t>. Integer vitae nisi </a:t>
            </a:r>
            <a:r>
              <a:rPr lang="en-US" err="1"/>
              <a:t>tortor</a:t>
            </a:r>
            <a:r>
              <a:rPr lang="en-US"/>
              <a:t>. Vestibulum dictum nunc </a:t>
            </a:r>
            <a:r>
              <a:rPr lang="en-US" err="1"/>
              <a:t>ut</a:t>
            </a:r>
            <a:r>
              <a:rPr lang="en-US"/>
              <a:t> maximus convallis. </a:t>
            </a:r>
            <a:r>
              <a:rPr lang="en-US" err="1"/>
              <a:t>Etiam</a:t>
            </a:r>
            <a:r>
              <a:rPr lang="en-US"/>
              <a:t> ex </a:t>
            </a:r>
            <a:r>
              <a:rPr lang="en-US" err="1"/>
              <a:t>arcu</a:t>
            </a:r>
            <a:r>
              <a:rPr lang="en-US"/>
              <a:t>, </a:t>
            </a:r>
            <a:r>
              <a:rPr lang="en-US" err="1"/>
              <a:t>luctus</a:t>
            </a:r>
            <a:r>
              <a:rPr lang="en-US"/>
              <a:t> quis </a:t>
            </a:r>
            <a:r>
              <a:rPr lang="en-US" err="1"/>
              <a:t>tempor</a:t>
            </a:r>
            <a:r>
              <a:rPr lang="en-US"/>
              <a:t> </a:t>
            </a:r>
            <a:r>
              <a:rPr lang="en-US" err="1"/>
              <a:t>eget</a:t>
            </a:r>
            <a:r>
              <a:rPr lang="en-US"/>
              <a:t>, </a:t>
            </a:r>
            <a:r>
              <a:rPr lang="en-US" err="1"/>
              <a:t>molestie</a:t>
            </a:r>
            <a:r>
              <a:rPr lang="en-US"/>
              <a:t> non </a:t>
            </a:r>
            <a:r>
              <a:rPr lang="en-US" err="1"/>
              <a:t>quam</a:t>
            </a:r>
            <a:r>
              <a:rPr lang="en-US"/>
              <a:t>. Aenean </a:t>
            </a:r>
            <a:r>
              <a:rPr lang="en-US" err="1"/>
              <a:t>ut</a:t>
            </a:r>
            <a:r>
              <a:rPr lang="en-US"/>
              <a:t> </a:t>
            </a:r>
            <a:r>
              <a:rPr lang="en-US" err="1"/>
              <a:t>efficitur</a:t>
            </a:r>
            <a:r>
              <a:rPr lang="en-US"/>
              <a:t> orci, non </a:t>
            </a:r>
            <a:r>
              <a:rPr lang="en-US" err="1"/>
              <a:t>pellentesque</a:t>
            </a:r>
            <a:r>
              <a:rPr lang="en-US"/>
              <a:t> massa. Nunc porttitor libero </a:t>
            </a:r>
            <a:r>
              <a:rPr lang="en-US" err="1"/>
              <a:t>eget</a:t>
            </a:r>
            <a:r>
              <a:rPr lang="en-US"/>
              <a:t> </a:t>
            </a:r>
            <a:r>
              <a:rPr lang="en-US" err="1"/>
              <a:t>blandit</a:t>
            </a:r>
            <a:r>
              <a:rPr lang="en-US"/>
              <a:t> </a:t>
            </a:r>
            <a:r>
              <a:rPr lang="en-US" err="1"/>
              <a:t>dignissim</a:t>
            </a:r>
            <a:r>
              <a:rPr lang="en-US"/>
              <a:t>. Integer </a:t>
            </a:r>
            <a:r>
              <a:rPr lang="en-US" err="1"/>
              <a:t>laoreet</a:t>
            </a:r>
            <a:r>
              <a:rPr lang="en-US"/>
              <a:t> ipsum nec </a:t>
            </a:r>
            <a:r>
              <a:rPr lang="en-US" err="1"/>
              <a:t>tellus</a:t>
            </a:r>
            <a:r>
              <a:rPr lang="en-US"/>
              <a:t> convallis </a:t>
            </a:r>
            <a:r>
              <a:rPr lang="en-US" err="1"/>
              <a:t>vehicula</a:t>
            </a:r>
            <a:r>
              <a:rPr lang="en-US"/>
              <a:t>.</a:t>
            </a:r>
          </a:p>
        </p:txBody>
      </p:sp>
      <p:sp>
        <p:nvSpPr>
          <p:cNvPr id="6" name="Picture Placeholder 5">
            <a:extLst>
              <a:ext uri="{FF2B5EF4-FFF2-40B4-BE49-F238E27FC236}">
                <a16:creationId xmlns:a16="http://schemas.microsoft.com/office/drawing/2014/main" id="{74CC2D36-358C-12FD-9CEF-8D593C49658A}"/>
              </a:ext>
            </a:extLst>
          </p:cNvPr>
          <p:cNvSpPr>
            <a:spLocks noGrp="1"/>
          </p:cNvSpPr>
          <p:nvPr>
            <p:ph type="pic" sz="quarter" idx="23"/>
          </p:nvPr>
        </p:nvSpPr>
        <p:spPr>
          <a:xfrm>
            <a:off x="7495025" y="997724"/>
            <a:ext cx="3966288" cy="4862551"/>
          </a:xfrm>
        </p:spPr>
        <p:txBody>
          <a:bodyPr/>
          <a:lstStyle/>
          <a:p>
            <a:endParaRPr lang="en-US"/>
          </a:p>
        </p:txBody>
      </p:sp>
      <p:sp>
        <p:nvSpPr>
          <p:cNvPr id="3" name="Rectangle 2">
            <a:extLst>
              <a:ext uri="{FF2B5EF4-FFF2-40B4-BE49-F238E27FC236}">
                <a16:creationId xmlns:a16="http://schemas.microsoft.com/office/drawing/2014/main" id="{8F9CFEA6-19F2-7D6D-A134-C3899D5EB23F}"/>
              </a:ext>
            </a:extLst>
          </p:cNvPr>
          <p:cNvSpPr/>
          <p:nvPr userDrawn="1"/>
        </p:nvSpPr>
        <p:spPr>
          <a:xfrm>
            <a:off x="7131050" y="620713"/>
            <a:ext cx="4694238" cy="5761037"/>
          </a:xfrm>
          <a:prstGeom prst="rect">
            <a:avLst/>
          </a:prstGeom>
          <a:solidFill>
            <a:srgbClr val="CBC4B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8">
            <a:extLst>
              <a:ext uri="{FF2B5EF4-FFF2-40B4-BE49-F238E27FC236}">
                <a16:creationId xmlns:a16="http://schemas.microsoft.com/office/drawing/2014/main" id="{0378CAD8-9516-3A0F-BEFE-D324FC402275}"/>
              </a:ext>
            </a:extLst>
          </p:cNvPr>
          <p:cNvSpPr>
            <a:spLocks noGrp="1"/>
          </p:cNvSpPr>
          <p:nvPr>
            <p:ph type="body" sz="quarter" idx="24" hasCustomPrompt="1"/>
          </p:nvPr>
        </p:nvSpPr>
        <p:spPr>
          <a:xfrm>
            <a:off x="348300" y="242888"/>
            <a:ext cx="4206240" cy="182284"/>
          </a:xfrm>
        </p:spPr>
        <p:txBody>
          <a:bodyPr tIns="0" bIns="0"/>
          <a:lstStyle>
            <a:lvl1pPr>
              <a:lnSpc>
                <a:spcPct val="100000"/>
              </a:lnSpc>
              <a:spcAft>
                <a:spcPts val="1000"/>
              </a:spcAft>
              <a:defRPr sz="700" spc="50" baseline="0">
                <a:solidFill>
                  <a:schemeClr val="tx2"/>
                </a:solidFill>
                <a:latin typeface="+mn-lt"/>
              </a:defRPr>
            </a:lvl1pPr>
          </a:lstStyle>
          <a:p>
            <a:pPr lvl="0"/>
            <a:r>
              <a:rPr lang="en-US"/>
              <a:t>SECTION TITLE HERE</a:t>
            </a:r>
          </a:p>
        </p:txBody>
      </p:sp>
      <p:sp>
        <p:nvSpPr>
          <p:cNvPr id="5" name="Text Placeholder 4">
            <a:extLst>
              <a:ext uri="{FF2B5EF4-FFF2-40B4-BE49-F238E27FC236}">
                <a16:creationId xmlns:a16="http://schemas.microsoft.com/office/drawing/2014/main" id="{EE088CCC-37D1-12F7-A54F-18E2AB3CC031}"/>
              </a:ext>
            </a:extLst>
          </p:cNvPr>
          <p:cNvSpPr>
            <a:spLocks noGrp="1"/>
          </p:cNvSpPr>
          <p:nvPr>
            <p:ph type="body" sz="quarter" idx="25" hasCustomPrompt="1"/>
          </p:nvPr>
        </p:nvSpPr>
        <p:spPr>
          <a:xfrm>
            <a:off x="5193792" y="4946904"/>
            <a:ext cx="1572768" cy="1444752"/>
          </a:xfrm>
        </p:spPr>
        <p:txBody>
          <a:bodyPr anchor="b"/>
          <a:lstStyle>
            <a:lvl1pPr>
              <a:lnSpc>
                <a:spcPct val="130000"/>
              </a:lnSpc>
              <a:spcAft>
                <a:spcPts val="600"/>
              </a:spcAft>
              <a:defRPr sz="700"/>
            </a:lvl1pPr>
          </a:lstStyle>
          <a:p>
            <a:pPr lvl="0"/>
            <a:r>
              <a:rPr lang="en-US"/>
              <a:t>DETAIL OR NOTES HERE</a:t>
            </a:r>
            <a:br>
              <a:rPr lang="en-US"/>
            </a:br>
            <a:r>
              <a:rPr lang="en-US"/>
              <a:t>LOREM IPSUM DOLOR SIT AMET</a:t>
            </a:r>
          </a:p>
        </p:txBody>
      </p:sp>
    </p:spTree>
    <p:extLst>
      <p:ext uri="{BB962C8B-B14F-4D97-AF65-F5344CB8AC3E}">
        <p14:creationId xmlns:p14="http://schemas.microsoft.com/office/powerpoint/2010/main" val="4247663116"/>
      </p:ext>
    </p:extLst>
  </p:cSld>
  <p:clrMapOvr>
    <a:masterClrMapping/>
  </p:clrMapOvr>
  <p:extLst>
    <p:ext uri="{DCECCB84-F9BA-43D5-87BE-67443E8EF086}">
      <p15:sldGuideLst xmlns:p15="http://schemas.microsoft.com/office/powerpoint/2012/main">
        <p15:guide id="1" orient="horz" pos="391">
          <p15:clr>
            <a:srgbClr val="FBAE40"/>
          </p15:clr>
        </p15:guide>
        <p15:guide id="2" orient="horz" pos="4020">
          <p15:clr>
            <a:srgbClr val="FBAE40"/>
          </p15:clr>
        </p15:guide>
        <p15:guide id="3" orient="horz" pos="216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C - Left Image (with BG) / Right Tex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F9CFEA6-19F2-7D6D-A134-C3899D5EB23F}"/>
              </a:ext>
            </a:extLst>
          </p:cNvPr>
          <p:cNvSpPr/>
          <p:nvPr userDrawn="1"/>
        </p:nvSpPr>
        <p:spPr>
          <a:xfrm>
            <a:off x="335359" y="620713"/>
            <a:ext cx="4743757" cy="5761037"/>
          </a:xfrm>
          <a:prstGeom prst="rect">
            <a:avLst/>
          </a:prstGeom>
          <a:solidFill>
            <a:srgbClr val="CBC4B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5">
            <a:extLst>
              <a:ext uri="{FF2B5EF4-FFF2-40B4-BE49-F238E27FC236}">
                <a16:creationId xmlns:a16="http://schemas.microsoft.com/office/drawing/2014/main" id="{CDDC2F1F-FD40-42E3-123C-BCA95A066345}"/>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US" smtClean="0"/>
              <a:pPr algn="r"/>
              <a:t>‹#›</a:t>
            </a:fld>
            <a:endParaRPr lang="en-US"/>
          </a:p>
        </p:txBody>
      </p:sp>
      <p:cxnSp>
        <p:nvCxnSpPr>
          <p:cNvPr id="10" name="Straight Connector 9">
            <a:extLst>
              <a:ext uri="{FF2B5EF4-FFF2-40B4-BE49-F238E27FC236}">
                <a16:creationId xmlns:a16="http://schemas.microsoft.com/office/drawing/2014/main" id="{1F12D094-7AEE-C14A-E381-E4EC56E95484}"/>
              </a:ext>
            </a:extLst>
          </p:cNvPr>
          <p:cNvCxnSpPr>
            <a:cxnSpLocks/>
          </p:cNvCxnSpPr>
          <p:nvPr userDrawn="1"/>
        </p:nvCxnSpPr>
        <p:spPr>
          <a:xfrm>
            <a:off x="335360" y="6629400"/>
            <a:ext cx="11220030"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3299E434-1D01-D6A7-3BDD-F577D3E5270C}"/>
              </a:ext>
            </a:extLst>
          </p:cNvPr>
          <p:cNvCxnSpPr>
            <a:cxnSpLocks/>
          </p:cNvCxnSpPr>
          <p:nvPr userDrawn="1"/>
        </p:nvCxnSpPr>
        <p:spPr>
          <a:xfrm>
            <a:off x="335360" y="444624"/>
            <a:ext cx="11489928"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2DBA8181-DC70-E296-CC4C-B7DE82BCF43C}"/>
              </a:ext>
            </a:extLst>
          </p:cNvPr>
          <p:cNvSpPr>
            <a:spLocks noGrp="1"/>
          </p:cNvSpPr>
          <p:nvPr>
            <p:ph type="title" hasCustomPrompt="1"/>
          </p:nvPr>
        </p:nvSpPr>
        <p:spPr>
          <a:xfrm>
            <a:off x="8090830" y="548680"/>
            <a:ext cx="3734458" cy="1040003"/>
          </a:xfrm>
        </p:spPr>
        <p:txBody>
          <a:bodyPr>
            <a:noAutofit/>
          </a:bodyPr>
          <a:lstStyle>
            <a:lvl1pPr>
              <a:lnSpc>
                <a:spcPct val="80000"/>
              </a:lnSpc>
              <a:defRPr>
                <a:solidFill>
                  <a:srgbClr val="3D441E"/>
                </a:solidFill>
              </a:defRPr>
            </a:lvl1pPr>
          </a:lstStyle>
          <a:p>
            <a:r>
              <a:rPr lang="en-US"/>
              <a:t>Insert Title Here</a:t>
            </a:r>
          </a:p>
        </p:txBody>
      </p:sp>
      <p:sp>
        <p:nvSpPr>
          <p:cNvPr id="7" name="Text Placeholder 6">
            <a:extLst>
              <a:ext uri="{FF2B5EF4-FFF2-40B4-BE49-F238E27FC236}">
                <a16:creationId xmlns:a16="http://schemas.microsoft.com/office/drawing/2014/main" id="{A7897ADF-6287-3772-480C-2821CC6E5C0E}"/>
              </a:ext>
            </a:extLst>
          </p:cNvPr>
          <p:cNvSpPr>
            <a:spLocks noGrp="1"/>
          </p:cNvSpPr>
          <p:nvPr>
            <p:ph type="body" sz="quarter" idx="22" hasCustomPrompt="1"/>
          </p:nvPr>
        </p:nvSpPr>
        <p:spPr>
          <a:xfrm>
            <a:off x="8096250" y="2996955"/>
            <a:ext cx="3746501" cy="3393304"/>
          </a:xfrm>
        </p:spPr>
        <p:txBody>
          <a:bodyPr anchor="b" anchorCtr="0"/>
          <a:lstStyle>
            <a:lvl1pPr>
              <a:lnSpc>
                <a:spcPct val="110000"/>
              </a:lnSpc>
              <a:defRPr/>
            </a:lvl1pPr>
          </a:lstStyle>
          <a:p>
            <a:pPr lvl="0"/>
            <a:r>
              <a:rPr lang="en-US"/>
              <a:t>Lorem ipsum dolor sit amet, </a:t>
            </a:r>
            <a:r>
              <a:rPr lang="en-US" err="1"/>
              <a:t>consectetur</a:t>
            </a:r>
            <a:r>
              <a:rPr lang="en-US"/>
              <a:t> adipiscing elit. Nunc id ante </a:t>
            </a:r>
            <a:r>
              <a:rPr lang="en-US" err="1"/>
              <a:t>metus</a:t>
            </a:r>
            <a:r>
              <a:rPr lang="en-US"/>
              <a:t>. </a:t>
            </a:r>
            <a:r>
              <a:rPr lang="en-US" err="1"/>
              <a:t>Nulla</a:t>
            </a:r>
            <a:r>
              <a:rPr lang="en-US"/>
              <a:t> </a:t>
            </a:r>
            <a:r>
              <a:rPr lang="en-US" err="1"/>
              <a:t>odio</a:t>
            </a:r>
            <a:r>
              <a:rPr lang="en-US"/>
              <a:t> urna, </a:t>
            </a:r>
            <a:r>
              <a:rPr lang="en-US" err="1"/>
              <a:t>mattis</a:t>
            </a:r>
            <a:r>
              <a:rPr lang="en-US"/>
              <a:t> </a:t>
            </a:r>
            <a:r>
              <a:rPr lang="en-US" err="1"/>
              <a:t>interdum</a:t>
            </a:r>
            <a:r>
              <a:rPr lang="en-US"/>
              <a:t> convallis ac, dictum </a:t>
            </a:r>
            <a:r>
              <a:rPr lang="en-US" err="1"/>
              <a:t>eget</a:t>
            </a:r>
            <a:r>
              <a:rPr lang="en-US"/>
              <a:t> </a:t>
            </a:r>
            <a:r>
              <a:rPr lang="en-US" err="1"/>
              <a:t>nisl</a:t>
            </a:r>
            <a:r>
              <a:rPr lang="en-US"/>
              <a:t>. </a:t>
            </a:r>
            <a:r>
              <a:rPr lang="en-US" err="1"/>
              <a:t>Aliquam</a:t>
            </a:r>
            <a:r>
              <a:rPr lang="en-US"/>
              <a:t> at elit </a:t>
            </a:r>
            <a:r>
              <a:rPr lang="en-US" err="1"/>
              <a:t>tempor</a:t>
            </a:r>
            <a:r>
              <a:rPr lang="en-US"/>
              <a:t>, </a:t>
            </a:r>
            <a:r>
              <a:rPr lang="en-US" err="1"/>
              <a:t>dapibus</a:t>
            </a:r>
            <a:r>
              <a:rPr lang="en-US"/>
              <a:t> ante </a:t>
            </a:r>
            <a:r>
              <a:rPr lang="en-US" err="1"/>
              <a:t>eget</a:t>
            </a:r>
            <a:r>
              <a:rPr lang="en-US"/>
              <a:t>, convallis </a:t>
            </a:r>
            <a:r>
              <a:rPr lang="en-US" err="1"/>
              <a:t>odio</a:t>
            </a:r>
            <a:r>
              <a:rPr lang="en-US"/>
              <a:t>. Nunc vestibulum </a:t>
            </a:r>
            <a:r>
              <a:rPr lang="en-US" err="1"/>
              <a:t>viverra</a:t>
            </a:r>
            <a:r>
              <a:rPr lang="en-US"/>
              <a:t> purus, ac </a:t>
            </a:r>
            <a:r>
              <a:rPr lang="en-US" err="1"/>
              <a:t>iaculis</a:t>
            </a:r>
            <a:r>
              <a:rPr lang="en-US"/>
              <a:t> </a:t>
            </a:r>
            <a:r>
              <a:rPr lang="en-US" err="1"/>
              <a:t>tortor</a:t>
            </a:r>
            <a:r>
              <a:rPr lang="en-US"/>
              <a:t> porttitor sit amet. Integer </a:t>
            </a:r>
            <a:r>
              <a:rPr lang="en-US" err="1"/>
              <a:t>fringilla</a:t>
            </a:r>
            <a:r>
              <a:rPr lang="en-US"/>
              <a:t> </a:t>
            </a:r>
            <a:r>
              <a:rPr lang="en-US" err="1"/>
              <a:t>hendrerit</a:t>
            </a:r>
            <a:r>
              <a:rPr lang="en-US"/>
              <a:t> tempus. Pellentesque id ex quis </a:t>
            </a:r>
            <a:r>
              <a:rPr lang="en-US" err="1"/>
              <a:t>neque</a:t>
            </a:r>
            <a:r>
              <a:rPr lang="en-US"/>
              <a:t> </a:t>
            </a:r>
            <a:r>
              <a:rPr lang="en-US" err="1"/>
              <a:t>condimentum</a:t>
            </a:r>
            <a:r>
              <a:rPr lang="en-US"/>
              <a:t> </a:t>
            </a:r>
            <a:r>
              <a:rPr lang="en-US" err="1"/>
              <a:t>consectetur</a:t>
            </a:r>
            <a:r>
              <a:rPr lang="en-US"/>
              <a:t>. Integer vitae nisi </a:t>
            </a:r>
            <a:r>
              <a:rPr lang="en-US" err="1"/>
              <a:t>tortor</a:t>
            </a:r>
            <a:r>
              <a:rPr lang="en-US"/>
              <a:t>. Vestibulum dictum nunc </a:t>
            </a:r>
            <a:r>
              <a:rPr lang="en-US" err="1"/>
              <a:t>ut</a:t>
            </a:r>
            <a:r>
              <a:rPr lang="en-US"/>
              <a:t> maximus convallis. </a:t>
            </a:r>
            <a:r>
              <a:rPr lang="en-US" err="1"/>
              <a:t>Etiam</a:t>
            </a:r>
            <a:r>
              <a:rPr lang="en-US"/>
              <a:t> ex </a:t>
            </a:r>
            <a:r>
              <a:rPr lang="en-US" err="1"/>
              <a:t>arcu</a:t>
            </a:r>
            <a:r>
              <a:rPr lang="en-US"/>
              <a:t>, </a:t>
            </a:r>
            <a:r>
              <a:rPr lang="en-US" err="1"/>
              <a:t>luctus</a:t>
            </a:r>
            <a:r>
              <a:rPr lang="en-US"/>
              <a:t> quis </a:t>
            </a:r>
            <a:r>
              <a:rPr lang="en-US" err="1"/>
              <a:t>tempor</a:t>
            </a:r>
            <a:r>
              <a:rPr lang="en-US"/>
              <a:t> </a:t>
            </a:r>
            <a:r>
              <a:rPr lang="en-US" err="1"/>
              <a:t>eget</a:t>
            </a:r>
            <a:r>
              <a:rPr lang="en-US"/>
              <a:t>, </a:t>
            </a:r>
            <a:r>
              <a:rPr lang="en-US" err="1"/>
              <a:t>molestie</a:t>
            </a:r>
            <a:r>
              <a:rPr lang="en-US"/>
              <a:t> non </a:t>
            </a:r>
            <a:r>
              <a:rPr lang="en-US" err="1"/>
              <a:t>quam</a:t>
            </a:r>
            <a:r>
              <a:rPr lang="en-US"/>
              <a:t>. Aenean </a:t>
            </a:r>
            <a:r>
              <a:rPr lang="en-US" err="1"/>
              <a:t>ut</a:t>
            </a:r>
            <a:r>
              <a:rPr lang="en-US"/>
              <a:t> </a:t>
            </a:r>
            <a:r>
              <a:rPr lang="en-US" err="1"/>
              <a:t>efficitur</a:t>
            </a:r>
            <a:r>
              <a:rPr lang="en-US"/>
              <a:t> orci, non </a:t>
            </a:r>
            <a:r>
              <a:rPr lang="en-US" err="1"/>
              <a:t>pellentesque</a:t>
            </a:r>
            <a:r>
              <a:rPr lang="en-US"/>
              <a:t> massa. Nunc porttitor libero </a:t>
            </a:r>
            <a:r>
              <a:rPr lang="en-US" err="1"/>
              <a:t>eget</a:t>
            </a:r>
            <a:r>
              <a:rPr lang="en-US"/>
              <a:t> </a:t>
            </a:r>
            <a:r>
              <a:rPr lang="en-US" err="1"/>
              <a:t>blandit</a:t>
            </a:r>
            <a:r>
              <a:rPr lang="en-US"/>
              <a:t> </a:t>
            </a:r>
            <a:r>
              <a:rPr lang="en-US" err="1"/>
              <a:t>dignissim</a:t>
            </a:r>
            <a:r>
              <a:rPr lang="en-US"/>
              <a:t>. Integer </a:t>
            </a:r>
            <a:r>
              <a:rPr lang="en-US" err="1"/>
              <a:t>laoreet</a:t>
            </a:r>
            <a:r>
              <a:rPr lang="en-US"/>
              <a:t> ipsum nec </a:t>
            </a:r>
            <a:r>
              <a:rPr lang="en-US" err="1"/>
              <a:t>tellus</a:t>
            </a:r>
            <a:r>
              <a:rPr lang="en-US"/>
              <a:t> convallis </a:t>
            </a:r>
            <a:r>
              <a:rPr lang="en-US" err="1"/>
              <a:t>vehicula</a:t>
            </a:r>
            <a:r>
              <a:rPr lang="en-US"/>
              <a:t>.</a:t>
            </a:r>
          </a:p>
        </p:txBody>
      </p:sp>
      <p:sp>
        <p:nvSpPr>
          <p:cNvPr id="6" name="Picture Placeholder 5">
            <a:extLst>
              <a:ext uri="{FF2B5EF4-FFF2-40B4-BE49-F238E27FC236}">
                <a16:creationId xmlns:a16="http://schemas.microsoft.com/office/drawing/2014/main" id="{74CC2D36-358C-12FD-9CEF-8D593C49658A}"/>
              </a:ext>
            </a:extLst>
          </p:cNvPr>
          <p:cNvSpPr>
            <a:spLocks noGrp="1"/>
          </p:cNvSpPr>
          <p:nvPr>
            <p:ph type="pic" sz="quarter" idx="23"/>
          </p:nvPr>
        </p:nvSpPr>
        <p:spPr>
          <a:xfrm>
            <a:off x="699335" y="997724"/>
            <a:ext cx="3966288" cy="4862551"/>
          </a:xfrm>
        </p:spPr>
        <p:txBody>
          <a:bodyPr/>
          <a:lstStyle/>
          <a:p>
            <a:endParaRPr lang="en-US"/>
          </a:p>
        </p:txBody>
      </p:sp>
      <p:sp>
        <p:nvSpPr>
          <p:cNvPr id="12" name="Text Placeholder 8">
            <a:extLst>
              <a:ext uri="{FF2B5EF4-FFF2-40B4-BE49-F238E27FC236}">
                <a16:creationId xmlns:a16="http://schemas.microsoft.com/office/drawing/2014/main" id="{938FC819-ED49-93EF-85BE-2708A4DD33E3}"/>
              </a:ext>
            </a:extLst>
          </p:cNvPr>
          <p:cNvSpPr>
            <a:spLocks noGrp="1"/>
          </p:cNvSpPr>
          <p:nvPr>
            <p:ph type="body" sz="quarter" idx="24" hasCustomPrompt="1"/>
          </p:nvPr>
        </p:nvSpPr>
        <p:spPr>
          <a:xfrm>
            <a:off x="348300" y="242888"/>
            <a:ext cx="4206240" cy="182284"/>
          </a:xfrm>
        </p:spPr>
        <p:txBody>
          <a:bodyPr tIns="0" bIns="0"/>
          <a:lstStyle>
            <a:lvl1pPr>
              <a:lnSpc>
                <a:spcPct val="100000"/>
              </a:lnSpc>
              <a:defRPr sz="700" spc="50" baseline="0">
                <a:solidFill>
                  <a:schemeClr val="tx2"/>
                </a:solidFill>
                <a:latin typeface="+mn-lt"/>
              </a:defRPr>
            </a:lvl1pPr>
          </a:lstStyle>
          <a:p>
            <a:pPr lvl="0"/>
            <a:r>
              <a:rPr lang="en-US"/>
              <a:t>SECTION TITLE HERE</a:t>
            </a:r>
          </a:p>
        </p:txBody>
      </p:sp>
      <p:sp>
        <p:nvSpPr>
          <p:cNvPr id="4" name="Text Placeholder 4">
            <a:extLst>
              <a:ext uri="{FF2B5EF4-FFF2-40B4-BE49-F238E27FC236}">
                <a16:creationId xmlns:a16="http://schemas.microsoft.com/office/drawing/2014/main" id="{F7BF5196-3094-2180-2A21-FFEE7162CB40}"/>
              </a:ext>
            </a:extLst>
          </p:cNvPr>
          <p:cNvSpPr>
            <a:spLocks noGrp="1"/>
          </p:cNvSpPr>
          <p:nvPr>
            <p:ph type="body" sz="quarter" idx="25" hasCustomPrompt="1"/>
          </p:nvPr>
        </p:nvSpPr>
        <p:spPr>
          <a:xfrm>
            <a:off x="5420170" y="4946904"/>
            <a:ext cx="1572768" cy="1444752"/>
          </a:xfrm>
        </p:spPr>
        <p:txBody>
          <a:bodyPr anchor="b"/>
          <a:lstStyle>
            <a:lvl1pPr>
              <a:lnSpc>
                <a:spcPct val="130000"/>
              </a:lnSpc>
              <a:spcAft>
                <a:spcPts val="600"/>
              </a:spcAft>
              <a:defRPr sz="700"/>
            </a:lvl1pPr>
          </a:lstStyle>
          <a:p>
            <a:pPr lvl="0"/>
            <a:r>
              <a:rPr lang="en-US"/>
              <a:t>DETAIL OR NOTES HERE</a:t>
            </a:r>
            <a:br>
              <a:rPr lang="en-US"/>
            </a:br>
            <a:r>
              <a:rPr lang="en-US"/>
              <a:t>LOREM IPSUM DOLOR SIT AMET</a:t>
            </a:r>
          </a:p>
        </p:txBody>
      </p:sp>
    </p:spTree>
    <p:extLst>
      <p:ext uri="{BB962C8B-B14F-4D97-AF65-F5344CB8AC3E}">
        <p14:creationId xmlns:p14="http://schemas.microsoft.com/office/powerpoint/2010/main" val="68777561"/>
      </p:ext>
    </p:extLst>
  </p:cSld>
  <p:clrMapOvr>
    <a:masterClrMapping/>
  </p:clrMapOvr>
  <p:extLst>
    <p:ext uri="{DCECCB84-F9BA-43D5-87BE-67443E8EF086}">
      <p15:sldGuideLst xmlns:p15="http://schemas.microsoft.com/office/powerpoint/2012/main">
        <p15:guide id="1" orient="horz" pos="391">
          <p15:clr>
            <a:srgbClr val="FBAE40"/>
          </p15:clr>
        </p15:guide>
        <p15:guide id="2" orient="horz" pos="4020">
          <p15:clr>
            <a:srgbClr val="FBAE40"/>
          </p15:clr>
        </p15:guide>
        <p15:guide id="3" orient="horz" pos="216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 - Left Title / Right Bulletpoints">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CDDC2F1F-FD40-42E3-123C-BCA95A066345}"/>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US" smtClean="0"/>
              <a:pPr algn="r"/>
              <a:t>‹#›</a:t>
            </a:fld>
            <a:endParaRPr lang="en-US"/>
          </a:p>
        </p:txBody>
      </p:sp>
      <p:cxnSp>
        <p:nvCxnSpPr>
          <p:cNvPr id="10" name="Straight Connector 9">
            <a:extLst>
              <a:ext uri="{FF2B5EF4-FFF2-40B4-BE49-F238E27FC236}">
                <a16:creationId xmlns:a16="http://schemas.microsoft.com/office/drawing/2014/main" id="{1F12D094-7AEE-C14A-E381-E4EC56E95484}"/>
              </a:ext>
            </a:extLst>
          </p:cNvPr>
          <p:cNvCxnSpPr>
            <a:cxnSpLocks/>
          </p:cNvCxnSpPr>
          <p:nvPr userDrawn="1"/>
        </p:nvCxnSpPr>
        <p:spPr>
          <a:xfrm>
            <a:off x="335360" y="6629400"/>
            <a:ext cx="11220030"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2DBA8181-DC70-E296-CC4C-B7DE82BCF43C}"/>
              </a:ext>
            </a:extLst>
          </p:cNvPr>
          <p:cNvSpPr>
            <a:spLocks noGrp="1"/>
          </p:cNvSpPr>
          <p:nvPr>
            <p:ph type="title" hasCustomPrompt="1"/>
          </p:nvPr>
        </p:nvSpPr>
        <p:spPr>
          <a:xfrm>
            <a:off x="347471" y="548680"/>
            <a:ext cx="4315968" cy="1042415"/>
          </a:xfrm>
        </p:spPr>
        <p:txBody>
          <a:bodyPr>
            <a:noAutofit/>
          </a:bodyPr>
          <a:lstStyle>
            <a:lvl1pPr>
              <a:lnSpc>
                <a:spcPct val="80000"/>
              </a:lnSpc>
              <a:defRPr>
                <a:solidFill>
                  <a:srgbClr val="3D441E"/>
                </a:solidFill>
              </a:defRPr>
            </a:lvl1pPr>
          </a:lstStyle>
          <a:p>
            <a:r>
              <a:rPr lang="en-US"/>
              <a:t>Insert Title Here</a:t>
            </a:r>
          </a:p>
        </p:txBody>
      </p:sp>
      <p:pic>
        <p:nvPicPr>
          <p:cNvPr id="4" name="Picture 3" descr="A black tree with leaves&#10;&#10;Description automatically generated">
            <a:extLst>
              <a:ext uri="{FF2B5EF4-FFF2-40B4-BE49-F238E27FC236}">
                <a16:creationId xmlns:a16="http://schemas.microsoft.com/office/drawing/2014/main" id="{3E3C06BD-BB7E-F9C2-BB58-31F93AE9506A}"/>
              </a:ext>
            </a:extLst>
          </p:cNvPr>
          <p:cNvPicPr>
            <a:picLocks noChangeAspect="1"/>
          </p:cNvPicPr>
          <p:nvPr userDrawn="1"/>
        </p:nvPicPr>
        <p:blipFill>
          <a:blip r:embed="rId2"/>
          <a:stretch>
            <a:fillRect/>
          </a:stretch>
        </p:blipFill>
        <p:spPr>
          <a:xfrm>
            <a:off x="11440401" y="188640"/>
            <a:ext cx="488247" cy="495124"/>
          </a:xfrm>
          <a:prstGeom prst="rect">
            <a:avLst/>
          </a:prstGeom>
        </p:spPr>
      </p:pic>
      <p:cxnSp>
        <p:nvCxnSpPr>
          <p:cNvPr id="12" name="Straight Connector 11">
            <a:extLst>
              <a:ext uri="{FF2B5EF4-FFF2-40B4-BE49-F238E27FC236}">
                <a16:creationId xmlns:a16="http://schemas.microsoft.com/office/drawing/2014/main" id="{DDF7272B-6336-9073-916F-074D1B315014}"/>
              </a:ext>
            </a:extLst>
          </p:cNvPr>
          <p:cNvCxnSpPr>
            <a:cxnSpLocks/>
          </p:cNvCxnSpPr>
          <p:nvPr userDrawn="1"/>
        </p:nvCxnSpPr>
        <p:spPr>
          <a:xfrm>
            <a:off x="335360" y="444624"/>
            <a:ext cx="11105041"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6" name="Text Placeholder 8">
            <a:extLst>
              <a:ext uri="{FF2B5EF4-FFF2-40B4-BE49-F238E27FC236}">
                <a16:creationId xmlns:a16="http://schemas.microsoft.com/office/drawing/2014/main" id="{7510595A-EECB-4C5F-44D6-30C20734ADE4}"/>
              </a:ext>
            </a:extLst>
          </p:cNvPr>
          <p:cNvSpPr>
            <a:spLocks noGrp="1"/>
          </p:cNvSpPr>
          <p:nvPr>
            <p:ph type="body" sz="quarter" idx="24" hasCustomPrompt="1"/>
          </p:nvPr>
        </p:nvSpPr>
        <p:spPr>
          <a:xfrm>
            <a:off x="348300" y="242888"/>
            <a:ext cx="4206240" cy="182284"/>
          </a:xfrm>
        </p:spPr>
        <p:txBody>
          <a:bodyPr tIns="0" bIns="0"/>
          <a:lstStyle>
            <a:lvl1pPr>
              <a:lnSpc>
                <a:spcPct val="100000"/>
              </a:lnSpc>
              <a:spcAft>
                <a:spcPts val="1000"/>
              </a:spcAft>
              <a:defRPr sz="700" spc="50" baseline="0">
                <a:solidFill>
                  <a:schemeClr val="tx2"/>
                </a:solidFill>
                <a:latin typeface="+mn-lt"/>
              </a:defRPr>
            </a:lvl1pPr>
          </a:lstStyle>
          <a:p>
            <a:pPr lvl="0"/>
            <a:r>
              <a:rPr lang="en-US"/>
              <a:t>SECTION TITLE HERE</a:t>
            </a:r>
          </a:p>
        </p:txBody>
      </p:sp>
      <p:sp>
        <p:nvSpPr>
          <p:cNvPr id="5" name="Text Placeholder 4">
            <a:extLst>
              <a:ext uri="{FF2B5EF4-FFF2-40B4-BE49-F238E27FC236}">
                <a16:creationId xmlns:a16="http://schemas.microsoft.com/office/drawing/2014/main" id="{8F29D222-EDDA-5E9B-231A-E62892548215}"/>
              </a:ext>
            </a:extLst>
          </p:cNvPr>
          <p:cNvSpPr>
            <a:spLocks noGrp="1"/>
          </p:cNvSpPr>
          <p:nvPr>
            <p:ph type="body" sz="quarter" idx="25" hasCustomPrompt="1"/>
          </p:nvPr>
        </p:nvSpPr>
        <p:spPr>
          <a:xfrm>
            <a:off x="6181344" y="640080"/>
            <a:ext cx="4828032" cy="5742432"/>
          </a:xfrm>
        </p:spPr>
        <p:txBody>
          <a:bodyPr/>
          <a:lstStyle>
            <a:lvl1pPr marL="182880" indent="-182880">
              <a:lnSpc>
                <a:spcPct val="110000"/>
              </a:lnSpc>
              <a:buFont typeface="Arial" panose="020B0604020202020204" pitchFamily="34" charset="0"/>
              <a:buChar char="•"/>
              <a:defRPr/>
            </a:lvl1pPr>
          </a:lstStyle>
          <a:p>
            <a:pPr lvl="0"/>
            <a:r>
              <a:rPr lang="en-US"/>
              <a:t>Insert text here</a:t>
            </a:r>
          </a:p>
        </p:txBody>
      </p:sp>
    </p:spTree>
    <p:extLst>
      <p:ext uri="{BB962C8B-B14F-4D97-AF65-F5344CB8AC3E}">
        <p14:creationId xmlns:p14="http://schemas.microsoft.com/office/powerpoint/2010/main" val="2295655011"/>
      </p:ext>
    </p:extLst>
  </p:cSld>
  <p:clrMapOvr>
    <a:masterClrMapping/>
  </p:clrMapOvr>
  <p:extLst>
    <p:ext uri="{DCECCB84-F9BA-43D5-87BE-67443E8EF086}">
      <p15:sldGuideLst xmlns:p15="http://schemas.microsoft.com/office/powerpoint/2012/main">
        <p15:guide id="1" orient="horz" pos="391">
          <p15:clr>
            <a:srgbClr val="FBAE40"/>
          </p15:clr>
        </p15:guide>
        <p15:guide id="2" orient="horz" pos="4020">
          <p15:clr>
            <a:srgbClr val="FBAE40"/>
          </p15:clr>
        </p15:guide>
        <p15:guide id="3" orient="horz" pos="216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 - List (Numbered + Image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4521405-0DF2-1F92-B327-81233BEE3CF9}"/>
              </a:ext>
            </a:extLst>
          </p:cNvPr>
          <p:cNvSpPr>
            <a:spLocks noGrp="1"/>
          </p:cNvSpPr>
          <p:nvPr>
            <p:ph type="body" sz="quarter" idx="22" hasCustomPrompt="1"/>
          </p:nvPr>
        </p:nvSpPr>
        <p:spPr>
          <a:xfrm>
            <a:off x="342931" y="2276872"/>
            <a:ext cx="2784443" cy="672228"/>
          </a:xfrm>
        </p:spPr>
        <p:txBody>
          <a:bodyPr/>
          <a:lstStyle>
            <a:lvl2pPr>
              <a:lnSpc>
                <a:spcPct val="110000"/>
              </a:lnSpc>
              <a:spcAft>
                <a:spcPts val="600"/>
              </a:spcAft>
              <a:buNone/>
              <a:defRPr sz="1600"/>
            </a:lvl2pPr>
          </a:lstStyle>
          <a:p>
            <a:pPr lvl="1"/>
            <a:r>
              <a:rPr lang="en-US"/>
              <a:t>Subtitle here</a:t>
            </a:r>
          </a:p>
        </p:txBody>
      </p:sp>
      <p:sp>
        <p:nvSpPr>
          <p:cNvPr id="4" name="Text Placeholder 2">
            <a:extLst>
              <a:ext uri="{FF2B5EF4-FFF2-40B4-BE49-F238E27FC236}">
                <a16:creationId xmlns:a16="http://schemas.microsoft.com/office/drawing/2014/main" id="{753D4E52-1083-87CD-E850-849380942217}"/>
              </a:ext>
            </a:extLst>
          </p:cNvPr>
          <p:cNvSpPr>
            <a:spLocks noGrp="1"/>
          </p:cNvSpPr>
          <p:nvPr>
            <p:ph type="body" sz="quarter" idx="23" hasCustomPrompt="1"/>
          </p:nvPr>
        </p:nvSpPr>
        <p:spPr>
          <a:xfrm>
            <a:off x="3273524" y="2276872"/>
            <a:ext cx="2743305" cy="672228"/>
          </a:xfrm>
        </p:spPr>
        <p:txBody>
          <a:bodyPr/>
          <a:lstStyle>
            <a:lvl2pPr>
              <a:lnSpc>
                <a:spcPct val="110000"/>
              </a:lnSpc>
              <a:spcAft>
                <a:spcPts val="600"/>
              </a:spcAft>
              <a:buNone/>
              <a:defRPr sz="1600"/>
            </a:lvl2pPr>
          </a:lstStyle>
          <a:p>
            <a:pPr lvl="1"/>
            <a:r>
              <a:rPr lang="en-US"/>
              <a:t>Subtitle here</a:t>
            </a:r>
          </a:p>
        </p:txBody>
      </p:sp>
      <p:sp>
        <p:nvSpPr>
          <p:cNvPr id="5" name="Text Placeholder 2">
            <a:extLst>
              <a:ext uri="{FF2B5EF4-FFF2-40B4-BE49-F238E27FC236}">
                <a16:creationId xmlns:a16="http://schemas.microsoft.com/office/drawing/2014/main" id="{733D7005-729A-D0D2-0E26-C76034DFE46D}"/>
              </a:ext>
            </a:extLst>
          </p:cNvPr>
          <p:cNvSpPr>
            <a:spLocks noGrp="1"/>
          </p:cNvSpPr>
          <p:nvPr>
            <p:ph type="body" sz="quarter" idx="24" hasCustomPrompt="1"/>
          </p:nvPr>
        </p:nvSpPr>
        <p:spPr>
          <a:xfrm>
            <a:off x="6170728" y="2276872"/>
            <a:ext cx="2755785" cy="672228"/>
          </a:xfrm>
        </p:spPr>
        <p:txBody>
          <a:bodyPr/>
          <a:lstStyle>
            <a:lvl2pPr>
              <a:lnSpc>
                <a:spcPct val="110000"/>
              </a:lnSpc>
              <a:spcAft>
                <a:spcPts val="600"/>
              </a:spcAft>
              <a:buNone/>
              <a:defRPr sz="1600"/>
            </a:lvl2pPr>
          </a:lstStyle>
          <a:p>
            <a:pPr lvl="1"/>
            <a:r>
              <a:rPr lang="en-US"/>
              <a:t>Subtitle here</a:t>
            </a:r>
          </a:p>
        </p:txBody>
      </p:sp>
      <p:sp>
        <p:nvSpPr>
          <p:cNvPr id="6" name="Text Placeholder 2">
            <a:extLst>
              <a:ext uri="{FF2B5EF4-FFF2-40B4-BE49-F238E27FC236}">
                <a16:creationId xmlns:a16="http://schemas.microsoft.com/office/drawing/2014/main" id="{0637182F-3F58-C196-434D-899A3F1264A9}"/>
              </a:ext>
            </a:extLst>
          </p:cNvPr>
          <p:cNvSpPr>
            <a:spLocks noGrp="1"/>
          </p:cNvSpPr>
          <p:nvPr>
            <p:ph type="body" sz="quarter" idx="25" hasCustomPrompt="1"/>
          </p:nvPr>
        </p:nvSpPr>
        <p:spPr>
          <a:xfrm>
            <a:off x="9072664" y="2276872"/>
            <a:ext cx="2749449" cy="672228"/>
          </a:xfrm>
        </p:spPr>
        <p:txBody>
          <a:bodyPr/>
          <a:lstStyle>
            <a:lvl2pPr>
              <a:lnSpc>
                <a:spcPct val="110000"/>
              </a:lnSpc>
              <a:spcAft>
                <a:spcPts val="600"/>
              </a:spcAft>
              <a:buNone/>
              <a:defRPr sz="1600"/>
            </a:lvl2pPr>
          </a:lstStyle>
          <a:p>
            <a:pPr lvl="1"/>
            <a:r>
              <a:rPr lang="en-US"/>
              <a:t>Subtitle here</a:t>
            </a:r>
          </a:p>
        </p:txBody>
      </p:sp>
      <p:pic>
        <p:nvPicPr>
          <p:cNvPr id="10" name="Picture 9" descr="A black tree with leaves&#10;&#10;Description automatically generated">
            <a:extLst>
              <a:ext uri="{FF2B5EF4-FFF2-40B4-BE49-F238E27FC236}">
                <a16:creationId xmlns:a16="http://schemas.microsoft.com/office/drawing/2014/main" id="{60F25ED7-0E63-EDD7-9BFF-4BDD9F925F65}"/>
              </a:ext>
            </a:extLst>
          </p:cNvPr>
          <p:cNvPicPr>
            <a:picLocks noChangeAspect="1"/>
          </p:cNvPicPr>
          <p:nvPr userDrawn="1"/>
        </p:nvPicPr>
        <p:blipFill>
          <a:blip r:embed="rId2"/>
          <a:stretch>
            <a:fillRect/>
          </a:stretch>
        </p:blipFill>
        <p:spPr>
          <a:xfrm>
            <a:off x="11440401" y="188640"/>
            <a:ext cx="488247" cy="495124"/>
          </a:xfrm>
          <a:prstGeom prst="rect">
            <a:avLst/>
          </a:prstGeom>
        </p:spPr>
      </p:pic>
      <p:sp>
        <p:nvSpPr>
          <p:cNvPr id="13" name="Slide Number Placeholder 5">
            <a:extLst>
              <a:ext uri="{FF2B5EF4-FFF2-40B4-BE49-F238E27FC236}">
                <a16:creationId xmlns:a16="http://schemas.microsoft.com/office/drawing/2014/main" id="{D1A52F79-CFC7-EE84-8EB2-F2E0E00EAB52}"/>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US" smtClean="0"/>
              <a:pPr algn="r"/>
              <a:t>‹#›</a:t>
            </a:fld>
            <a:endParaRPr lang="en-US"/>
          </a:p>
        </p:txBody>
      </p:sp>
      <p:cxnSp>
        <p:nvCxnSpPr>
          <p:cNvPr id="14" name="Straight Connector 13">
            <a:extLst>
              <a:ext uri="{FF2B5EF4-FFF2-40B4-BE49-F238E27FC236}">
                <a16:creationId xmlns:a16="http://schemas.microsoft.com/office/drawing/2014/main" id="{0ADA91D6-9C61-DCEF-5ACF-C9FB18302C6D}"/>
              </a:ext>
            </a:extLst>
          </p:cNvPr>
          <p:cNvCxnSpPr>
            <a:cxnSpLocks/>
          </p:cNvCxnSpPr>
          <p:nvPr userDrawn="1"/>
        </p:nvCxnSpPr>
        <p:spPr>
          <a:xfrm>
            <a:off x="335360" y="6629400"/>
            <a:ext cx="11220030"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C9FE1172-C642-E1B4-A50F-34F4F7435A14}"/>
              </a:ext>
            </a:extLst>
          </p:cNvPr>
          <p:cNvCxnSpPr>
            <a:cxnSpLocks/>
          </p:cNvCxnSpPr>
          <p:nvPr userDrawn="1"/>
        </p:nvCxnSpPr>
        <p:spPr>
          <a:xfrm>
            <a:off x="335360" y="444624"/>
            <a:ext cx="11105041"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7" name="Picture Placeholder 6">
            <a:extLst>
              <a:ext uri="{FF2B5EF4-FFF2-40B4-BE49-F238E27FC236}">
                <a16:creationId xmlns:a16="http://schemas.microsoft.com/office/drawing/2014/main" id="{7DFADAF6-86D7-DF8D-FC20-1D240B19BE65}"/>
              </a:ext>
            </a:extLst>
          </p:cNvPr>
          <p:cNvSpPr>
            <a:spLocks noGrp="1"/>
          </p:cNvSpPr>
          <p:nvPr>
            <p:ph type="pic" sz="quarter" idx="26"/>
          </p:nvPr>
        </p:nvSpPr>
        <p:spPr>
          <a:xfrm>
            <a:off x="347663" y="3141663"/>
            <a:ext cx="2779712" cy="3240088"/>
          </a:xfrm>
        </p:spPr>
        <p:txBody>
          <a:bodyPr/>
          <a:lstStyle/>
          <a:p>
            <a:endParaRPr lang="en-US"/>
          </a:p>
        </p:txBody>
      </p:sp>
      <p:sp>
        <p:nvSpPr>
          <p:cNvPr id="8" name="Picture Placeholder 6">
            <a:extLst>
              <a:ext uri="{FF2B5EF4-FFF2-40B4-BE49-F238E27FC236}">
                <a16:creationId xmlns:a16="http://schemas.microsoft.com/office/drawing/2014/main" id="{20ACD88F-DC26-10BA-1FDE-BF299560996C}"/>
              </a:ext>
            </a:extLst>
          </p:cNvPr>
          <p:cNvSpPr>
            <a:spLocks noGrp="1"/>
          </p:cNvSpPr>
          <p:nvPr>
            <p:ph type="pic" sz="quarter" idx="27"/>
          </p:nvPr>
        </p:nvSpPr>
        <p:spPr>
          <a:xfrm>
            <a:off x="3263899" y="3141663"/>
            <a:ext cx="2760679" cy="3240088"/>
          </a:xfrm>
        </p:spPr>
        <p:txBody>
          <a:bodyPr/>
          <a:lstStyle/>
          <a:p>
            <a:endParaRPr lang="en-US"/>
          </a:p>
        </p:txBody>
      </p:sp>
      <p:sp>
        <p:nvSpPr>
          <p:cNvPr id="9" name="Picture Placeholder 6">
            <a:extLst>
              <a:ext uri="{FF2B5EF4-FFF2-40B4-BE49-F238E27FC236}">
                <a16:creationId xmlns:a16="http://schemas.microsoft.com/office/drawing/2014/main" id="{A5BB9CEF-121C-DA7B-2E5F-9AE0F0DCC2C8}"/>
              </a:ext>
            </a:extLst>
          </p:cNvPr>
          <p:cNvSpPr>
            <a:spLocks noGrp="1"/>
          </p:cNvSpPr>
          <p:nvPr>
            <p:ph type="pic" sz="quarter" idx="28"/>
          </p:nvPr>
        </p:nvSpPr>
        <p:spPr>
          <a:xfrm>
            <a:off x="6161103" y="3141663"/>
            <a:ext cx="2760679" cy="3240088"/>
          </a:xfrm>
        </p:spPr>
        <p:txBody>
          <a:bodyPr/>
          <a:lstStyle/>
          <a:p>
            <a:endParaRPr lang="en-US"/>
          </a:p>
        </p:txBody>
      </p:sp>
      <p:sp>
        <p:nvSpPr>
          <p:cNvPr id="16" name="Picture Placeholder 6">
            <a:extLst>
              <a:ext uri="{FF2B5EF4-FFF2-40B4-BE49-F238E27FC236}">
                <a16:creationId xmlns:a16="http://schemas.microsoft.com/office/drawing/2014/main" id="{8837DAB9-89F6-117D-DC9E-5B8BE8AD9F80}"/>
              </a:ext>
            </a:extLst>
          </p:cNvPr>
          <p:cNvSpPr>
            <a:spLocks noGrp="1"/>
          </p:cNvSpPr>
          <p:nvPr>
            <p:ph type="pic" sz="quarter" idx="29"/>
          </p:nvPr>
        </p:nvSpPr>
        <p:spPr>
          <a:xfrm>
            <a:off x="9067933" y="3141663"/>
            <a:ext cx="2760679" cy="3240088"/>
          </a:xfrm>
        </p:spPr>
        <p:txBody>
          <a:bodyPr/>
          <a:lstStyle/>
          <a:p>
            <a:endParaRPr lang="en-US"/>
          </a:p>
        </p:txBody>
      </p:sp>
      <p:sp>
        <p:nvSpPr>
          <p:cNvPr id="12" name="Text Placeholder 24">
            <a:extLst>
              <a:ext uri="{FF2B5EF4-FFF2-40B4-BE49-F238E27FC236}">
                <a16:creationId xmlns:a16="http://schemas.microsoft.com/office/drawing/2014/main" id="{E9FAA64B-CA09-30E5-39C3-6D63F893F74E}"/>
              </a:ext>
            </a:extLst>
          </p:cNvPr>
          <p:cNvSpPr>
            <a:spLocks noGrp="1"/>
          </p:cNvSpPr>
          <p:nvPr>
            <p:ph type="body" sz="quarter" idx="30" hasCustomPrompt="1"/>
          </p:nvPr>
        </p:nvSpPr>
        <p:spPr>
          <a:xfrm>
            <a:off x="342900" y="1803642"/>
            <a:ext cx="989013" cy="387350"/>
          </a:xfrm>
        </p:spPr>
        <p:txBody>
          <a:bodyPr anchor="ctr"/>
          <a:lstStyle>
            <a:lvl1pPr>
              <a:lnSpc>
                <a:spcPct val="110000"/>
              </a:lnSpc>
              <a:defRPr sz="2800">
                <a:solidFill>
                  <a:srgbClr val="3D441E"/>
                </a:solidFill>
                <a:latin typeface="+mj-lt"/>
              </a:defRPr>
            </a:lvl1pPr>
          </a:lstStyle>
          <a:p>
            <a:pPr lvl="0"/>
            <a:r>
              <a:rPr lang="en-US"/>
              <a:t>1</a:t>
            </a:r>
          </a:p>
        </p:txBody>
      </p:sp>
      <p:sp>
        <p:nvSpPr>
          <p:cNvPr id="18" name="Text Placeholder 24">
            <a:extLst>
              <a:ext uri="{FF2B5EF4-FFF2-40B4-BE49-F238E27FC236}">
                <a16:creationId xmlns:a16="http://schemas.microsoft.com/office/drawing/2014/main" id="{FD731B19-6480-96C6-548E-C067E143C989}"/>
              </a:ext>
            </a:extLst>
          </p:cNvPr>
          <p:cNvSpPr>
            <a:spLocks noGrp="1"/>
          </p:cNvSpPr>
          <p:nvPr>
            <p:ph type="body" sz="quarter" idx="31" hasCustomPrompt="1"/>
          </p:nvPr>
        </p:nvSpPr>
        <p:spPr>
          <a:xfrm>
            <a:off x="3271158" y="1803642"/>
            <a:ext cx="989013" cy="387350"/>
          </a:xfrm>
        </p:spPr>
        <p:txBody>
          <a:bodyPr anchor="ctr"/>
          <a:lstStyle>
            <a:lvl1pPr>
              <a:lnSpc>
                <a:spcPct val="110000"/>
              </a:lnSpc>
              <a:defRPr sz="2800">
                <a:solidFill>
                  <a:srgbClr val="3D441E"/>
                </a:solidFill>
                <a:latin typeface="+mj-lt"/>
              </a:defRPr>
            </a:lvl1pPr>
          </a:lstStyle>
          <a:p>
            <a:pPr lvl="0"/>
            <a:r>
              <a:rPr lang="en-US"/>
              <a:t>2</a:t>
            </a:r>
          </a:p>
        </p:txBody>
      </p:sp>
      <p:sp>
        <p:nvSpPr>
          <p:cNvPr id="20" name="Text Placeholder 24">
            <a:extLst>
              <a:ext uri="{FF2B5EF4-FFF2-40B4-BE49-F238E27FC236}">
                <a16:creationId xmlns:a16="http://schemas.microsoft.com/office/drawing/2014/main" id="{06AF1475-C96F-9E66-6511-96504E14DAA3}"/>
              </a:ext>
            </a:extLst>
          </p:cNvPr>
          <p:cNvSpPr>
            <a:spLocks noGrp="1"/>
          </p:cNvSpPr>
          <p:nvPr>
            <p:ph type="body" sz="quarter" idx="32" hasCustomPrompt="1"/>
          </p:nvPr>
        </p:nvSpPr>
        <p:spPr>
          <a:xfrm>
            <a:off x="6166758" y="1803642"/>
            <a:ext cx="989013" cy="387350"/>
          </a:xfrm>
        </p:spPr>
        <p:txBody>
          <a:bodyPr anchor="ctr"/>
          <a:lstStyle>
            <a:lvl1pPr>
              <a:lnSpc>
                <a:spcPct val="110000"/>
              </a:lnSpc>
              <a:defRPr sz="2800">
                <a:solidFill>
                  <a:srgbClr val="3D441E"/>
                </a:solidFill>
                <a:latin typeface="+mj-lt"/>
              </a:defRPr>
            </a:lvl1pPr>
          </a:lstStyle>
          <a:p>
            <a:pPr lvl="0"/>
            <a:r>
              <a:rPr lang="en-US"/>
              <a:t>3</a:t>
            </a:r>
          </a:p>
        </p:txBody>
      </p:sp>
      <p:sp>
        <p:nvSpPr>
          <p:cNvPr id="21" name="Text Placeholder 24">
            <a:extLst>
              <a:ext uri="{FF2B5EF4-FFF2-40B4-BE49-F238E27FC236}">
                <a16:creationId xmlns:a16="http://schemas.microsoft.com/office/drawing/2014/main" id="{8C028EC2-B8B4-4BF9-5D34-14C974E5BDA6}"/>
              </a:ext>
            </a:extLst>
          </p:cNvPr>
          <p:cNvSpPr>
            <a:spLocks noGrp="1"/>
          </p:cNvSpPr>
          <p:nvPr>
            <p:ph type="body" sz="quarter" idx="33" hasCustomPrompt="1"/>
          </p:nvPr>
        </p:nvSpPr>
        <p:spPr>
          <a:xfrm>
            <a:off x="9073244" y="1803642"/>
            <a:ext cx="989013" cy="387350"/>
          </a:xfrm>
        </p:spPr>
        <p:txBody>
          <a:bodyPr anchor="ctr"/>
          <a:lstStyle>
            <a:lvl1pPr>
              <a:lnSpc>
                <a:spcPct val="110000"/>
              </a:lnSpc>
              <a:defRPr sz="2800">
                <a:solidFill>
                  <a:srgbClr val="3D441E"/>
                </a:solidFill>
                <a:latin typeface="+mj-lt"/>
              </a:defRPr>
            </a:lvl1pPr>
          </a:lstStyle>
          <a:p>
            <a:pPr lvl="0"/>
            <a:r>
              <a:rPr lang="en-US"/>
              <a:t>4</a:t>
            </a:r>
          </a:p>
        </p:txBody>
      </p:sp>
      <p:sp>
        <p:nvSpPr>
          <p:cNvPr id="19" name="Text Placeholder 8">
            <a:extLst>
              <a:ext uri="{FF2B5EF4-FFF2-40B4-BE49-F238E27FC236}">
                <a16:creationId xmlns:a16="http://schemas.microsoft.com/office/drawing/2014/main" id="{545E04EA-4168-E73D-84CB-0D988F5546A9}"/>
              </a:ext>
            </a:extLst>
          </p:cNvPr>
          <p:cNvSpPr>
            <a:spLocks noGrp="1"/>
          </p:cNvSpPr>
          <p:nvPr>
            <p:ph type="body" sz="quarter" idx="34" hasCustomPrompt="1"/>
          </p:nvPr>
        </p:nvSpPr>
        <p:spPr>
          <a:xfrm>
            <a:off x="348300" y="242888"/>
            <a:ext cx="4206240" cy="182284"/>
          </a:xfrm>
        </p:spPr>
        <p:txBody>
          <a:bodyPr tIns="0" bIns="0"/>
          <a:lstStyle>
            <a:lvl1pPr>
              <a:lnSpc>
                <a:spcPct val="100000"/>
              </a:lnSpc>
              <a:defRPr sz="700" spc="50" baseline="0">
                <a:solidFill>
                  <a:schemeClr val="tx2"/>
                </a:solidFill>
                <a:latin typeface="+mn-lt"/>
              </a:defRPr>
            </a:lvl1pPr>
          </a:lstStyle>
          <a:p>
            <a:pPr lvl="0"/>
            <a:r>
              <a:rPr lang="en-US"/>
              <a:t>SECTION TITLE HERE</a:t>
            </a:r>
          </a:p>
        </p:txBody>
      </p:sp>
      <p:sp>
        <p:nvSpPr>
          <p:cNvPr id="23" name="Title 1">
            <a:extLst>
              <a:ext uri="{FF2B5EF4-FFF2-40B4-BE49-F238E27FC236}">
                <a16:creationId xmlns:a16="http://schemas.microsoft.com/office/drawing/2014/main" id="{033CA79F-2FA3-756D-8AE9-C86FCDE03AA5}"/>
              </a:ext>
            </a:extLst>
          </p:cNvPr>
          <p:cNvSpPr>
            <a:spLocks noGrp="1"/>
          </p:cNvSpPr>
          <p:nvPr>
            <p:ph type="title" hasCustomPrompt="1"/>
          </p:nvPr>
        </p:nvSpPr>
        <p:spPr>
          <a:xfrm>
            <a:off x="348299" y="548681"/>
            <a:ext cx="11164824" cy="594360"/>
          </a:xfrm>
        </p:spPr>
        <p:txBody>
          <a:bodyPr>
            <a:noAutofit/>
          </a:bodyPr>
          <a:lstStyle>
            <a:lvl1pPr>
              <a:lnSpc>
                <a:spcPct val="80000"/>
              </a:lnSpc>
              <a:defRPr>
                <a:solidFill>
                  <a:srgbClr val="3D441E"/>
                </a:solidFill>
              </a:defRPr>
            </a:lvl1pPr>
          </a:lstStyle>
          <a:p>
            <a:r>
              <a:rPr lang="en-US"/>
              <a:t>Insert Title Here</a:t>
            </a:r>
          </a:p>
        </p:txBody>
      </p:sp>
    </p:spTree>
    <p:extLst>
      <p:ext uri="{BB962C8B-B14F-4D97-AF65-F5344CB8AC3E}">
        <p14:creationId xmlns:p14="http://schemas.microsoft.com/office/powerpoint/2010/main" val="2287532163"/>
      </p:ext>
    </p:extLst>
  </p:cSld>
  <p:clrMapOvr>
    <a:masterClrMapping/>
  </p:clrMapOvr>
  <p:extLst>
    <p:ext uri="{DCECCB84-F9BA-43D5-87BE-67443E8EF086}">
      <p15:sldGuideLst xmlns:p15="http://schemas.microsoft.com/office/powerpoint/2012/main">
        <p15:guide id="1" orient="horz" pos="4020">
          <p15:clr>
            <a:srgbClr val="FBAE40"/>
          </p15:clr>
        </p15:guide>
        <p15:guide id="2" orient="horz" pos="1979">
          <p15:clr>
            <a:srgbClr val="FBAE40"/>
          </p15:clr>
        </p15:guide>
        <p15:guide id="3" orient="horz" pos="39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 - List (Numbered + Body Text)">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4521405-0DF2-1F92-B327-81233BEE3CF9}"/>
              </a:ext>
            </a:extLst>
          </p:cNvPr>
          <p:cNvSpPr>
            <a:spLocks noGrp="1"/>
          </p:cNvSpPr>
          <p:nvPr>
            <p:ph type="body" sz="quarter" idx="22" hasCustomPrompt="1"/>
          </p:nvPr>
        </p:nvSpPr>
        <p:spPr>
          <a:xfrm>
            <a:off x="342931" y="3356992"/>
            <a:ext cx="2697480" cy="672228"/>
          </a:xfrm>
        </p:spPr>
        <p:txBody>
          <a:bodyPr/>
          <a:lstStyle>
            <a:lvl2pPr marL="0" indent="0">
              <a:lnSpc>
                <a:spcPct val="110000"/>
              </a:lnSpc>
              <a:spcAft>
                <a:spcPts val="500"/>
              </a:spcAft>
              <a:buNone/>
              <a:defRPr sz="1600"/>
            </a:lvl2pPr>
          </a:lstStyle>
          <a:p>
            <a:pPr lvl="1"/>
            <a:r>
              <a:rPr lang="en-US"/>
              <a:t>Subtitle here or Longer Subtitle Like This</a:t>
            </a:r>
          </a:p>
        </p:txBody>
      </p:sp>
      <p:sp>
        <p:nvSpPr>
          <p:cNvPr id="4" name="Text Placeholder 2">
            <a:extLst>
              <a:ext uri="{FF2B5EF4-FFF2-40B4-BE49-F238E27FC236}">
                <a16:creationId xmlns:a16="http://schemas.microsoft.com/office/drawing/2014/main" id="{753D4E52-1083-87CD-E850-849380942217}"/>
              </a:ext>
            </a:extLst>
          </p:cNvPr>
          <p:cNvSpPr>
            <a:spLocks noGrp="1"/>
          </p:cNvSpPr>
          <p:nvPr>
            <p:ph type="body" sz="quarter" idx="23" hasCustomPrompt="1"/>
          </p:nvPr>
        </p:nvSpPr>
        <p:spPr>
          <a:xfrm>
            <a:off x="3282717" y="3356992"/>
            <a:ext cx="2697480" cy="672228"/>
          </a:xfrm>
        </p:spPr>
        <p:txBody>
          <a:bodyPr/>
          <a:lstStyle>
            <a:lvl2pPr marL="0" indent="0">
              <a:lnSpc>
                <a:spcPct val="110000"/>
              </a:lnSpc>
              <a:spcAft>
                <a:spcPts val="500"/>
              </a:spcAft>
              <a:buNone/>
              <a:defRPr sz="1600"/>
            </a:lvl2pPr>
          </a:lstStyle>
          <a:p>
            <a:pPr lvl="1"/>
            <a:r>
              <a:rPr lang="en-US"/>
              <a:t>Subtitle here</a:t>
            </a:r>
          </a:p>
        </p:txBody>
      </p:sp>
      <p:sp>
        <p:nvSpPr>
          <p:cNvPr id="5" name="Text Placeholder 2">
            <a:extLst>
              <a:ext uri="{FF2B5EF4-FFF2-40B4-BE49-F238E27FC236}">
                <a16:creationId xmlns:a16="http://schemas.microsoft.com/office/drawing/2014/main" id="{733D7005-729A-D0D2-0E26-C76034DFE46D}"/>
              </a:ext>
            </a:extLst>
          </p:cNvPr>
          <p:cNvSpPr>
            <a:spLocks noGrp="1"/>
          </p:cNvSpPr>
          <p:nvPr>
            <p:ph type="body" sz="quarter" idx="24" hasCustomPrompt="1"/>
          </p:nvPr>
        </p:nvSpPr>
        <p:spPr>
          <a:xfrm>
            <a:off x="6222503" y="3356992"/>
            <a:ext cx="2697480" cy="672228"/>
          </a:xfrm>
        </p:spPr>
        <p:txBody>
          <a:bodyPr/>
          <a:lstStyle>
            <a:lvl2pPr marL="0" indent="0">
              <a:lnSpc>
                <a:spcPct val="110000"/>
              </a:lnSpc>
              <a:spcAft>
                <a:spcPts val="500"/>
              </a:spcAft>
              <a:buNone/>
              <a:defRPr sz="1600"/>
            </a:lvl2pPr>
          </a:lstStyle>
          <a:p>
            <a:pPr lvl="1"/>
            <a:r>
              <a:rPr lang="en-US"/>
              <a:t>Subtitle here</a:t>
            </a:r>
          </a:p>
        </p:txBody>
      </p:sp>
      <p:sp>
        <p:nvSpPr>
          <p:cNvPr id="6" name="Text Placeholder 2">
            <a:extLst>
              <a:ext uri="{FF2B5EF4-FFF2-40B4-BE49-F238E27FC236}">
                <a16:creationId xmlns:a16="http://schemas.microsoft.com/office/drawing/2014/main" id="{0637182F-3F58-C196-434D-899A3F1264A9}"/>
              </a:ext>
            </a:extLst>
          </p:cNvPr>
          <p:cNvSpPr>
            <a:spLocks noGrp="1"/>
          </p:cNvSpPr>
          <p:nvPr>
            <p:ph type="body" sz="quarter" idx="25" hasCustomPrompt="1"/>
          </p:nvPr>
        </p:nvSpPr>
        <p:spPr>
          <a:xfrm>
            <a:off x="9162288" y="3356992"/>
            <a:ext cx="2697480" cy="672228"/>
          </a:xfrm>
        </p:spPr>
        <p:txBody>
          <a:bodyPr/>
          <a:lstStyle>
            <a:lvl2pPr marL="0" indent="0">
              <a:lnSpc>
                <a:spcPct val="110000"/>
              </a:lnSpc>
              <a:spcAft>
                <a:spcPts val="500"/>
              </a:spcAft>
              <a:buNone/>
              <a:defRPr sz="1600"/>
            </a:lvl2pPr>
          </a:lstStyle>
          <a:p>
            <a:pPr lvl="1"/>
            <a:r>
              <a:rPr lang="en-US"/>
              <a:t>Subtitle here</a:t>
            </a:r>
          </a:p>
        </p:txBody>
      </p:sp>
      <p:pic>
        <p:nvPicPr>
          <p:cNvPr id="10" name="Picture 9" descr="A black tree with leaves&#10;&#10;Description automatically generated">
            <a:extLst>
              <a:ext uri="{FF2B5EF4-FFF2-40B4-BE49-F238E27FC236}">
                <a16:creationId xmlns:a16="http://schemas.microsoft.com/office/drawing/2014/main" id="{60F25ED7-0E63-EDD7-9BFF-4BDD9F925F65}"/>
              </a:ext>
            </a:extLst>
          </p:cNvPr>
          <p:cNvPicPr>
            <a:picLocks noChangeAspect="1"/>
          </p:cNvPicPr>
          <p:nvPr userDrawn="1"/>
        </p:nvPicPr>
        <p:blipFill>
          <a:blip r:embed="rId2"/>
          <a:stretch>
            <a:fillRect/>
          </a:stretch>
        </p:blipFill>
        <p:spPr>
          <a:xfrm>
            <a:off x="11440401" y="188640"/>
            <a:ext cx="488247" cy="495124"/>
          </a:xfrm>
          <a:prstGeom prst="rect">
            <a:avLst/>
          </a:prstGeom>
        </p:spPr>
      </p:pic>
      <p:sp>
        <p:nvSpPr>
          <p:cNvPr id="13" name="Slide Number Placeholder 5">
            <a:extLst>
              <a:ext uri="{FF2B5EF4-FFF2-40B4-BE49-F238E27FC236}">
                <a16:creationId xmlns:a16="http://schemas.microsoft.com/office/drawing/2014/main" id="{D1A52F79-CFC7-EE84-8EB2-F2E0E00EAB52}"/>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US" smtClean="0"/>
              <a:pPr algn="r"/>
              <a:t>‹#›</a:t>
            </a:fld>
            <a:endParaRPr lang="en-US"/>
          </a:p>
        </p:txBody>
      </p:sp>
      <p:cxnSp>
        <p:nvCxnSpPr>
          <p:cNvPr id="14" name="Straight Connector 13">
            <a:extLst>
              <a:ext uri="{FF2B5EF4-FFF2-40B4-BE49-F238E27FC236}">
                <a16:creationId xmlns:a16="http://schemas.microsoft.com/office/drawing/2014/main" id="{0ADA91D6-9C61-DCEF-5ACF-C9FB18302C6D}"/>
              </a:ext>
            </a:extLst>
          </p:cNvPr>
          <p:cNvCxnSpPr>
            <a:cxnSpLocks/>
          </p:cNvCxnSpPr>
          <p:nvPr userDrawn="1"/>
        </p:nvCxnSpPr>
        <p:spPr>
          <a:xfrm>
            <a:off x="335360" y="6629400"/>
            <a:ext cx="11220030"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C9FE1172-C642-E1B4-A50F-34F4F7435A14}"/>
              </a:ext>
            </a:extLst>
          </p:cNvPr>
          <p:cNvCxnSpPr>
            <a:cxnSpLocks/>
          </p:cNvCxnSpPr>
          <p:nvPr userDrawn="1"/>
        </p:nvCxnSpPr>
        <p:spPr>
          <a:xfrm>
            <a:off x="335360" y="444624"/>
            <a:ext cx="11105041"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12" name="Text Placeholder 51">
            <a:extLst>
              <a:ext uri="{FF2B5EF4-FFF2-40B4-BE49-F238E27FC236}">
                <a16:creationId xmlns:a16="http://schemas.microsoft.com/office/drawing/2014/main" id="{5A045ECA-FD62-85A1-0C97-301CCE4BABCB}"/>
              </a:ext>
            </a:extLst>
          </p:cNvPr>
          <p:cNvSpPr>
            <a:spLocks noGrp="1"/>
          </p:cNvSpPr>
          <p:nvPr>
            <p:ph type="body" sz="quarter" idx="16" hasCustomPrompt="1"/>
          </p:nvPr>
        </p:nvSpPr>
        <p:spPr>
          <a:xfrm>
            <a:off x="334963" y="4221792"/>
            <a:ext cx="2697480" cy="2146814"/>
          </a:xfrm>
        </p:spPr>
        <p:txBody>
          <a:bodyPr/>
          <a:lstStyle>
            <a:lvl1pPr>
              <a:lnSpc>
                <a:spcPct val="110000"/>
              </a:lnSpc>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Nunc id ante </a:t>
            </a:r>
            <a:r>
              <a:rPr lang="en-US" err="1"/>
              <a:t>metus</a:t>
            </a:r>
            <a:r>
              <a:rPr lang="en-US"/>
              <a:t>. </a:t>
            </a:r>
            <a:r>
              <a:rPr lang="en-US" err="1"/>
              <a:t>Nulla</a:t>
            </a:r>
            <a:r>
              <a:rPr lang="en-US"/>
              <a:t> </a:t>
            </a:r>
            <a:r>
              <a:rPr lang="en-US" err="1"/>
              <a:t>odio</a:t>
            </a:r>
            <a:r>
              <a:rPr lang="en-US"/>
              <a:t> </a:t>
            </a:r>
            <a:r>
              <a:rPr lang="en-US" err="1"/>
              <a:t>urna</a:t>
            </a:r>
            <a:r>
              <a:rPr lang="en-US"/>
              <a:t>, </a:t>
            </a:r>
            <a:r>
              <a:rPr lang="en-US" err="1"/>
              <a:t>mattis</a:t>
            </a:r>
            <a:r>
              <a:rPr lang="en-US"/>
              <a:t> </a:t>
            </a:r>
            <a:r>
              <a:rPr lang="en-US" err="1"/>
              <a:t>interdum</a:t>
            </a:r>
            <a:r>
              <a:rPr lang="en-US"/>
              <a:t> convallis ac, dictum </a:t>
            </a:r>
            <a:r>
              <a:rPr lang="en-US" err="1"/>
              <a:t>eget</a:t>
            </a:r>
            <a:r>
              <a:rPr lang="en-US"/>
              <a:t> </a:t>
            </a:r>
            <a:r>
              <a:rPr lang="en-US" err="1"/>
              <a:t>nisl</a:t>
            </a:r>
            <a:r>
              <a:rPr lang="en-US"/>
              <a:t>. </a:t>
            </a:r>
            <a:r>
              <a:rPr lang="en-US" err="1"/>
              <a:t>Aliquam</a:t>
            </a:r>
            <a:r>
              <a:rPr lang="en-US"/>
              <a:t> at </a:t>
            </a:r>
            <a:r>
              <a:rPr lang="en-US" err="1"/>
              <a:t>elit</a:t>
            </a:r>
            <a:r>
              <a:rPr lang="en-US"/>
              <a:t> </a:t>
            </a:r>
            <a:r>
              <a:rPr lang="en-US" err="1"/>
              <a:t>tempor</a:t>
            </a:r>
            <a:r>
              <a:rPr lang="en-US"/>
              <a:t>, </a:t>
            </a:r>
            <a:r>
              <a:rPr lang="en-US" err="1"/>
              <a:t>dapibus</a:t>
            </a:r>
            <a:r>
              <a:rPr lang="en-US"/>
              <a:t> ante </a:t>
            </a:r>
            <a:r>
              <a:rPr lang="en-US" err="1"/>
              <a:t>eget</a:t>
            </a:r>
            <a:r>
              <a:rPr lang="en-US"/>
              <a:t>, convallis </a:t>
            </a:r>
            <a:r>
              <a:rPr lang="en-US" err="1"/>
              <a:t>odio</a:t>
            </a:r>
            <a:r>
              <a:rPr lang="en-US"/>
              <a:t>. Nunc vestibulum </a:t>
            </a:r>
            <a:r>
              <a:rPr lang="en-US" err="1"/>
              <a:t>viverra</a:t>
            </a:r>
            <a:r>
              <a:rPr lang="en-US"/>
              <a:t> </a:t>
            </a:r>
            <a:r>
              <a:rPr lang="en-US" err="1"/>
              <a:t>purus</a:t>
            </a:r>
            <a:r>
              <a:rPr lang="en-US"/>
              <a:t>, ac </a:t>
            </a:r>
            <a:r>
              <a:rPr lang="en-US" err="1"/>
              <a:t>iaculis</a:t>
            </a:r>
            <a:r>
              <a:rPr lang="en-US"/>
              <a:t> </a:t>
            </a:r>
            <a:r>
              <a:rPr lang="en-US" err="1"/>
              <a:t>tortor</a:t>
            </a:r>
            <a:r>
              <a:rPr lang="en-US"/>
              <a:t> </a:t>
            </a:r>
            <a:r>
              <a:rPr lang="en-US" err="1"/>
              <a:t>porttitor</a:t>
            </a:r>
            <a:r>
              <a:rPr lang="en-US"/>
              <a:t> sit </a:t>
            </a:r>
            <a:r>
              <a:rPr lang="en-US" err="1"/>
              <a:t>amet</a:t>
            </a:r>
            <a:r>
              <a:rPr lang="en-US"/>
              <a:t>.</a:t>
            </a:r>
          </a:p>
        </p:txBody>
      </p:sp>
      <p:sp>
        <p:nvSpPr>
          <p:cNvPr id="18" name="Text Placeholder 2">
            <a:extLst>
              <a:ext uri="{FF2B5EF4-FFF2-40B4-BE49-F238E27FC236}">
                <a16:creationId xmlns:a16="http://schemas.microsoft.com/office/drawing/2014/main" id="{0E68B46E-3686-15A2-F4C4-DD71C7D779BE}"/>
              </a:ext>
            </a:extLst>
          </p:cNvPr>
          <p:cNvSpPr>
            <a:spLocks noGrp="1"/>
          </p:cNvSpPr>
          <p:nvPr>
            <p:ph type="body" sz="quarter" idx="18" hasCustomPrompt="1"/>
          </p:nvPr>
        </p:nvSpPr>
        <p:spPr>
          <a:xfrm>
            <a:off x="3277405" y="4221792"/>
            <a:ext cx="2697480" cy="2146814"/>
          </a:xfrm>
        </p:spPr>
        <p:txBody>
          <a:bodyPr/>
          <a:lstStyle>
            <a:lvl1pPr>
              <a:lnSpc>
                <a:spcPct val="110000"/>
              </a:lnSpc>
              <a:defRPr/>
            </a:lvl1pPr>
            <a:lvl5pPr>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Nunc id ante </a:t>
            </a:r>
            <a:r>
              <a:rPr lang="en-US" err="1"/>
              <a:t>metus</a:t>
            </a:r>
            <a:r>
              <a:rPr lang="en-US"/>
              <a:t>. </a:t>
            </a:r>
            <a:r>
              <a:rPr lang="en-US" err="1"/>
              <a:t>Nulla</a:t>
            </a:r>
            <a:r>
              <a:rPr lang="en-US"/>
              <a:t> </a:t>
            </a:r>
            <a:r>
              <a:rPr lang="en-US" err="1"/>
              <a:t>odio</a:t>
            </a:r>
            <a:r>
              <a:rPr lang="en-US"/>
              <a:t> </a:t>
            </a:r>
            <a:r>
              <a:rPr lang="en-US" err="1"/>
              <a:t>urna</a:t>
            </a:r>
            <a:r>
              <a:rPr lang="en-US"/>
              <a:t>, </a:t>
            </a:r>
            <a:r>
              <a:rPr lang="en-US" err="1"/>
              <a:t>mattis</a:t>
            </a:r>
            <a:r>
              <a:rPr lang="en-US"/>
              <a:t> </a:t>
            </a:r>
            <a:r>
              <a:rPr lang="en-US" err="1"/>
              <a:t>interdum</a:t>
            </a:r>
            <a:r>
              <a:rPr lang="en-US"/>
              <a:t> convallis ac, dictum </a:t>
            </a:r>
            <a:r>
              <a:rPr lang="en-US" err="1"/>
              <a:t>eget</a:t>
            </a:r>
            <a:r>
              <a:rPr lang="en-US"/>
              <a:t> </a:t>
            </a:r>
            <a:r>
              <a:rPr lang="en-US" err="1"/>
              <a:t>nisl</a:t>
            </a:r>
            <a:r>
              <a:rPr lang="en-US"/>
              <a:t>. </a:t>
            </a:r>
            <a:r>
              <a:rPr lang="en-US" err="1"/>
              <a:t>Aliquam</a:t>
            </a:r>
            <a:r>
              <a:rPr lang="en-US"/>
              <a:t> at </a:t>
            </a:r>
            <a:r>
              <a:rPr lang="en-US" err="1"/>
              <a:t>elit</a:t>
            </a:r>
            <a:r>
              <a:rPr lang="en-US"/>
              <a:t> </a:t>
            </a:r>
            <a:r>
              <a:rPr lang="en-US" err="1"/>
              <a:t>tempor</a:t>
            </a:r>
            <a:r>
              <a:rPr lang="en-US"/>
              <a:t>, </a:t>
            </a:r>
            <a:r>
              <a:rPr lang="en-US" err="1"/>
              <a:t>dapibus</a:t>
            </a:r>
            <a:r>
              <a:rPr lang="en-US"/>
              <a:t> ante </a:t>
            </a:r>
            <a:r>
              <a:rPr lang="en-US" err="1"/>
              <a:t>eget</a:t>
            </a:r>
            <a:r>
              <a:rPr lang="en-US"/>
              <a:t>, convallis </a:t>
            </a:r>
            <a:r>
              <a:rPr lang="en-US" err="1"/>
              <a:t>odio</a:t>
            </a:r>
            <a:r>
              <a:rPr lang="en-US"/>
              <a:t>. Nunc vestibulum </a:t>
            </a:r>
            <a:r>
              <a:rPr lang="en-US" err="1"/>
              <a:t>viverra</a:t>
            </a:r>
            <a:r>
              <a:rPr lang="en-US"/>
              <a:t> </a:t>
            </a:r>
            <a:r>
              <a:rPr lang="en-US" err="1"/>
              <a:t>purus</a:t>
            </a:r>
            <a:r>
              <a:rPr lang="en-US"/>
              <a:t>, ac </a:t>
            </a:r>
            <a:r>
              <a:rPr lang="en-US" err="1"/>
              <a:t>iaculis</a:t>
            </a:r>
            <a:r>
              <a:rPr lang="en-US"/>
              <a:t> </a:t>
            </a:r>
            <a:r>
              <a:rPr lang="en-US" err="1"/>
              <a:t>tortor</a:t>
            </a:r>
            <a:r>
              <a:rPr lang="en-US"/>
              <a:t> </a:t>
            </a:r>
            <a:r>
              <a:rPr lang="en-US" err="1"/>
              <a:t>porttitor</a:t>
            </a:r>
            <a:r>
              <a:rPr lang="en-US"/>
              <a:t> sit </a:t>
            </a:r>
            <a:r>
              <a:rPr lang="en-US" err="1"/>
              <a:t>amet</a:t>
            </a:r>
            <a:r>
              <a:rPr lang="en-US"/>
              <a:t>.</a:t>
            </a:r>
          </a:p>
        </p:txBody>
      </p:sp>
      <p:sp>
        <p:nvSpPr>
          <p:cNvPr id="20" name="Text Placeholder 4">
            <a:extLst>
              <a:ext uri="{FF2B5EF4-FFF2-40B4-BE49-F238E27FC236}">
                <a16:creationId xmlns:a16="http://schemas.microsoft.com/office/drawing/2014/main" id="{9A5FE159-9A3B-179B-773C-F2897F62420F}"/>
              </a:ext>
            </a:extLst>
          </p:cNvPr>
          <p:cNvSpPr>
            <a:spLocks noGrp="1"/>
          </p:cNvSpPr>
          <p:nvPr>
            <p:ph type="body" sz="quarter" idx="19" hasCustomPrompt="1"/>
          </p:nvPr>
        </p:nvSpPr>
        <p:spPr>
          <a:xfrm>
            <a:off x="6219847" y="4221784"/>
            <a:ext cx="2697480" cy="2127316"/>
          </a:xfrm>
        </p:spPr>
        <p:txBody>
          <a:bodyPr/>
          <a:lstStyle>
            <a:lvl1pPr>
              <a:lnSpc>
                <a:spcPct val="110000"/>
              </a:lnSpc>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Nunc id ante </a:t>
            </a:r>
            <a:r>
              <a:rPr lang="en-US" err="1"/>
              <a:t>metus</a:t>
            </a:r>
            <a:r>
              <a:rPr lang="en-US"/>
              <a:t>. </a:t>
            </a:r>
            <a:r>
              <a:rPr lang="en-US" err="1"/>
              <a:t>Nulla</a:t>
            </a:r>
            <a:r>
              <a:rPr lang="en-US"/>
              <a:t> </a:t>
            </a:r>
            <a:r>
              <a:rPr lang="en-US" err="1"/>
              <a:t>odio</a:t>
            </a:r>
            <a:r>
              <a:rPr lang="en-US"/>
              <a:t> </a:t>
            </a:r>
            <a:r>
              <a:rPr lang="en-US" err="1"/>
              <a:t>urna</a:t>
            </a:r>
            <a:r>
              <a:rPr lang="en-US"/>
              <a:t>, </a:t>
            </a:r>
            <a:r>
              <a:rPr lang="en-US" err="1"/>
              <a:t>mattis</a:t>
            </a:r>
            <a:r>
              <a:rPr lang="en-US"/>
              <a:t> </a:t>
            </a:r>
            <a:r>
              <a:rPr lang="en-US" err="1"/>
              <a:t>interdum</a:t>
            </a:r>
            <a:r>
              <a:rPr lang="en-US"/>
              <a:t> convallis ac, dictum </a:t>
            </a:r>
            <a:r>
              <a:rPr lang="en-US" err="1"/>
              <a:t>eget</a:t>
            </a:r>
            <a:r>
              <a:rPr lang="en-US"/>
              <a:t> </a:t>
            </a:r>
            <a:r>
              <a:rPr lang="en-US" err="1"/>
              <a:t>nisl</a:t>
            </a:r>
            <a:r>
              <a:rPr lang="en-US"/>
              <a:t>. </a:t>
            </a:r>
            <a:r>
              <a:rPr lang="en-US" err="1"/>
              <a:t>Aliquam</a:t>
            </a:r>
            <a:r>
              <a:rPr lang="en-US"/>
              <a:t> at </a:t>
            </a:r>
            <a:r>
              <a:rPr lang="en-US" err="1"/>
              <a:t>elit</a:t>
            </a:r>
            <a:r>
              <a:rPr lang="en-US"/>
              <a:t> </a:t>
            </a:r>
            <a:r>
              <a:rPr lang="en-US" err="1"/>
              <a:t>tempor</a:t>
            </a:r>
            <a:r>
              <a:rPr lang="en-US"/>
              <a:t>, </a:t>
            </a:r>
            <a:r>
              <a:rPr lang="en-US" err="1"/>
              <a:t>dapibus</a:t>
            </a:r>
            <a:r>
              <a:rPr lang="en-US"/>
              <a:t> ante </a:t>
            </a:r>
            <a:r>
              <a:rPr lang="en-US" err="1"/>
              <a:t>eget</a:t>
            </a:r>
            <a:r>
              <a:rPr lang="en-US"/>
              <a:t>, convallis </a:t>
            </a:r>
            <a:r>
              <a:rPr lang="en-US" err="1"/>
              <a:t>odio</a:t>
            </a:r>
            <a:r>
              <a:rPr lang="en-US"/>
              <a:t>. Nunc vestibulum </a:t>
            </a:r>
            <a:r>
              <a:rPr lang="en-US" err="1"/>
              <a:t>viverra</a:t>
            </a:r>
            <a:r>
              <a:rPr lang="en-US"/>
              <a:t> </a:t>
            </a:r>
            <a:r>
              <a:rPr lang="en-US" err="1"/>
              <a:t>purus</a:t>
            </a:r>
            <a:r>
              <a:rPr lang="en-US"/>
              <a:t>, ac </a:t>
            </a:r>
            <a:r>
              <a:rPr lang="en-US" err="1"/>
              <a:t>iaculis</a:t>
            </a:r>
            <a:r>
              <a:rPr lang="en-US"/>
              <a:t> </a:t>
            </a:r>
            <a:r>
              <a:rPr lang="en-US" err="1"/>
              <a:t>tortor</a:t>
            </a:r>
            <a:r>
              <a:rPr lang="en-US"/>
              <a:t> </a:t>
            </a:r>
            <a:r>
              <a:rPr lang="en-US" err="1"/>
              <a:t>porttitor</a:t>
            </a:r>
            <a:r>
              <a:rPr lang="en-US"/>
              <a:t> sit </a:t>
            </a:r>
            <a:r>
              <a:rPr lang="en-US" err="1"/>
              <a:t>amet</a:t>
            </a:r>
            <a:r>
              <a:rPr lang="en-US"/>
              <a:t>.</a:t>
            </a:r>
          </a:p>
        </p:txBody>
      </p:sp>
      <p:sp>
        <p:nvSpPr>
          <p:cNvPr id="21" name="Text Placeholder 6">
            <a:extLst>
              <a:ext uri="{FF2B5EF4-FFF2-40B4-BE49-F238E27FC236}">
                <a16:creationId xmlns:a16="http://schemas.microsoft.com/office/drawing/2014/main" id="{C429B487-CBD8-43AB-ADE6-F9FAB479F479}"/>
              </a:ext>
            </a:extLst>
          </p:cNvPr>
          <p:cNvSpPr>
            <a:spLocks noGrp="1"/>
          </p:cNvSpPr>
          <p:nvPr>
            <p:ph type="body" sz="quarter" idx="20" hasCustomPrompt="1"/>
          </p:nvPr>
        </p:nvSpPr>
        <p:spPr>
          <a:xfrm>
            <a:off x="9162288" y="4221784"/>
            <a:ext cx="2697480" cy="2127316"/>
          </a:xfrm>
        </p:spPr>
        <p:txBody>
          <a:bodyPr/>
          <a:lstStyle>
            <a:lvl1pPr>
              <a:lnSpc>
                <a:spcPct val="110000"/>
              </a:lnSpc>
              <a:defRPr/>
            </a:lvl1pPr>
            <a:lvl5pPr>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Nunc id ante </a:t>
            </a:r>
            <a:r>
              <a:rPr lang="en-US" err="1"/>
              <a:t>metus</a:t>
            </a:r>
            <a:r>
              <a:rPr lang="en-US"/>
              <a:t>. </a:t>
            </a:r>
            <a:r>
              <a:rPr lang="en-US" err="1"/>
              <a:t>Nulla</a:t>
            </a:r>
            <a:r>
              <a:rPr lang="en-US"/>
              <a:t> </a:t>
            </a:r>
            <a:r>
              <a:rPr lang="en-US" err="1"/>
              <a:t>odio</a:t>
            </a:r>
            <a:r>
              <a:rPr lang="en-US"/>
              <a:t> </a:t>
            </a:r>
            <a:r>
              <a:rPr lang="en-US" err="1"/>
              <a:t>urna</a:t>
            </a:r>
            <a:r>
              <a:rPr lang="en-US"/>
              <a:t>, </a:t>
            </a:r>
            <a:r>
              <a:rPr lang="en-US" err="1"/>
              <a:t>mattis</a:t>
            </a:r>
            <a:r>
              <a:rPr lang="en-US"/>
              <a:t> </a:t>
            </a:r>
            <a:r>
              <a:rPr lang="en-US" err="1"/>
              <a:t>interdum</a:t>
            </a:r>
            <a:r>
              <a:rPr lang="en-US"/>
              <a:t> convallis ac, dictum </a:t>
            </a:r>
            <a:r>
              <a:rPr lang="en-US" err="1"/>
              <a:t>eget</a:t>
            </a:r>
            <a:r>
              <a:rPr lang="en-US"/>
              <a:t> </a:t>
            </a:r>
            <a:r>
              <a:rPr lang="en-US" err="1"/>
              <a:t>nisl</a:t>
            </a:r>
            <a:r>
              <a:rPr lang="en-US"/>
              <a:t>. </a:t>
            </a:r>
            <a:r>
              <a:rPr lang="en-US" err="1"/>
              <a:t>Aliquam</a:t>
            </a:r>
            <a:r>
              <a:rPr lang="en-US"/>
              <a:t> at </a:t>
            </a:r>
            <a:r>
              <a:rPr lang="en-US" err="1"/>
              <a:t>elit</a:t>
            </a:r>
            <a:r>
              <a:rPr lang="en-US"/>
              <a:t> </a:t>
            </a:r>
            <a:r>
              <a:rPr lang="en-US" err="1"/>
              <a:t>tempor</a:t>
            </a:r>
            <a:r>
              <a:rPr lang="en-US"/>
              <a:t>, </a:t>
            </a:r>
            <a:r>
              <a:rPr lang="en-US" err="1"/>
              <a:t>dapibus</a:t>
            </a:r>
            <a:r>
              <a:rPr lang="en-US"/>
              <a:t> ante </a:t>
            </a:r>
            <a:r>
              <a:rPr lang="en-US" err="1"/>
              <a:t>eget</a:t>
            </a:r>
            <a:r>
              <a:rPr lang="en-US"/>
              <a:t>, convallis </a:t>
            </a:r>
            <a:r>
              <a:rPr lang="en-US" err="1"/>
              <a:t>odio</a:t>
            </a:r>
            <a:r>
              <a:rPr lang="en-US"/>
              <a:t>. Nunc vestibulum </a:t>
            </a:r>
            <a:r>
              <a:rPr lang="en-US" err="1"/>
              <a:t>viverra</a:t>
            </a:r>
            <a:r>
              <a:rPr lang="en-US"/>
              <a:t> </a:t>
            </a:r>
            <a:r>
              <a:rPr lang="en-US" err="1"/>
              <a:t>purus</a:t>
            </a:r>
            <a:r>
              <a:rPr lang="en-US"/>
              <a:t>, ac </a:t>
            </a:r>
            <a:r>
              <a:rPr lang="en-US" err="1"/>
              <a:t>iaculis</a:t>
            </a:r>
            <a:r>
              <a:rPr lang="en-US"/>
              <a:t>.</a:t>
            </a:r>
          </a:p>
        </p:txBody>
      </p:sp>
      <p:sp>
        <p:nvSpPr>
          <p:cNvPr id="25" name="Text Placeholder 24">
            <a:extLst>
              <a:ext uri="{FF2B5EF4-FFF2-40B4-BE49-F238E27FC236}">
                <a16:creationId xmlns:a16="http://schemas.microsoft.com/office/drawing/2014/main" id="{193E8F07-97DD-E3A1-2A0D-22C2C03CECD9}"/>
              </a:ext>
            </a:extLst>
          </p:cNvPr>
          <p:cNvSpPr>
            <a:spLocks noGrp="1"/>
          </p:cNvSpPr>
          <p:nvPr>
            <p:ph type="body" sz="quarter" idx="26" hasCustomPrompt="1"/>
          </p:nvPr>
        </p:nvSpPr>
        <p:spPr>
          <a:xfrm>
            <a:off x="342900" y="2900880"/>
            <a:ext cx="989013" cy="387350"/>
          </a:xfrm>
        </p:spPr>
        <p:txBody>
          <a:bodyPr anchor="ctr"/>
          <a:lstStyle>
            <a:lvl1pPr>
              <a:lnSpc>
                <a:spcPct val="110000"/>
              </a:lnSpc>
              <a:defRPr sz="2800">
                <a:solidFill>
                  <a:srgbClr val="3D441E"/>
                </a:solidFill>
                <a:latin typeface="+mj-lt"/>
              </a:defRPr>
            </a:lvl1pPr>
          </a:lstStyle>
          <a:p>
            <a:pPr lvl="0"/>
            <a:r>
              <a:rPr lang="en-US"/>
              <a:t>1</a:t>
            </a:r>
          </a:p>
        </p:txBody>
      </p:sp>
      <p:sp>
        <p:nvSpPr>
          <p:cNvPr id="26" name="Text Placeholder 24">
            <a:extLst>
              <a:ext uri="{FF2B5EF4-FFF2-40B4-BE49-F238E27FC236}">
                <a16:creationId xmlns:a16="http://schemas.microsoft.com/office/drawing/2014/main" id="{955F1EA4-395C-F758-FAD3-48855740E3E3}"/>
              </a:ext>
            </a:extLst>
          </p:cNvPr>
          <p:cNvSpPr>
            <a:spLocks noGrp="1"/>
          </p:cNvSpPr>
          <p:nvPr>
            <p:ph type="body" sz="quarter" idx="27" hasCustomPrompt="1"/>
          </p:nvPr>
        </p:nvSpPr>
        <p:spPr>
          <a:xfrm>
            <a:off x="3282696" y="2900880"/>
            <a:ext cx="989013" cy="387350"/>
          </a:xfrm>
        </p:spPr>
        <p:txBody>
          <a:bodyPr anchor="ctr"/>
          <a:lstStyle>
            <a:lvl1pPr>
              <a:lnSpc>
                <a:spcPct val="110000"/>
              </a:lnSpc>
              <a:defRPr sz="2800">
                <a:solidFill>
                  <a:srgbClr val="3D441E"/>
                </a:solidFill>
                <a:latin typeface="+mj-lt"/>
              </a:defRPr>
            </a:lvl1pPr>
          </a:lstStyle>
          <a:p>
            <a:pPr lvl="0"/>
            <a:r>
              <a:rPr lang="en-US"/>
              <a:t>2</a:t>
            </a:r>
          </a:p>
        </p:txBody>
      </p:sp>
      <p:sp>
        <p:nvSpPr>
          <p:cNvPr id="27" name="Text Placeholder 24">
            <a:extLst>
              <a:ext uri="{FF2B5EF4-FFF2-40B4-BE49-F238E27FC236}">
                <a16:creationId xmlns:a16="http://schemas.microsoft.com/office/drawing/2014/main" id="{8B89BB5B-01F3-2389-0554-2CC1D012A5F6}"/>
              </a:ext>
            </a:extLst>
          </p:cNvPr>
          <p:cNvSpPr>
            <a:spLocks noGrp="1"/>
          </p:cNvSpPr>
          <p:nvPr>
            <p:ph type="body" sz="quarter" idx="28" hasCustomPrompt="1"/>
          </p:nvPr>
        </p:nvSpPr>
        <p:spPr>
          <a:xfrm>
            <a:off x="6222492" y="2900880"/>
            <a:ext cx="989013" cy="387350"/>
          </a:xfrm>
        </p:spPr>
        <p:txBody>
          <a:bodyPr anchor="ctr"/>
          <a:lstStyle>
            <a:lvl1pPr>
              <a:lnSpc>
                <a:spcPct val="110000"/>
              </a:lnSpc>
              <a:defRPr sz="2800">
                <a:solidFill>
                  <a:srgbClr val="3D441E"/>
                </a:solidFill>
                <a:latin typeface="+mj-lt"/>
              </a:defRPr>
            </a:lvl1pPr>
          </a:lstStyle>
          <a:p>
            <a:pPr lvl="0"/>
            <a:r>
              <a:rPr lang="en-US"/>
              <a:t>3</a:t>
            </a:r>
          </a:p>
        </p:txBody>
      </p:sp>
      <p:sp>
        <p:nvSpPr>
          <p:cNvPr id="28" name="Text Placeholder 24">
            <a:extLst>
              <a:ext uri="{FF2B5EF4-FFF2-40B4-BE49-F238E27FC236}">
                <a16:creationId xmlns:a16="http://schemas.microsoft.com/office/drawing/2014/main" id="{21B93864-3655-679C-1B91-1DC5801511A7}"/>
              </a:ext>
            </a:extLst>
          </p:cNvPr>
          <p:cNvSpPr>
            <a:spLocks noGrp="1"/>
          </p:cNvSpPr>
          <p:nvPr>
            <p:ph type="body" sz="quarter" idx="29" hasCustomPrompt="1"/>
          </p:nvPr>
        </p:nvSpPr>
        <p:spPr>
          <a:xfrm>
            <a:off x="9162288" y="2900880"/>
            <a:ext cx="989013" cy="387350"/>
          </a:xfrm>
        </p:spPr>
        <p:txBody>
          <a:bodyPr anchor="ctr"/>
          <a:lstStyle>
            <a:lvl1pPr>
              <a:lnSpc>
                <a:spcPct val="110000"/>
              </a:lnSpc>
              <a:defRPr sz="2800">
                <a:solidFill>
                  <a:srgbClr val="3D441E"/>
                </a:solidFill>
                <a:latin typeface="+mj-lt"/>
              </a:defRPr>
            </a:lvl1pPr>
          </a:lstStyle>
          <a:p>
            <a:pPr lvl="0"/>
            <a:r>
              <a:rPr lang="en-US"/>
              <a:t>4</a:t>
            </a:r>
          </a:p>
        </p:txBody>
      </p:sp>
      <p:sp>
        <p:nvSpPr>
          <p:cNvPr id="16" name="Text Placeholder 8">
            <a:extLst>
              <a:ext uri="{FF2B5EF4-FFF2-40B4-BE49-F238E27FC236}">
                <a16:creationId xmlns:a16="http://schemas.microsoft.com/office/drawing/2014/main" id="{AABF0D44-EAF3-A8AA-304B-1749505601E6}"/>
              </a:ext>
            </a:extLst>
          </p:cNvPr>
          <p:cNvSpPr>
            <a:spLocks noGrp="1"/>
          </p:cNvSpPr>
          <p:nvPr>
            <p:ph type="body" sz="quarter" idx="30" hasCustomPrompt="1"/>
          </p:nvPr>
        </p:nvSpPr>
        <p:spPr>
          <a:xfrm>
            <a:off x="348300" y="242888"/>
            <a:ext cx="4206240" cy="182284"/>
          </a:xfrm>
        </p:spPr>
        <p:txBody>
          <a:bodyPr tIns="0" bIns="0"/>
          <a:lstStyle>
            <a:lvl1pPr>
              <a:lnSpc>
                <a:spcPct val="100000"/>
              </a:lnSpc>
              <a:defRPr sz="700" spc="50" baseline="0">
                <a:solidFill>
                  <a:schemeClr val="tx2"/>
                </a:solidFill>
                <a:latin typeface="+mn-lt"/>
              </a:defRPr>
            </a:lvl1pPr>
          </a:lstStyle>
          <a:p>
            <a:pPr lvl="0"/>
            <a:r>
              <a:rPr lang="en-US"/>
              <a:t>SECTION TITLE HERE</a:t>
            </a:r>
          </a:p>
        </p:txBody>
      </p:sp>
      <p:sp>
        <p:nvSpPr>
          <p:cNvPr id="7" name="Title 1">
            <a:extLst>
              <a:ext uri="{FF2B5EF4-FFF2-40B4-BE49-F238E27FC236}">
                <a16:creationId xmlns:a16="http://schemas.microsoft.com/office/drawing/2014/main" id="{13685DA8-C677-0F37-029C-084F0D80E1A9}"/>
              </a:ext>
            </a:extLst>
          </p:cNvPr>
          <p:cNvSpPr>
            <a:spLocks noGrp="1"/>
          </p:cNvSpPr>
          <p:nvPr>
            <p:ph type="title" hasCustomPrompt="1"/>
          </p:nvPr>
        </p:nvSpPr>
        <p:spPr>
          <a:xfrm>
            <a:off x="348299" y="548681"/>
            <a:ext cx="11164824" cy="594360"/>
          </a:xfrm>
        </p:spPr>
        <p:txBody>
          <a:bodyPr>
            <a:noAutofit/>
          </a:bodyPr>
          <a:lstStyle>
            <a:lvl1pPr>
              <a:lnSpc>
                <a:spcPct val="80000"/>
              </a:lnSpc>
              <a:defRPr>
                <a:solidFill>
                  <a:srgbClr val="3D441E"/>
                </a:solidFill>
              </a:defRPr>
            </a:lvl1pPr>
          </a:lstStyle>
          <a:p>
            <a:r>
              <a:rPr lang="en-US"/>
              <a:t>Insert Title Here</a:t>
            </a:r>
          </a:p>
        </p:txBody>
      </p:sp>
      <p:sp>
        <p:nvSpPr>
          <p:cNvPr id="8" name="Text Placeholder 14">
            <a:extLst>
              <a:ext uri="{FF2B5EF4-FFF2-40B4-BE49-F238E27FC236}">
                <a16:creationId xmlns:a16="http://schemas.microsoft.com/office/drawing/2014/main" id="{DD3A7BDB-5110-9952-E02F-0CEB52721143}"/>
              </a:ext>
            </a:extLst>
          </p:cNvPr>
          <p:cNvSpPr>
            <a:spLocks noGrp="1"/>
          </p:cNvSpPr>
          <p:nvPr>
            <p:ph type="body" sz="quarter" idx="31" hasCustomPrompt="1"/>
          </p:nvPr>
        </p:nvSpPr>
        <p:spPr>
          <a:xfrm>
            <a:off x="348299" y="1166772"/>
            <a:ext cx="11164824" cy="393192"/>
          </a:xfrm>
        </p:spPr>
        <p:txBody>
          <a:bodyPr/>
          <a:lstStyle>
            <a:lvl1pPr>
              <a:lnSpc>
                <a:spcPct val="100000"/>
              </a:lnSpc>
              <a:defRPr sz="1600"/>
            </a:lvl1pPr>
          </a:lstStyle>
          <a:p>
            <a:pPr lvl="0"/>
            <a:r>
              <a:rPr lang="en-US"/>
              <a:t>Insert Subheading Here</a:t>
            </a:r>
          </a:p>
        </p:txBody>
      </p:sp>
    </p:spTree>
    <p:extLst>
      <p:ext uri="{BB962C8B-B14F-4D97-AF65-F5344CB8AC3E}">
        <p14:creationId xmlns:p14="http://schemas.microsoft.com/office/powerpoint/2010/main" val="4260799431"/>
      </p:ext>
    </p:extLst>
  </p:cSld>
  <p:clrMapOvr>
    <a:masterClrMapping/>
  </p:clrMapOvr>
  <p:extLst>
    <p:ext uri="{DCECCB84-F9BA-43D5-87BE-67443E8EF086}">
      <p15:sldGuideLst xmlns:p15="http://schemas.microsoft.com/office/powerpoint/2012/main">
        <p15:guide id="1" orient="horz" pos="4020">
          <p15:clr>
            <a:srgbClr val="FBAE40"/>
          </p15:clr>
        </p15:guide>
        <p15:guide id="2" orient="horz" pos="1979">
          <p15:clr>
            <a:srgbClr val="FBAE40"/>
          </p15:clr>
        </p15:guide>
        <p15:guide id="3" orient="horz" pos="391">
          <p15:clr>
            <a:srgbClr val="FBAE40"/>
          </p15:clr>
        </p15:guide>
        <p15:guide id="4" orient="horz" pos="1162">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 - List (Text Only)">
    <p:spTree>
      <p:nvGrpSpPr>
        <p:cNvPr id="1" name=""/>
        <p:cNvGrpSpPr/>
        <p:nvPr/>
      </p:nvGrpSpPr>
      <p:grpSpPr>
        <a:xfrm>
          <a:off x="0" y="0"/>
          <a:ext cx="0" cy="0"/>
          <a:chOff x="0" y="0"/>
          <a:chExt cx="0" cy="0"/>
        </a:xfrm>
      </p:grpSpPr>
      <p:sp>
        <p:nvSpPr>
          <p:cNvPr id="18" name="Text Placeholder 51">
            <a:extLst>
              <a:ext uri="{FF2B5EF4-FFF2-40B4-BE49-F238E27FC236}">
                <a16:creationId xmlns:a16="http://schemas.microsoft.com/office/drawing/2014/main" id="{07DE4970-1AFF-4AE8-7D67-2DFA86CA0177}"/>
              </a:ext>
            </a:extLst>
          </p:cNvPr>
          <p:cNvSpPr>
            <a:spLocks noGrp="1"/>
          </p:cNvSpPr>
          <p:nvPr>
            <p:ph type="body" sz="quarter" idx="16" hasCustomPrompt="1"/>
          </p:nvPr>
        </p:nvSpPr>
        <p:spPr>
          <a:xfrm>
            <a:off x="334963" y="4077716"/>
            <a:ext cx="2697480" cy="2295525"/>
          </a:xfrm>
        </p:spPr>
        <p:txBody>
          <a:bodyPr/>
          <a:lstStyle>
            <a:lvl1pPr>
              <a:lnSpc>
                <a:spcPct val="110000"/>
              </a:lnSpc>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Nunc id ante </a:t>
            </a:r>
            <a:r>
              <a:rPr lang="en-US" err="1"/>
              <a:t>metus</a:t>
            </a:r>
            <a:r>
              <a:rPr lang="en-US"/>
              <a:t>. </a:t>
            </a:r>
            <a:r>
              <a:rPr lang="en-US" err="1"/>
              <a:t>Nulla</a:t>
            </a:r>
            <a:r>
              <a:rPr lang="en-US"/>
              <a:t> </a:t>
            </a:r>
            <a:r>
              <a:rPr lang="en-US" err="1"/>
              <a:t>odio</a:t>
            </a:r>
            <a:r>
              <a:rPr lang="en-US"/>
              <a:t> </a:t>
            </a:r>
            <a:r>
              <a:rPr lang="en-US" err="1"/>
              <a:t>urna</a:t>
            </a:r>
            <a:r>
              <a:rPr lang="en-US"/>
              <a:t>, </a:t>
            </a:r>
            <a:r>
              <a:rPr lang="en-US" err="1"/>
              <a:t>mattis</a:t>
            </a:r>
            <a:r>
              <a:rPr lang="en-US"/>
              <a:t> </a:t>
            </a:r>
            <a:r>
              <a:rPr lang="en-US" err="1"/>
              <a:t>interdum</a:t>
            </a:r>
            <a:r>
              <a:rPr lang="en-US"/>
              <a:t> convallis ac, dictum </a:t>
            </a:r>
            <a:r>
              <a:rPr lang="en-US" err="1"/>
              <a:t>eget</a:t>
            </a:r>
            <a:r>
              <a:rPr lang="en-US"/>
              <a:t> </a:t>
            </a:r>
            <a:r>
              <a:rPr lang="en-US" err="1"/>
              <a:t>nisl</a:t>
            </a:r>
            <a:r>
              <a:rPr lang="en-US"/>
              <a:t>. </a:t>
            </a:r>
            <a:r>
              <a:rPr lang="en-US" err="1"/>
              <a:t>Aliquam</a:t>
            </a:r>
            <a:r>
              <a:rPr lang="en-US"/>
              <a:t> at </a:t>
            </a:r>
            <a:r>
              <a:rPr lang="en-US" err="1"/>
              <a:t>elit</a:t>
            </a:r>
            <a:r>
              <a:rPr lang="en-US"/>
              <a:t> </a:t>
            </a:r>
            <a:r>
              <a:rPr lang="en-US" err="1"/>
              <a:t>tempor</a:t>
            </a:r>
            <a:r>
              <a:rPr lang="en-US"/>
              <a:t>, </a:t>
            </a:r>
            <a:r>
              <a:rPr lang="en-US" err="1"/>
              <a:t>dapibus</a:t>
            </a:r>
            <a:r>
              <a:rPr lang="en-US"/>
              <a:t> ante </a:t>
            </a:r>
            <a:r>
              <a:rPr lang="en-US" err="1"/>
              <a:t>eget</a:t>
            </a:r>
            <a:r>
              <a:rPr lang="en-US"/>
              <a:t>, convallis </a:t>
            </a:r>
            <a:r>
              <a:rPr lang="en-US" err="1"/>
              <a:t>odio</a:t>
            </a:r>
            <a:r>
              <a:rPr lang="en-US"/>
              <a:t>. Nunc vestibulum </a:t>
            </a:r>
            <a:r>
              <a:rPr lang="en-US" err="1"/>
              <a:t>viverra</a:t>
            </a:r>
            <a:r>
              <a:rPr lang="en-US"/>
              <a:t> </a:t>
            </a:r>
            <a:r>
              <a:rPr lang="en-US" err="1"/>
              <a:t>purus</a:t>
            </a:r>
            <a:r>
              <a:rPr lang="en-US"/>
              <a:t>, ac </a:t>
            </a:r>
            <a:r>
              <a:rPr lang="en-US" err="1"/>
              <a:t>iaculis</a:t>
            </a:r>
            <a:r>
              <a:rPr lang="en-US"/>
              <a:t> </a:t>
            </a:r>
            <a:r>
              <a:rPr lang="en-US" err="1"/>
              <a:t>tortor</a:t>
            </a:r>
            <a:r>
              <a:rPr lang="en-US"/>
              <a:t> </a:t>
            </a:r>
            <a:r>
              <a:rPr lang="en-US" err="1"/>
              <a:t>porttitor</a:t>
            </a:r>
            <a:r>
              <a:rPr lang="en-US"/>
              <a:t> sit </a:t>
            </a:r>
            <a:r>
              <a:rPr lang="en-US" err="1"/>
              <a:t>amet</a:t>
            </a:r>
            <a:r>
              <a:rPr lang="en-US"/>
              <a:t>. Integer </a:t>
            </a:r>
            <a:r>
              <a:rPr lang="en-US" err="1"/>
              <a:t>fringilla</a:t>
            </a:r>
            <a:r>
              <a:rPr lang="en-US"/>
              <a:t> </a:t>
            </a:r>
            <a:r>
              <a:rPr lang="en-US" err="1"/>
              <a:t>hendrerit</a:t>
            </a:r>
            <a:r>
              <a:rPr lang="en-US"/>
              <a:t> tempus.</a:t>
            </a:r>
          </a:p>
        </p:txBody>
      </p:sp>
      <p:sp>
        <p:nvSpPr>
          <p:cNvPr id="20" name="Text Placeholder 2">
            <a:extLst>
              <a:ext uri="{FF2B5EF4-FFF2-40B4-BE49-F238E27FC236}">
                <a16:creationId xmlns:a16="http://schemas.microsoft.com/office/drawing/2014/main" id="{F4A66224-12CE-79F9-1C37-D9C4BEF74FCC}"/>
              </a:ext>
            </a:extLst>
          </p:cNvPr>
          <p:cNvSpPr>
            <a:spLocks noGrp="1"/>
          </p:cNvSpPr>
          <p:nvPr>
            <p:ph type="body" sz="quarter" idx="18" hasCustomPrompt="1"/>
          </p:nvPr>
        </p:nvSpPr>
        <p:spPr>
          <a:xfrm>
            <a:off x="3276362" y="4077716"/>
            <a:ext cx="2697480" cy="2295525"/>
          </a:xfrm>
        </p:spPr>
        <p:txBody>
          <a:bodyPr/>
          <a:lstStyle>
            <a:lvl1pPr>
              <a:lnSpc>
                <a:spcPct val="110000"/>
              </a:lnSpc>
              <a:defRPr/>
            </a:lvl1pPr>
            <a:lvl5pPr>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Nunc id ante </a:t>
            </a:r>
            <a:r>
              <a:rPr lang="en-US" err="1"/>
              <a:t>metus</a:t>
            </a:r>
            <a:r>
              <a:rPr lang="en-US"/>
              <a:t>. </a:t>
            </a:r>
            <a:r>
              <a:rPr lang="en-US" err="1"/>
              <a:t>Nulla</a:t>
            </a:r>
            <a:r>
              <a:rPr lang="en-US"/>
              <a:t> </a:t>
            </a:r>
            <a:r>
              <a:rPr lang="en-US" err="1"/>
              <a:t>odio</a:t>
            </a:r>
            <a:r>
              <a:rPr lang="en-US"/>
              <a:t> </a:t>
            </a:r>
            <a:r>
              <a:rPr lang="en-US" err="1"/>
              <a:t>urna</a:t>
            </a:r>
            <a:r>
              <a:rPr lang="en-US"/>
              <a:t>, </a:t>
            </a:r>
            <a:r>
              <a:rPr lang="en-US" err="1"/>
              <a:t>mattis</a:t>
            </a:r>
            <a:r>
              <a:rPr lang="en-US"/>
              <a:t> </a:t>
            </a:r>
            <a:r>
              <a:rPr lang="en-US" err="1"/>
              <a:t>interdum</a:t>
            </a:r>
            <a:r>
              <a:rPr lang="en-US"/>
              <a:t> convallis ac, dictum </a:t>
            </a:r>
            <a:r>
              <a:rPr lang="en-US" err="1"/>
              <a:t>eget</a:t>
            </a:r>
            <a:r>
              <a:rPr lang="en-US"/>
              <a:t> </a:t>
            </a:r>
            <a:r>
              <a:rPr lang="en-US" err="1"/>
              <a:t>nisl</a:t>
            </a:r>
            <a:r>
              <a:rPr lang="en-US"/>
              <a:t>. </a:t>
            </a:r>
            <a:r>
              <a:rPr lang="en-US" err="1"/>
              <a:t>Aliquam</a:t>
            </a:r>
            <a:r>
              <a:rPr lang="en-US"/>
              <a:t> at </a:t>
            </a:r>
            <a:r>
              <a:rPr lang="en-US" err="1"/>
              <a:t>elit</a:t>
            </a:r>
            <a:r>
              <a:rPr lang="en-US"/>
              <a:t> </a:t>
            </a:r>
            <a:r>
              <a:rPr lang="en-US" err="1"/>
              <a:t>tempor</a:t>
            </a:r>
            <a:r>
              <a:rPr lang="en-US"/>
              <a:t>, </a:t>
            </a:r>
            <a:r>
              <a:rPr lang="en-US" err="1"/>
              <a:t>dapibus</a:t>
            </a:r>
            <a:r>
              <a:rPr lang="en-US"/>
              <a:t> ante </a:t>
            </a:r>
            <a:r>
              <a:rPr lang="en-US" err="1"/>
              <a:t>eget</a:t>
            </a:r>
            <a:r>
              <a:rPr lang="en-US"/>
              <a:t>, convallis </a:t>
            </a:r>
            <a:r>
              <a:rPr lang="en-US" err="1"/>
              <a:t>odio</a:t>
            </a:r>
            <a:r>
              <a:rPr lang="en-US"/>
              <a:t>. Nunc vestibulum </a:t>
            </a:r>
            <a:r>
              <a:rPr lang="en-US" err="1"/>
              <a:t>viverra</a:t>
            </a:r>
            <a:r>
              <a:rPr lang="en-US"/>
              <a:t> </a:t>
            </a:r>
            <a:r>
              <a:rPr lang="en-US" err="1"/>
              <a:t>purus</a:t>
            </a:r>
            <a:r>
              <a:rPr lang="en-US"/>
              <a:t>, ac </a:t>
            </a:r>
            <a:r>
              <a:rPr lang="en-US" err="1"/>
              <a:t>iaculis</a:t>
            </a:r>
            <a:r>
              <a:rPr lang="en-US"/>
              <a:t> </a:t>
            </a:r>
            <a:r>
              <a:rPr lang="en-US" err="1"/>
              <a:t>tortor</a:t>
            </a:r>
            <a:r>
              <a:rPr lang="en-US"/>
              <a:t> </a:t>
            </a:r>
            <a:r>
              <a:rPr lang="en-US" err="1"/>
              <a:t>porttitor</a:t>
            </a:r>
            <a:r>
              <a:rPr lang="en-US"/>
              <a:t> sit </a:t>
            </a:r>
            <a:r>
              <a:rPr lang="en-US" err="1"/>
              <a:t>amet</a:t>
            </a:r>
            <a:r>
              <a:rPr lang="en-US"/>
              <a:t>. Integer </a:t>
            </a:r>
            <a:r>
              <a:rPr lang="en-US" err="1"/>
              <a:t>fringilla</a:t>
            </a:r>
            <a:r>
              <a:rPr lang="en-US"/>
              <a:t> </a:t>
            </a:r>
            <a:r>
              <a:rPr lang="en-US" err="1"/>
              <a:t>hendrerit</a:t>
            </a:r>
            <a:r>
              <a:rPr lang="en-US"/>
              <a:t> tempus.</a:t>
            </a:r>
          </a:p>
        </p:txBody>
      </p:sp>
      <p:sp>
        <p:nvSpPr>
          <p:cNvPr id="21" name="Text Placeholder 4">
            <a:extLst>
              <a:ext uri="{FF2B5EF4-FFF2-40B4-BE49-F238E27FC236}">
                <a16:creationId xmlns:a16="http://schemas.microsoft.com/office/drawing/2014/main" id="{02E45F5B-DAB6-EDB9-EB30-20A697039F14}"/>
              </a:ext>
            </a:extLst>
          </p:cNvPr>
          <p:cNvSpPr>
            <a:spLocks noGrp="1"/>
          </p:cNvSpPr>
          <p:nvPr>
            <p:ph type="body" sz="quarter" idx="19" hasCustomPrompt="1"/>
          </p:nvPr>
        </p:nvSpPr>
        <p:spPr>
          <a:xfrm>
            <a:off x="6217761" y="4036441"/>
            <a:ext cx="2697480" cy="2336800"/>
          </a:xfrm>
        </p:spPr>
        <p:txBody>
          <a:bodyPr/>
          <a:lstStyle>
            <a:lvl1pPr>
              <a:lnSpc>
                <a:spcPct val="110000"/>
              </a:lnSpc>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Nunc id ante </a:t>
            </a:r>
            <a:r>
              <a:rPr lang="en-US" err="1"/>
              <a:t>metus</a:t>
            </a:r>
            <a:r>
              <a:rPr lang="en-US"/>
              <a:t>. </a:t>
            </a:r>
            <a:r>
              <a:rPr lang="en-US" err="1"/>
              <a:t>Nulla</a:t>
            </a:r>
            <a:r>
              <a:rPr lang="en-US"/>
              <a:t> </a:t>
            </a:r>
            <a:r>
              <a:rPr lang="en-US" err="1"/>
              <a:t>odio</a:t>
            </a:r>
            <a:r>
              <a:rPr lang="en-US"/>
              <a:t> </a:t>
            </a:r>
            <a:r>
              <a:rPr lang="en-US" err="1"/>
              <a:t>urna</a:t>
            </a:r>
            <a:r>
              <a:rPr lang="en-US"/>
              <a:t>, </a:t>
            </a:r>
            <a:r>
              <a:rPr lang="en-US" err="1"/>
              <a:t>mattis</a:t>
            </a:r>
            <a:r>
              <a:rPr lang="en-US"/>
              <a:t> </a:t>
            </a:r>
            <a:r>
              <a:rPr lang="en-US" err="1"/>
              <a:t>interdum</a:t>
            </a:r>
            <a:r>
              <a:rPr lang="en-US"/>
              <a:t> convallis ac, dictum </a:t>
            </a:r>
            <a:r>
              <a:rPr lang="en-US" err="1"/>
              <a:t>eget</a:t>
            </a:r>
            <a:r>
              <a:rPr lang="en-US"/>
              <a:t> </a:t>
            </a:r>
            <a:r>
              <a:rPr lang="en-US" err="1"/>
              <a:t>nisl</a:t>
            </a:r>
            <a:r>
              <a:rPr lang="en-US"/>
              <a:t>. </a:t>
            </a:r>
            <a:r>
              <a:rPr lang="en-US" err="1"/>
              <a:t>Aliquam</a:t>
            </a:r>
            <a:r>
              <a:rPr lang="en-US"/>
              <a:t> at </a:t>
            </a:r>
            <a:r>
              <a:rPr lang="en-US" err="1"/>
              <a:t>elit</a:t>
            </a:r>
            <a:r>
              <a:rPr lang="en-US"/>
              <a:t> </a:t>
            </a:r>
            <a:r>
              <a:rPr lang="en-US" err="1"/>
              <a:t>tempor</a:t>
            </a:r>
            <a:r>
              <a:rPr lang="en-US"/>
              <a:t>, </a:t>
            </a:r>
            <a:r>
              <a:rPr lang="en-US" err="1"/>
              <a:t>dapibus</a:t>
            </a:r>
            <a:r>
              <a:rPr lang="en-US"/>
              <a:t> ante </a:t>
            </a:r>
            <a:r>
              <a:rPr lang="en-US" err="1"/>
              <a:t>eget</a:t>
            </a:r>
            <a:r>
              <a:rPr lang="en-US"/>
              <a:t>, convallis </a:t>
            </a:r>
            <a:r>
              <a:rPr lang="en-US" err="1"/>
              <a:t>odio</a:t>
            </a:r>
            <a:r>
              <a:rPr lang="en-US"/>
              <a:t>. Nunc vestibulum </a:t>
            </a:r>
            <a:r>
              <a:rPr lang="en-US" err="1"/>
              <a:t>viverra</a:t>
            </a:r>
            <a:r>
              <a:rPr lang="en-US"/>
              <a:t> </a:t>
            </a:r>
            <a:r>
              <a:rPr lang="en-US" err="1"/>
              <a:t>purus</a:t>
            </a:r>
            <a:r>
              <a:rPr lang="en-US"/>
              <a:t>, ac </a:t>
            </a:r>
            <a:r>
              <a:rPr lang="en-US" err="1"/>
              <a:t>iaculis</a:t>
            </a:r>
            <a:r>
              <a:rPr lang="en-US"/>
              <a:t> </a:t>
            </a:r>
            <a:r>
              <a:rPr lang="en-US" err="1"/>
              <a:t>tortor</a:t>
            </a:r>
            <a:r>
              <a:rPr lang="en-US"/>
              <a:t> </a:t>
            </a:r>
            <a:r>
              <a:rPr lang="en-US" err="1"/>
              <a:t>porttitor</a:t>
            </a:r>
            <a:r>
              <a:rPr lang="en-US"/>
              <a:t> sit </a:t>
            </a:r>
            <a:r>
              <a:rPr lang="en-US" err="1"/>
              <a:t>amet</a:t>
            </a:r>
            <a:r>
              <a:rPr lang="en-US"/>
              <a:t>. Integer </a:t>
            </a:r>
            <a:r>
              <a:rPr lang="en-US" err="1"/>
              <a:t>fringilla</a:t>
            </a:r>
            <a:r>
              <a:rPr lang="en-US"/>
              <a:t> </a:t>
            </a:r>
            <a:r>
              <a:rPr lang="en-US" err="1"/>
              <a:t>hendrerit</a:t>
            </a:r>
            <a:r>
              <a:rPr lang="en-US"/>
              <a:t> tempus.</a:t>
            </a:r>
          </a:p>
        </p:txBody>
      </p:sp>
      <p:sp>
        <p:nvSpPr>
          <p:cNvPr id="22" name="Text Placeholder 6">
            <a:extLst>
              <a:ext uri="{FF2B5EF4-FFF2-40B4-BE49-F238E27FC236}">
                <a16:creationId xmlns:a16="http://schemas.microsoft.com/office/drawing/2014/main" id="{20A39A1D-8D4E-880C-CB18-FF07D46CDB2B}"/>
              </a:ext>
            </a:extLst>
          </p:cNvPr>
          <p:cNvSpPr>
            <a:spLocks noGrp="1"/>
          </p:cNvSpPr>
          <p:nvPr>
            <p:ph type="body" sz="quarter" idx="20" hasCustomPrompt="1"/>
          </p:nvPr>
        </p:nvSpPr>
        <p:spPr>
          <a:xfrm>
            <a:off x="9159160" y="4036441"/>
            <a:ext cx="2697480" cy="2336800"/>
          </a:xfrm>
        </p:spPr>
        <p:txBody>
          <a:bodyPr/>
          <a:lstStyle>
            <a:lvl1pPr>
              <a:lnSpc>
                <a:spcPct val="110000"/>
              </a:lnSpc>
              <a:defRPr/>
            </a:lvl1pPr>
            <a:lvl5pPr>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Nunc id ante </a:t>
            </a:r>
            <a:r>
              <a:rPr lang="en-US" err="1"/>
              <a:t>metus</a:t>
            </a:r>
            <a:r>
              <a:rPr lang="en-US"/>
              <a:t>. </a:t>
            </a:r>
            <a:r>
              <a:rPr lang="en-US" err="1"/>
              <a:t>Nulla</a:t>
            </a:r>
            <a:r>
              <a:rPr lang="en-US"/>
              <a:t> </a:t>
            </a:r>
            <a:r>
              <a:rPr lang="en-US" err="1"/>
              <a:t>odio</a:t>
            </a:r>
            <a:r>
              <a:rPr lang="en-US"/>
              <a:t> </a:t>
            </a:r>
            <a:r>
              <a:rPr lang="en-US" err="1"/>
              <a:t>urna</a:t>
            </a:r>
            <a:r>
              <a:rPr lang="en-US"/>
              <a:t>, </a:t>
            </a:r>
            <a:r>
              <a:rPr lang="en-US" err="1"/>
              <a:t>mattis</a:t>
            </a:r>
            <a:r>
              <a:rPr lang="en-US"/>
              <a:t> </a:t>
            </a:r>
            <a:r>
              <a:rPr lang="en-US" err="1"/>
              <a:t>interdum</a:t>
            </a:r>
            <a:r>
              <a:rPr lang="en-US"/>
              <a:t> convallis ac, dictum </a:t>
            </a:r>
            <a:r>
              <a:rPr lang="en-US" err="1"/>
              <a:t>eget</a:t>
            </a:r>
            <a:r>
              <a:rPr lang="en-US"/>
              <a:t> </a:t>
            </a:r>
            <a:r>
              <a:rPr lang="en-US" err="1"/>
              <a:t>nisl</a:t>
            </a:r>
            <a:r>
              <a:rPr lang="en-US"/>
              <a:t>. </a:t>
            </a:r>
            <a:r>
              <a:rPr lang="en-US" err="1"/>
              <a:t>Aliquam</a:t>
            </a:r>
            <a:r>
              <a:rPr lang="en-US"/>
              <a:t> at </a:t>
            </a:r>
            <a:r>
              <a:rPr lang="en-US" err="1"/>
              <a:t>elit</a:t>
            </a:r>
            <a:r>
              <a:rPr lang="en-US"/>
              <a:t> </a:t>
            </a:r>
            <a:r>
              <a:rPr lang="en-US" err="1"/>
              <a:t>tempor</a:t>
            </a:r>
            <a:r>
              <a:rPr lang="en-US"/>
              <a:t>, </a:t>
            </a:r>
            <a:r>
              <a:rPr lang="en-US" err="1"/>
              <a:t>dapibus</a:t>
            </a:r>
            <a:r>
              <a:rPr lang="en-US"/>
              <a:t> ante </a:t>
            </a:r>
            <a:r>
              <a:rPr lang="en-US" err="1"/>
              <a:t>eget</a:t>
            </a:r>
            <a:r>
              <a:rPr lang="en-US"/>
              <a:t>, convallis </a:t>
            </a:r>
            <a:r>
              <a:rPr lang="en-US" err="1"/>
              <a:t>odio</a:t>
            </a:r>
            <a:r>
              <a:rPr lang="en-US"/>
              <a:t>. Nunc vestibulum </a:t>
            </a:r>
            <a:r>
              <a:rPr lang="en-US" err="1"/>
              <a:t>viverra</a:t>
            </a:r>
            <a:r>
              <a:rPr lang="en-US"/>
              <a:t> </a:t>
            </a:r>
            <a:r>
              <a:rPr lang="en-US" err="1"/>
              <a:t>purus</a:t>
            </a:r>
            <a:r>
              <a:rPr lang="en-US"/>
              <a:t>, ac </a:t>
            </a:r>
            <a:r>
              <a:rPr lang="en-US" err="1"/>
              <a:t>iaculis</a:t>
            </a:r>
            <a:r>
              <a:rPr lang="en-US"/>
              <a:t> </a:t>
            </a:r>
            <a:r>
              <a:rPr lang="en-US" err="1"/>
              <a:t>tortor</a:t>
            </a:r>
            <a:r>
              <a:rPr lang="en-US"/>
              <a:t> </a:t>
            </a:r>
            <a:r>
              <a:rPr lang="en-US" err="1"/>
              <a:t>porttitor</a:t>
            </a:r>
            <a:r>
              <a:rPr lang="en-US"/>
              <a:t> sit </a:t>
            </a:r>
            <a:r>
              <a:rPr lang="en-US" err="1"/>
              <a:t>amet</a:t>
            </a:r>
            <a:r>
              <a:rPr lang="en-US"/>
              <a:t>. Integer </a:t>
            </a:r>
            <a:r>
              <a:rPr lang="en-US" err="1"/>
              <a:t>fringilla</a:t>
            </a:r>
            <a:r>
              <a:rPr lang="en-US"/>
              <a:t> </a:t>
            </a:r>
            <a:r>
              <a:rPr lang="en-US" err="1"/>
              <a:t>hendrerit</a:t>
            </a:r>
            <a:r>
              <a:rPr lang="en-US"/>
              <a:t> tempus.</a:t>
            </a:r>
          </a:p>
        </p:txBody>
      </p:sp>
      <p:sp>
        <p:nvSpPr>
          <p:cNvPr id="3" name="Text Placeholder 2">
            <a:extLst>
              <a:ext uri="{FF2B5EF4-FFF2-40B4-BE49-F238E27FC236}">
                <a16:creationId xmlns:a16="http://schemas.microsoft.com/office/drawing/2014/main" id="{74521405-0DF2-1F92-B327-81233BEE3CF9}"/>
              </a:ext>
            </a:extLst>
          </p:cNvPr>
          <p:cNvSpPr>
            <a:spLocks noGrp="1"/>
          </p:cNvSpPr>
          <p:nvPr>
            <p:ph type="body" sz="quarter" idx="22" hasCustomPrompt="1"/>
          </p:nvPr>
        </p:nvSpPr>
        <p:spPr>
          <a:xfrm>
            <a:off x="334963" y="3356992"/>
            <a:ext cx="2697480" cy="672228"/>
          </a:xfrm>
        </p:spPr>
        <p:txBody>
          <a:bodyPr/>
          <a:lstStyle>
            <a:lvl2pPr>
              <a:lnSpc>
                <a:spcPct val="110000"/>
              </a:lnSpc>
              <a:buNone/>
              <a:defRPr sz="1600"/>
            </a:lvl2pPr>
          </a:lstStyle>
          <a:p>
            <a:pPr lvl="1"/>
            <a:r>
              <a:rPr lang="en-US"/>
              <a:t>Subtitle here</a:t>
            </a:r>
          </a:p>
        </p:txBody>
      </p:sp>
      <p:sp>
        <p:nvSpPr>
          <p:cNvPr id="4" name="Text Placeholder 2">
            <a:extLst>
              <a:ext uri="{FF2B5EF4-FFF2-40B4-BE49-F238E27FC236}">
                <a16:creationId xmlns:a16="http://schemas.microsoft.com/office/drawing/2014/main" id="{753D4E52-1083-87CD-E850-849380942217}"/>
              </a:ext>
            </a:extLst>
          </p:cNvPr>
          <p:cNvSpPr>
            <a:spLocks noGrp="1"/>
          </p:cNvSpPr>
          <p:nvPr>
            <p:ph type="body" sz="quarter" idx="23" hasCustomPrompt="1"/>
          </p:nvPr>
        </p:nvSpPr>
        <p:spPr>
          <a:xfrm>
            <a:off x="3276362" y="3356992"/>
            <a:ext cx="2697480" cy="672228"/>
          </a:xfrm>
        </p:spPr>
        <p:txBody>
          <a:bodyPr/>
          <a:lstStyle>
            <a:lvl2pPr>
              <a:lnSpc>
                <a:spcPct val="110000"/>
              </a:lnSpc>
              <a:buNone/>
              <a:defRPr sz="1600"/>
            </a:lvl2pPr>
          </a:lstStyle>
          <a:p>
            <a:pPr lvl="1"/>
            <a:r>
              <a:rPr lang="en-US"/>
              <a:t>Subtitle here</a:t>
            </a:r>
          </a:p>
        </p:txBody>
      </p:sp>
      <p:sp>
        <p:nvSpPr>
          <p:cNvPr id="5" name="Text Placeholder 2">
            <a:extLst>
              <a:ext uri="{FF2B5EF4-FFF2-40B4-BE49-F238E27FC236}">
                <a16:creationId xmlns:a16="http://schemas.microsoft.com/office/drawing/2014/main" id="{733D7005-729A-D0D2-0E26-C76034DFE46D}"/>
              </a:ext>
            </a:extLst>
          </p:cNvPr>
          <p:cNvSpPr>
            <a:spLocks noGrp="1"/>
          </p:cNvSpPr>
          <p:nvPr>
            <p:ph type="body" sz="quarter" idx="24" hasCustomPrompt="1"/>
          </p:nvPr>
        </p:nvSpPr>
        <p:spPr>
          <a:xfrm>
            <a:off x="6217761" y="3356992"/>
            <a:ext cx="2697480" cy="672228"/>
          </a:xfrm>
        </p:spPr>
        <p:txBody>
          <a:bodyPr/>
          <a:lstStyle>
            <a:lvl2pPr>
              <a:lnSpc>
                <a:spcPct val="110000"/>
              </a:lnSpc>
              <a:buNone/>
              <a:defRPr sz="1600"/>
            </a:lvl2pPr>
          </a:lstStyle>
          <a:p>
            <a:pPr lvl="1"/>
            <a:r>
              <a:rPr lang="en-US"/>
              <a:t>Subtitle here</a:t>
            </a:r>
          </a:p>
        </p:txBody>
      </p:sp>
      <p:sp>
        <p:nvSpPr>
          <p:cNvPr id="6" name="Text Placeholder 2">
            <a:extLst>
              <a:ext uri="{FF2B5EF4-FFF2-40B4-BE49-F238E27FC236}">
                <a16:creationId xmlns:a16="http://schemas.microsoft.com/office/drawing/2014/main" id="{0637182F-3F58-C196-434D-899A3F1264A9}"/>
              </a:ext>
            </a:extLst>
          </p:cNvPr>
          <p:cNvSpPr>
            <a:spLocks noGrp="1"/>
          </p:cNvSpPr>
          <p:nvPr>
            <p:ph type="body" sz="quarter" idx="25" hasCustomPrompt="1"/>
          </p:nvPr>
        </p:nvSpPr>
        <p:spPr>
          <a:xfrm>
            <a:off x="9162288" y="3356992"/>
            <a:ext cx="2697480" cy="672228"/>
          </a:xfrm>
        </p:spPr>
        <p:txBody>
          <a:bodyPr/>
          <a:lstStyle>
            <a:lvl2pPr>
              <a:lnSpc>
                <a:spcPct val="110000"/>
              </a:lnSpc>
              <a:buNone/>
              <a:defRPr sz="1600"/>
            </a:lvl2pPr>
          </a:lstStyle>
          <a:p>
            <a:pPr lvl="1"/>
            <a:r>
              <a:rPr lang="en-US"/>
              <a:t>Subtitle here</a:t>
            </a:r>
          </a:p>
        </p:txBody>
      </p:sp>
      <p:pic>
        <p:nvPicPr>
          <p:cNvPr id="10" name="Picture 9" descr="A black tree with leaves&#10;&#10;Description automatically generated">
            <a:extLst>
              <a:ext uri="{FF2B5EF4-FFF2-40B4-BE49-F238E27FC236}">
                <a16:creationId xmlns:a16="http://schemas.microsoft.com/office/drawing/2014/main" id="{60F25ED7-0E63-EDD7-9BFF-4BDD9F925F65}"/>
              </a:ext>
            </a:extLst>
          </p:cNvPr>
          <p:cNvPicPr>
            <a:picLocks noChangeAspect="1"/>
          </p:cNvPicPr>
          <p:nvPr userDrawn="1"/>
        </p:nvPicPr>
        <p:blipFill>
          <a:blip r:embed="rId2"/>
          <a:stretch>
            <a:fillRect/>
          </a:stretch>
        </p:blipFill>
        <p:spPr>
          <a:xfrm>
            <a:off x="11440401" y="188640"/>
            <a:ext cx="488247" cy="495124"/>
          </a:xfrm>
          <a:prstGeom prst="rect">
            <a:avLst/>
          </a:prstGeom>
        </p:spPr>
      </p:pic>
      <p:sp>
        <p:nvSpPr>
          <p:cNvPr id="13" name="Slide Number Placeholder 5">
            <a:extLst>
              <a:ext uri="{FF2B5EF4-FFF2-40B4-BE49-F238E27FC236}">
                <a16:creationId xmlns:a16="http://schemas.microsoft.com/office/drawing/2014/main" id="{D1A52F79-CFC7-EE84-8EB2-F2E0E00EAB52}"/>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US" smtClean="0"/>
              <a:pPr algn="r"/>
              <a:t>‹#›</a:t>
            </a:fld>
            <a:endParaRPr lang="en-US"/>
          </a:p>
        </p:txBody>
      </p:sp>
      <p:cxnSp>
        <p:nvCxnSpPr>
          <p:cNvPr id="14" name="Straight Connector 13">
            <a:extLst>
              <a:ext uri="{FF2B5EF4-FFF2-40B4-BE49-F238E27FC236}">
                <a16:creationId xmlns:a16="http://schemas.microsoft.com/office/drawing/2014/main" id="{0ADA91D6-9C61-DCEF-5ACF-C9FB18302C6D}"/>
              </a:ext>
            </a:extLst>
          </p:cNvPr>
          <p:cNvCxnSpPr>
            <a:cxnSpLocks/>
          </p:cNvCxnSpPr>
          <p:nvPr userDrawn="1"/>
        </p:nvCxnSpPr>
        <p:spPr>
          <a:xfrm>
            <a:off x="335360" y="6629400"/>
            <a:ext cx="11220030"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C9FE1172-C642-E1B4-A50F-34F4F7435A14}"/>
              </a:ext>
            </a:extLst>
          </p:cNvPr>
          <p:cNvCxnSpPr>
            <a:cxnSpLocks/>
          </p:cNvCxnSpPr>
          <p:nvPr userDrawn="1"/>
        </p:nvCxnSpPr>
        <p:spPr>
          <a:xfrm>
            <a:off x="335360" y="444624"/>
            <a:ext cx="11105041"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6CE0CFCF-28A0-FDF8-10D7-07C1D02E66AB}"/>
              </a:ext>
            </a:extLst>
          </p:cNvPr>
          <p:cNvSpPr>
            <a:spLocks noGrp="1"/>
          </p:cNvSpPr>
          <p:nvPr>
            <p:ph type="body" sz="quarter" idx="26" hasCustomPrompt="1"/>
          </p:nvPr>
        </p:nvSpPr>
        <p:spPr>
          <a:xfrm>
            <a:off x="348300" y="242888"/>
            <a:ext cx="4206240" cy="182284"/>
          </a:xfrm>
        </p:spPr>
        <p:txBody>
          <a:bodyPr tIns="0" bIns="0"/>
          <a:lstStyle>
            <a:lvl1pPr>
              <a:lnSpc>
                <a:spcPct val="100000"/>
              </a:lnSpc>
              <a:defRPr sz="700" spc="50" baseline="0">
                <a:solidFill>
                  <a:schemeClr val="tx2"/>
                </a:solidFill>
                <a:latin typeface="+mn-lt"/>
              </a:defRPr>
            </a:lvl1pPr>
          </a:lstStyle>
          <a:p>
            <a:pPr lvl="0"/>
            <a:r>
              <a:rPr lang="en-US"/>
              <a:t>SECTION TITLE HERE</a:t>
            </a:r>
          </a:p>
        </p:txBody>
      </p:sp>
      <p:sp>
        <p:nvSpPr>
          <p:cNvPr id="16" name="Title 1">
            <a:extLst>
              <a:ext uri="{FF2B5EF4-FFF2-40B4-BE49-F238E27FC236}">
                <a16:creationId xmlns:a16="http://schemas.microsoft.com/office/drawing/2014/main" id="{2D3CC282-3E20-B9B0-D0FA-284EA0350E9C}"/>
              </a:ext>
            </a:extLst>
          </p:cNvPr>
          <p:cNvSpPr>
            <a:spLocks noGrp="1"/>
          </p:cNvSpPr>
          <p:nvPr>
            <p:ph type="title" hasCustomPrompt="1"/>
          </p:nvPr>
        </p:nvSpPr>
        <p:spPr>
          <a:xfrm>
            <a:off x="348299" y="548681"/>
            <a:ext cx="11164824" cy="594360"/>
          </a:xfrm>
        </p:spPr>
        <p:txBody>
          <a:bodyPr>
            <a:noAutofit/>
          </a:bodyPr>
          <a:lstStyle>
            <a:lvl1pPr>
              <a:lnSpc>
                <a:spcPct val="80000"/>
              </a:lnSpc>
              <a:defRPr>
                <a:solidFill>
                  <a:srgbClr val="3D441E"/>
                </a:solidFill>
              </a:defRPr>
            </a:lvl1pPr>
          </a:lstStyle>
          <a:p>
            <a:r>
              <a:rPr lang="en-US"/>
              <a:t>Insert Title Here</a:t>
            </a:r>
          </a:p>
        </p:txBody>
      </p:sp>
      <p:sp>
        <p:nvSpPr>
          <p:cNvPr id="17" name="Text Placeholder 14">
            <a:extLst>
              <a:ext uri="{FF2B5EF4-FFF2-40B4-BE49-F238E27FC236}">
                <a16:creationId xmlns:a16="http://schemas.microsoft.com/office/drawing/2014/main" id="{31159E58-2400-1194-C3A2-604B6FDAB2F2}"/>
              </a:ext>
            </a:extLst>
          </p:cNvPr>
          <p:cNvSpPr>
            <a:spLocks noGrp="1"/>
          </p:cNvSpPr>
          <p:nvPr>
            <p:ph type="body" sz="quarter" idx="27" hasCustomPrompt="1"/>
          </p:nvPr>
        </p:nvSpPr>
        <p:spPr>
          <a:xfrm>
            <a:off x="348299" y="1166772"/>
            <a:ext cx="11164824" cy="393192"/>
          </a:xfrm>
        </p:spPr>
        <p:txBody>
          <a:bodyPr/>
          <a:lstStyle>
            <a:lvl1pPr>
              <a:lnSpc>
                <a:spcPct val="100000"/>
              </a:lnSpc>
              <a:defRPr sz="1600"/>
            </a:lvl1pPr>
          </a:lstStyle>
          <a:p>
            <a:pPr lvl="0"/>
            <a:r>
              <a:rPr lang="en-US"/>
              <a:t>Insert Subheading Here</a:t>
            </a:r>
          </a:p>
        </p:txBody>
      </p:sp>
    </p:spTree>
    <p:extLst>
      <p:ext uri="{BB962C8B-B14F-4D97-AF65-F5344CB8AC3E}">
        <p14:creationId xmlns:p14="http://schemas.microsoft.com/office/powerpoint/2010/main" val="1056034606"/>
      </p:ext>
    </p:extLst>
  </p:cSld>
  <p:clrMapOvr>
    <a:masterClrMapping/>
  </p:clrMapOvr>
  <p:extLst>
    <p:ext uri="{DCECCB84-F9BA-43D5-87BE-67443E8EF086}">
      <p15:sldGuideLst xmlns:p15="http://schemas.microsoft.com/office/powerpoint/2012/main">
        <p15:guide id="1" orient="horz" pos="4020">
          <p15:clr>
            <a:srgbClr val="FBAE40"/>
          </p15:clr>
        </p15:guide>
        <p15:guide id="2" orient="horz" pos="39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 - List (Text Only - Dark)">
    <p:bg>
      <p:bgPr>
        <a:solidFill>
          <a:srgbClr val="3D441E"/>
        </a:solidFill>
        <a:effectLst/>
      </p:bgPr>
    </p:bg>
    <p:spTree>
      <p:nvGrpSpPr>
        <p:cNvPr id="1" name=""/>
        <p:cNvGrpSpPr/>
        <p:nvPr/>
      </p:nvGrpSpPr>
      <p:grpSpPr>
        <a:xfrm>
          <a:off x="0" y="0"/>
          <a:ext cx="0" cy="0"/>
          <a:chOff x="0" y="0"/>
          <a:chExt cx="0" cy="0"/>
        </a:xfrm>
      </p:grpSpPr>
      <p:pic>
        <p:nvPicPr>
          <p:cNvPr id="23" name="Picture 22" descr="A white tree with leaves on it&#10;&#10;AI-generated content may be incorrect.">
            <a:extLst>
              <a:ext uri="{FF2B5EF4-FFF2-40B4-BE49-F238E27FC236}">
                <a16:creationId xmlns:a16="http://schemas.microsoft.com/office/drawing/2014/main" id="{4D98EEBE-CEB6-595A-101E-A5D22778A5C3}"/>
              </a:ext>
            </a:extLst>
          </p:cNvPr>
          <p:cNvPicPr>
            <a:picLocks noChangeAspect="1"/>
          </p:cNvPicPr>
          <p:nvPr userDrawn="1"/>
        </p:nvPicPr>
        <p:blipFill>
          <a:blip r:embed="rId2"/>
          <a:stretch>
            <a:fillRect/>
          </a:stretch>
        </p:blipFill>
        <p:spPr>
          <a:xfrm>
            <a:off x="11440401" y="188640"/>
            <a:ext cx="489899" cy="496799"/>
          </a:xfrm>
          <a:prstGeom prst="rect">
            <a:avLst/>
          </a:prstGeom>
        </p:spPr>
      </p:pic>
      <p:cxnSp>
        <p:nvCxnSpPr>
          <p:cNvPr id="4" name="Straight Connector 3">
            <a:extLst>
              <a:ext uri="{FF2B5EF4-FFF2-40B4-BE49-F238E27FC236}">
                <a16:creationId xmlns:a16="http://schemas.microsoft.com/office/drawing/2014/main" id="{B630C0FB-49C2-1B77-A61A-317E494788ED}"/>
              </a:ext>
            </a:extLst>
          </p:cNvPr>
          <p:cNvCxnSpPr>
            <a:cxnSpLocks/>
          </p:cNvCxnSpPr>
          <p:nvPr userDrawn="1"/>
        </p:nvCxnSpPr>
        <p:spPr>
          <a:xfrm>
            <a:off x="335360" y="444624"/>
            <a:ext cx="11105041"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2" name="Straight Connector 1">
            <a:extLst>
              <a:ext uri="{FF2B5EF4-FFF2-40B4-BE49-F238E27FC236}">
                <a16:creationId xmlns:a16="http://schemas.microsoft.com/office/drawing/2014/main" id="{A3B360FE-BCFA-1936-0CFF-87296B51DAD9}"/>
              </a:ext>
            </a:extLst>
          </p:cNvPr>
          <p:cNvCxnSpPr>
            <a:cxnSpLocks/>
          </p:cNvCxnSpPr>
          <p:nvPr userDrawn="1"/>
        </p:nvCxnSpPr>
        <p:spPr>
          <a:xfrm>
            <a:off x="6167200" y="4581133"/>
            <a:ext cx="2759312"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55154437-9BC9-5A7C-7355-F88994DFFE3E}"/>
              </a:ext>
            </a:extLst>
          </p:cNvPr>
          <p:cNvCxnSpPr>
            <a:cxnSpLocks/>
          </p:cNvCxnSpPr>
          <p:nvPr userDrawn="1"/>
        </p:nvCxnSpPr>
        <p:spPr>
          <a:xfrm>
            <a:off x="3251279" y="4581133"/>
            <a:ext cx="2759313"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BD475BB3-E6CA-50E5-648E-E210336A2D3F}"/>
              </a:ext>
            </a:extLst>
          </p:cNvPr>
          <p:cNvCxnSpPr>
            <a:cxnSpLocks/>
          </p:cNvCxnSpPr>
          <p:nvPr userDrawn="1"/>
        </p:nvCxnSpPr>
        <p:spPr>
          <a:xfrm>
            <a:off x="335360" y="4581133"/>
            <a:ext cx="2792015"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2DEF0F6-004B-38AD-8A1B-DD62A09FB554}"/>
              </a:ext>
            </a:extLst>
          </p:cNvPr>
          <p:cNvCxnSpPr>
            <a:cxnSpLocks/>
          </p:cNvCxnSpPr>
          <p:nvPr userDrawn="1"/>
        </p:nvCxnSpPr>
        <p:spPr>
          <a:xfrm>
            <a:off x="9063038" y="4581133"/>
            <a:ext cx="276225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4" name="Text Placeholder 13">
            <a:extLst>
              <a:ext uri="{FF2B5EF4-FFF2-40B4-BE49-F238E27FC236}">
                <a16:creationId xmlns:a16="http://schemas.microsoft.com/office/drawing/2014/main" id="{225CA8DB-89BC-3F7E-6B8B-A2BE7FDED22A}"/>
              </a:ext>
            </a:extLst>
          </p:cNvPr>
          <p:cNvSpPr>
            <a:spLocks noGrp="1"/>
          </p:cNvSpPr>
          <p:nvPr>
            <p:ph type="body" sz="quarter" idx="22" hasCustomPrompt="1"/>
          </p:nvPr>
        </p:nvSpPr>
        <p:spPr>
          <a:xfrm>
            <a:off x="334963" y="4797153"/>
            <a:ext cx="2792015" cy="1616224"/>
          </a:xfrm>
        </p:spPr>
        <p:txBody>
          <a:bodyPr/>
          <a:lstStyle>
            <a:lvl1pPr>
              <a:lnSpc>
                <a:spcPct val="110000"/>
              </a:lnSpc>
              <a:defRPr>
                <a:solidFill>
                  <a:schemeClr val="bg1"/>
                </a:solidFill>
              </a:defRPr>
            </a:lvl1pPr>
          </a:lstStyle>
          <a:p>
            <a:pPr lvl="0"/>
            <a:r>
              <a:rPr lang="en-US"/>
              <a:t>Column text here</a:t>
            </a:r>
          </a:p>
        </p:txBody>
      </p:sp>
      <p:sp>
        <p:nvSpPr>
          <p:cNvPr id="15" name="Text Placeholder 13">
            <a:extLst>
              <a:ext uri="{FF2B5EF4-FFF2-40B4-BE49-F238E27FC236}">
                <a16:creationId xmlns:a16="http://schemas.microsoft.com/office/drawing/2014/main" id="{8F9DC367-4027-CD6E-17DF-6ABDEFB9BBE8}"/>
              </a:ext>
            </a:extLst>
          </p:cNvPr>
          <p:cNvSpPr>
            <a:spLocks noGrp="1"/>
          </p:cNvSpPr>
          <p:nvPr>
            <p:ph type="body" sz="quarter" idx="23" hasCustomPrompt="1"/>
          </p:nvPr>
        </p:nvSpPr>
        <p:spPr>
          <a:xfrm>
            <a:off x="3261043" y="4797153"/>
            <a:ext cx="2765107" cy="1616224"/>
          </a:xfrm>
        </p:spPr>
        <p:txBody>
          <a:bodyPr/>
          <a:lstStyle>
            <a:lvl1pPr>
              <a:lnSpc>
                <a:spcPct val="110000"/>
              </a:lnSpc>
              <a:defRPr>
                <a:solidFill>
                  <a:schemeClr val="bg1"/>
                </a:solidFill>
              </a:defRPr>
            </a:lvl1pPr>
          </a:lstStyle>
          <a:p>
            <a:pPr lvl="0"/>
            <a:r>
              <a:rPr lang="en-US"/>
              <a:t>Column text here</a:t>
            </a:r>
          </a:p>
        </p:txBody>
      </p:sp>
      <p:sp>
        <p:nvSpPr>
          <p:cNvPr id="16" name="Text Placeholder 13">
            <a:extLst>
              <a:ext uri="{FF2B5EF4-FFF2-40B4-BE49-F238E27FC236}">
                <a16:creationId xmlns:a16="http://schemas.microsoft.com/office/drawing/2014/main" id="{95D4930F-70D6-B904-811E-73049E1CBA38}"/>
              </a:ext>
            </a:extLst>
          </p:cNvPr>
          <p:cNvSpPr>
            <a:spLocks noGrp="1"/>
          </p:cNvSpPr>
          <p:nvPr>
            <p:ph type="body" sz="quarter" idx="24" hasCustomPrompt="1"/>
          </p:nvPr>
        </p:nvSpPr>
        <p:spPr>
          <a:xfrm>
            <a:off x="6166803" y="4797153"/>
            <a:ext cx="2765107" cy="1616224"/>
          </a:xfrm>
        </p:spPr>
        <p:txBody>
          <a:bodyPr/>
          <a:lstStyle>
            <a:lvl1pPr>
              <a:lnSpc>
                <a:spcPct val="110000"/>
              </a:lnSpc>
              <a:defRPr>
                <a:solidFill>
                  <a:schemeClr val="bg1"/>
                </a:solidFill>
              </a:defRPr>
            </a:lvl1pPr>
          </a:lstStyle>
          <a:p>
            <a:pPr lvl="0"/>
            <a:r>
              <a:rPr lang="en-US"/>
              <a:t>Column text here</a:t>
            </a:r>
          </a:p>
        </p:txBody>
      </p:sp>
      <p:sp>
        <p:nvSpPr>
          <p:cNvPr id="17" name="Text Placeholder 13">
            <a:extLst>
              <a:ext uri="{FF2B5EF4-FFF2-40B4-BE49-F238E27FC236}">
                <a16:creationId xmlns:a16="http://schemas.microsoft.com/office/drawing/2014/main" id="{A3DFA6EB-3380-0A77-5E81-E6921384D656}"/>
              </a:ext>
            </a:extLst>
          </p:cNvPr>
          <p:cNvSpPr>
            <a:spLocks noGrp="1"/>
          </p:cNvSpPr>
          <p:nvPr>
            <p:ph type="body" sz="quarter" idx="25" hasCustomPrompt="1"/>
          </p:nvPr>
        </p:nvSpPr>
        <p:spPr>
          <a:xfrm>
            <a:off x="9062403" y="4797153"/>
            <a:ext cx="2765107" cy="1616224"/>
          </a:xfrm>
        </p:spPr>
        <p:txBody>
          <a:bodyPr/>
          <a:lstStyle>
            <a:lvl1pPr>
              <a:lnSpc>
                <a:spcPct val="110000"/>
              </a:lnSpc>
              <a:defRPr>
                <a:solidFill>
                  <a:schemeClr val="bg1"/>
                </a:solidFill>
              </a:defRPr>
            </a:lvl1pPr>
          </a:lstStyle>
          <a:p>
            <a:pPr lvl="0"/>
            <a:r>
              <a:rPr lang="en-US"/>
              <a:t>Column text here</a:t>
            </a:r>
          </a:p>
        </p:txBody>
      </p:sp>
      <p:sp>
        <p:nvSpPr>
          <p:cNvPr id="8" name="Text Placeholder 7">
            <a:extLst>
              <a:ext uri="{FF2B5EF4-FFF2-40B4-BE49-F238E27FC236}">
                <a16:creationId xmlns:a16="http://schemas.microsoft.com/office/drawing/2014/main" id="{7286F306-882B-7852-BBFD-BA77D964E909}"/>
              </a:ext>
            </a:extLst>
          </p:cNvPr>
          <p:cNvSpPr>
            <a:spLocks noGrp="1"/>
          </p:cNvSpPr>
          <p:nvPr>
            <p:ph type="body" sz="quarter" idx="26" hasCustomPrompt="1"/>
          </p:nvPr>
        </p:nvSpPr>
        <p:spPr>
          <a:xfrm>
            <a:off x="347663" y="4077072"/>
            <a:ext cx="2779712" cy="504180"/>
          </a:xfrm>
        </p:spPr>
        <p:txBody>
          <a:bodyPr/>
          <a:lstStyle>
            <a:lvl1pPr>
              <a:defRPr>
                <a:solidFill>
                  <a:schemeClr val="bg1"/>
                </a:solidFill>
              </a:defRPr>
            </a:lvl1pPr>
            <a:lvl2pPr>
              <a:lnSpc>
                <a:spcPct val="110000"/>
              </a:lnSpc>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1"/>
            <a:r>
              <a:rPr lang="en-US"/>
              <a:t>Title here</a:t>
            </a:r>
          </a:p>
        </p:txBody>
      </p:sp>
      <p:sp>
        <p:nvSpPr>
          <p:cNvPr id="13" name="Text Placeholder 7">
            <a:extLst>
              <a:ext uri="{FF2B5EF4-FFF2-40B4-BE49-F238E27FC236}">
                <a16:creationId xmlns:a16="http://schemas.microsoft.com/office/drawing/2014/main" id="{2E1DA89C-0717-A92E-C788-79FF9A3A067A}"/>
              </a:ext>
            </a:extLst>
          </p:cNvPr>
          <p:cNvSpPr>
            <a:spLocks noGrp="1"/>
          </p:cNvSpPr>
          <p:nvPr>
            <p:ph type="body" sz="quarter" idx="27" hasCustomPrompt="1"/>
          </p:nvPr>
        </p:nvSpPr>
        <p:spPr>
          <a:xfrm>
            <a:off x="3264118" y="4077072"/>
            <a:ext cx="2762032" cy="504180"/>
          </a:xfrm>
        </p:spPr>
        <p:txBody>
          <a:bodyPr/>
          <a:lstStyle>
            <a:lvl1pPr>
              <a:defRPr>
                <a:solidFill>
                  <a:schemeClr val="bg1"/>
                </a:solidFill>
              </a:defRPr>
            </a:lvl1pPr>
            <a:lvl2pPr>
              <a:lnSpc>
                <a:spcPct val="110000"/>
              </a:lnSpc>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1"/>
            <a:r>
              <a:rPr lang="en-US"/>
              <a:t>Title here</a:t>
            </a:r>
          </a:p>
        </p:txBody>
      </p:sp>
      <p:sp>
        <p:nvSpPr>
          <p:cNvPr id="19" name="Text Placeholder 7">
            <a:extLst>
              <a:ext uri="{FF2B5EF4-FFF2-40B4-BE49-F238E27FC236}">
                <a16:creationId xmlns:a16="http://schemas.microsoft.com/office/drawing/2014/main" id="{16AEC330-8531-551A-538E-062F0FD1290C}"/>
              </a:ext>
            </a:extLst>
          </p:cNvPr>
          <p:cNvSpPr>
            <a:spLocks noGrp="1"/>
          </p:cNvSpPr>
          <p:nvPr>
            <p:ph type="body" sz="quarter" idx="28" hasCustomPrompt="1"/>
          </p:nvPr>
        </p:nvSpPr>
        <p:spPr>
          <a:xfrm>
            <a:off x="6161322" y="4077072"/>
            <a:ext cx="2762032" cy="504180"/>
          </a:xfrm>
        </p:spPr>
        <p:txBody>
          <a:bodyPr/>
          <a:lstStyle>
            <a:lvl1pPr>
              <a:defRPr>
                <a:solidFill>
                  <a:schemeClr val="bg1"/>
                </a:solidFill>
              </a:defRPr>
            </a:lvl1pPr>
            <a:lvl2pPr>
              <a:lnSpc>
                <a:spcPct val="110000"/>
              </a:lnSpc>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1"/>
            <a:r>
              <a:rPr lang="en-US"/>
              <a:t>Title here</a:t>
            </a:r>
          </a:p>
        </p:txBody>
      </p:sp>
      <p:sp>
        <p:nvSpPr>
          <p:cNvPr id="20" name="Text Placeholder 7">
            <a:extLst>
              <a:ext uri="{FF2B5EF4-FFF2-40B4-BE49-F238E27FC236}">
                <a16:creationId xmlns:a16="http://schemas.microsoft.com/office/drawing/2014/main" id="{DC9B9F11-547E-25D9-8E34-43B353A7A894}"/>
              </a:ext>
            </a:extLst>
          </p:cNvPr>
          <p:cNvSpPr>
            <a:spLocks noGrp="1"/>
          </p:cNvSpPr>
          <p:nvPr>
            <p:ph type="body" sz="quarter" idx="29" hasCustomPrompt="1"/>
          </p:nvPr>
        </p:nvSpPr>
        <p:spPr>
          <a:xfrm>
            <a:off x="9068152" y="4077072"/>
            <a:ext cx="2762032" cy="504055"/>
          </a:xfrm>
        </p:spPr>
        <p:txBody>
          <a:bodyPr/>
          <a:lstStyle>
            <a:lvl1pPr>
              <a:defRPr>
                <a:solidFill>
                  <a:schemeClr val="bg1"/>
                </a:solidFill>
              </a:defRPr>
            </a:lvl1pPr>
            <a:lvl2pPr>
              <a:lnSpc>
                <a:spcPct val="110000"/>
              </a:lnSpc>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1"/>
            <a:r>
              <a:rPr lang="en-US"/>
              <a:t>Title here</a:t>
            </a:r>
          </a:p>
        </p:txBody>
      </p:sp>
      <p:sp>
        <p:nvSpPr>
          <p:cNvPr id="21" name="Slide Number Placeholder 5">
            <a:extLst>
              <a:ext uri="{FF2B5EF4-FFF2-40B4-BE49-F238E27FC236}">
                <a16:creationId xmlns:a16="http://schemas.microsoft.com/office/drawing/2014/main" id="{90941094-6E05-418D-9E2C-9802115BE14F}"/>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chemeClr val="bg1"/>
                </a:solidFill>
                <a:latin typeface="Arial" panose="020B0604020202020204" pitchFamily="34" charset="0"/>
                <a:ea typeface="Helvetica Neue" panose="02000503000000020004" pitchFamily="2" charset="0"/>
                <a:cs typeface="Arial" panose="020B0604020202020204" pitchFamily="34" charset="0"/>
              </a:defRPr>
            </a:lvl1pPr>
          </a:lstStyle>
          <a:p>
            <a:fld id="{BD07F6D5-C405-3747-904C-8A4483F83D09}" type="slidenum">
              <a:rPr lang="en-US" smtClean="0"/>
              <a:pPr/>
              <a:t>‹#›</a:t>
            </a:fld>
            <a:endParaRPr lang="en-US"/>
          </a:p>
        </p:txBody>
      </p:sp>
      <p:cxnSp>
        <p:nvCxnSpPr>
          <p:cNvPr id="22" name="Straight Connector 21">
            <a:extLst>
              <a:ext uri="{FF2B5EF4-FFF2-40B4-BE49-F238E27FC236}">
                <a16:creationId xmlns:a16="http://schemas.microsoft.com/office/drawing/2014/main" id="{1AD4F87E-A1F5-8EF6-9889-39556CA23BA2}"/>
              </a:ext>
            </a:extLst>
          </p:cNvPr>
          <p:cNvCxnSpPr>
            <a:cxnSpLocks/>
          </p:cNvCxnSpPr>
          <p:nvPr userDrawn="1"/>
        </p:nvCxnSpPr>
        <p:spPr>
          <a:xfrm>
            <a:off x="335360" y="6629400"/>
            <a:ext cx="1122003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26" name="Title 1">
            <a:extLst>
              <a:ext uri="{FF2B5EF4-FFF2-40B4-BE49-F238E27FC236}">
                <a16:creationId xmlns:a16="http://schemas.microsoft.com/office/drawing/2014/main" id="{7BBB425B-516E-E1F8-9983-97736074E66D}"/>
              </a:ext>
            </a:extLst>
          </p:cNvPr>
          <p:cNvSpPr>
            <a:spLocks noGrp="1"/>
          </p:cNvSpPr>
          <p:nvPr>
            <p:ph type="title" hasCustomPrompt="1"/>
          </p:nvPr>
        </p:nvSpPr>
        <p:spPr>
          <a:xfrm>
            <a:off x="348300" y="548680"/>
            <a:ext cx="7602441" cy="1042415"/>
          </a:xfrm>
        </p:spPr>
        <p:txBody>
          <a:bodyPr>
            <a:noAutofit/>
          </a:bodyPr>
          <a:lstStyle>
            <a:lvl1pPr>
              <a:lnSpc>
                <a:spcPct val="80000"/>
              </a:lnSpc>
              <a:defRPr>
                <a:solidFill>
                  <a:schemeClr val="bg1"/>
                </a:solidFill>
              </a:defRPr>
            </a:lvl1pPr>
          </a:lstStyle>
          <a:p>
            <a:r>
              <a:rPr lang="en-US"/>
              <a:t>Insert Title Here</a:t>
            </a:r>
          </a:p>
        </p:txBody>
      </p:sp>
      <p:sp>
        <p:nvSpPr>
          <p:cNvPr id="9" name="Text Placeholder 8">
            <a:extLst>
              <a:ext uri="{FF2B5EF4-FFF2-40B4-BE49-F238E27FC236}">
                <a16:creationId xmlns:a16="http://schemas.microsoft.com/office/drawing/2014/main" id="{6658F71C-1DDF-8AE9-5C7F-5B4D8348A9C0}"/>
              </a:ext>
            </a:extLst>
          </p:cNvPr>
          <p:cNvSpPr>
            <a:spLocks noGrp="1"/>
          </p:cNvSpPr>
          <p:nvPr>
            <p:ph type="body" sz="quarter" idx="30" hasCustomPrompt="1"/>
          </p:nvPr>
        </p:nvSpPr>
        <p:spPr>
          <a:xfrm>
            <a:off x="348300" y="242888"/>
            <a:ext cx="4206240" cy="182284"/>
          </a:xfrm>
        </p:spPr>
        <p:txBody>
          <a:bodyPr tIns="0" bIns="0"/>
          <a:lstStyle>
            <a:lvl1pPr>
              <a:lnSpc>
                <a:spcPct val="100000"/>
              </a:lnSpc>
              <a:defRPr sz="700" spc="50" baseline="0">
                <a:solidFill>
                  <a:schemeClr val="bg1"/>
                </a:solidFill>
                <a:latin typeface="+mn-lt"/>
              </a:defRPr>
            </a:lvl1pPr>
          </a:lstStyle>
          <a:p>
            <a:pPr lvl="0"/>
            <a:r>
              <a:rPr lang="en-US"/>
              <a:t>SECTION TITLE HERE</a:t>
            </a:r>
          </a:p>
        </p:txBody>
      </p:sp>
    </p:spTree>
    <p:extLst>
      <p:ext uri="{BB962C8B-B14F-4D97-AF65-F5344CB8AC3E}">
        <p14:creationId xmlns:p14="http://schemas.microsoft.com/office/powerpoint/2010/main" val="815659208"/>
      </p:ext>
    </p:extLst>
  </p:cSld>
  <p:clrMapOvr>
    <a:masterClrMapping/>
  </p:clrMapOvr>
  <p:extLst>
    <p:ext uri="{DCECCB84-F9BA-43D5-87BE-67443E8EF086}">
      <p15:sldGuideLst xmlns:p15="http://schemas.microsoft.com/office/powerpoint/2012/main">
        <p15:guide id="1" orient="horz" pos="2296">
          <p15:clr>
            <a:srgbClr val="FBAE40"/>
          </p15:clr>
        </p15:guide>
        <p15:guide id="2" orient="horz" pos="39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 - Left Title / Right Lis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D5EDD5D-A48A-F9AF-6FCB-94741BB29C43}"/>
              </a:ext>
            </a:extLst>
          </p:cNvPr>
          <p:cNvSpPr/>
          <p:nvPr userDrawn="1"/>
        </p:nvSpPr>
        <p:spPr>
          <a:xfrm>
            <a:off x="0" y="0"/>
            <a:ext cx="5060950" cy="6858000"/>
          </a:xfrm>
          <a:prstGeom prst="rect">
            <a:avLst/>
          </a:prstGeom>
          <a:solidFill>
            <a:srgbClr val="CBC4B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5">
            <a:extLst>
              <a:ext uri="{FF2B5EF4-FFF2-40B4-BE49-F238E27FC236}">
                <a16:creationId xmlns:a16="http://schemas.microsoft.com/office/drawing/2014/main" id="{CDDC2F1F-FD40-42E3-123C-BCA95A066345}"/>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US" smtClean="0"/>
              <a:pPr algn="r"/>
              <a:t>‹#›</a:t>
            </a:fld>
            <a:endParaRPr lang="en-US"/>
          </a:p>
        </p:txBody>
      </p:sp>
      <p:cxnSp>
        <p:nvCxnSpPr>
          <p:cNvPr id="10" name="Straight Connector 9">
            <a:extLst>
              <a:ext uri="{FF2B5EF4-FFF2-40B4-BE49-F238E27FC236}">
                <a16:creationId xmlns:a16="http://schemas.microsoft.com/office/drawing/2014/main" id="{1F12D094-7AEE-C14A-E381-E4EC56E95484}"/>
              </a:ext>
            </a:extLst>
          </p:cNvPr>
          <p:cNvCxnSpPr>
            <a:cxnSpLocks/>
          </p:cNvCxnSpPr>
          <p:nvPr userDrawn="1"/>
        </p:nvCxnSpPr>
        <p:spPr>
          <a:xfrm>
            <a:off x="335360" y="6629400"/>
            <a:ext cx="11220030"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2DBA8181-DC70-E296-CC4C-B7DE82BCF43C}"/>
              </a:ext>
            </a:extLst>
          </p:cNvPr>
          <p:cNvSpPr>
            <a:spLocks noGrp="1"/>
          </p:cNvSpPr>
          <p:nvPr>
            <p:ph type="title" hasCustomPrompt="1"/>
          </p:nvPr>
        </p:nvSpPr>
        <p:spPr>
          <a:xfrm>
            <a:off x="347472" y="548680"/>
            <a:ext cx="4203307" cy="1649091"/>
          </a:xfrm>
        </p:spPr>
        <p:txBody>
          <a:bodyPr>
            <a:noAutofit/>
          </a:bodyPr>
          <a:lstStyle>
            <a:lvl1pPr>
              <a:lnSpc>
                <a:spcPct val="80000"/>
              </a:lnSpc>
              <a:defRPr>
                <a:solidFill>
                  <a:srgbClr val="3D441E"/>
                </a:solidFill>
              </a:defRPr>
            </a:lvl1pPr>
          </a:lstStyle>
          <a:p>
            <a:r>
              <a:rPr lang="en-US"/>
              <a:t>Insert Title Here</a:t>
            </a:r>
          </a:p>
        </p:txBody>
      </p:sp>
      <p:sp>
        <p:nvSpPr>
          <p:cNvPr id="7" name="Text Placeholder 6">
            <a:extLst>
              <a:ext uri="{FF2B5EF4-FFF2-40B4-BE49-F238E27FC236}">
                <a16:creationId xmlns:a16="http://schemas.microsoft.com/office/drawing/2014/main" id="{A7897ADF-6287-3772-480C-2821CC6E5C0E}"/>
              </a:ext>
            </a:extLst>
          </p:cNvPr>
          <p:cNvSpPr>
            <a:spLocks noGrp="1"/>
          </p:cNvSpPr>
          <p:nvPr>
            <p:ph type="body" sz="quarter" idx="22" hasCustomPrompt="1"/>
          </p:nvPr>
        </p:nvSpPr>
        <p:spPr>
          <a:xfrm>
            <a:off x="6240016" y="636025"/>
            <a:ext cx="5328592" cy="479797"/>
          </a:xfrm>
        </p:spPr>
        <p:txBody>
          <a:bodyPr anchor="ctr" anchorCtr="0"/>
          <a:lstStyle>
            <a:lvl1pPr marL="180000" indent="-180000">
              <a:lnSpc>
                <a:spcPct val="110000"/>
              </a:lnSpc>
              <a:spcAft>
                <a:spcPts val="600"/>
              </a:spcAft>
              <a:buFont typeface="Arial" panose="020B0604020202020204" pitchFamily="34" charset="0"/>
              <a:buNone/>
              <a:defRPr sz="1600"/>
            </a:lvl1pPr>
          </a:lstStyle>
          <a:p>
            <a:pPr lvl="0"/>
            <a:r>
              <a:rPr lang="en-US"/>
              <a:t>Insert text here</a:t>
            </a:r>
          </a:p>
        </p:txBody>
      </p:sp>
      <p:pic>
        <p:nvPicPr>
          <p:cNvPr id="3" name="Picture 2" descr="A black tree with leaves&#10;&#10;Description automatically generated">
            <a:extLst>
              <a:ext uri="{FF2B5EF4-FFF2-40B4-BE49-F238E27FC236}">
                <a16:creationId xmlns:a16="http://schemas.microsoft.com/office/drawing/2014/main" id="{8EAE1181-A78C-9CC8-5EB5-AF2A50AD0E4E}"/>
              </a:ext>
            </a:extLst>
          </p:cNvPr>
          <p:cNvPicPr>
            <a:picLocks noChangeAspect="1"/>
          </p:cNvPicPr>
          <p:nvPr userDrawn="1"/>
        </p:nvPicPr>
        <p:blipFill>
          <a:blip r:embed="rId2"/>
          <a:stretch>
            <a:fillRect/>
          </a:stretch>
        </p:blipFill>
        <p:spPr>
          <a:xfrm>
            <a:off x="11440401" y="188640"/>
            <a:ext cx="488247" cy="495124"/>
          </a:xfrm>
          <a:prstGeom prst="rect">
            <a:avLst/>
          </a:prstGeom>
        </p:spPr>
      </p:pic>
      <p:cxnSp>
        <p:nvCxnSpPr>
          <p:cNvPr id="4" name="Straight Connector 3">
            <a:extLst>
              <a:ext uri="{FF2B5EF4-FFF2-40B4-BE49-F238E27FC236}">
                <a16:creationId xmlns:a16="http://schemas.microsoft.com/office/drawing/2014/main" id="{96434894-C4B7-8C5F-7A69-EAE3E8185F04}"/>
              </a:ext>
            </a:extLst>
          </p:cNvPr>
          <p:cNvCxnSpPr>
            <a:cxnSpLocks/>
          </p:cNvCxnSpPr>
          <p:nvPr userDrawn="1"/>
        </p:nvCxnSpPr>
        <p:spPr>
          <a:xfrm>
            <a:off x="335360" y="444624"/>
            <a:ext cx="11105041"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14" name="Text Placeholder 6">
            <a:extLst>
              <a:ext uri="{FF2B5EF4-FFF2-40B4-BE49-F238E27FC236}">
                <a16:creationId xmlns:a16="http://schemas.microsoft.com/office/drawing/2014/main" id="{85955332-9B32-3449-B6FC-FB66E1BF88A9}"/>
              </a:ext>
            </a:extLst>
          </p:cNvPr>
          <p:cNvSpPr>
            <a:spLocks noGrp="1"/>
          </p:cNvSpPr>
          <p:nvPr>
            <p:ph type="body" sz="quarter" idx="23" hasCustomPrompt="1"/>
          </p:nvPr>
        </p:nvSpPr>
        <p:spPr>
          <a:xfrm>
            <a:off x="6240016" y="1562961"/>
            <a:ext cx="5328592" cy="479797"/>
          </a:xfrm>
        </p:spPr>
        <p:txBody>
          <a:bodyPr anchor="ctr" anchorCtr="0"/>
          <a:lstStyle>
            <a:lvl1pPr marL="180000" indent="-180000">
              <a:lnSpc>
                <a:spcPct val="110000"/>
              </a:lnSpc>
              <a:spcAft>
                <a:spcPts val="600"/>
              </a:spcAft>
              <a:buFont typeface="Arial" panose="020B0604020202020204" pitchFamily="34" charset="0"/>
              <a:buNone/>
              <a:defRPr sz="1600"/>
            </a:lvl1pPr>
          </a:lstStyle>
          <a:p>
            <a:pPr lvl="0"/>
            <a:r>
              <a:rPr lang="en-US"/>
              <a:t>Insert text here</a:t>
            </a:r>
          </a:p>
        </p:txBody>
      </p:sp>
      <p:sp>
        <p:nvSpPr>
          <p:cNvPr id="16" name="Text Placeholder 6">
            <a:extLst>
              <a:ext uri="{FF2B5EF4-FFF2-40B4-BE49-F238E27FC236}">
                <a16:creationId xmlns:a16="http://schemas.microsoft.com/office/drawing/2014/main" id="{52C97BE2-BCDB-64F2-2C52-17D2544F3113}"/>
              </a:ext>
            </a:extLst>
          </p:cNvPr>
          <p:cNvSpPr>
            <a:spLocks noGrp="1"/>
          </p:cNvSpPr>
          <p:nvPr>
            <p:ph type="body" sz="quarter" idx="24" hasCustomPrompt="1"/>
          </p:nvPr>
        </p:nvSpPr>
        <p:spPr>
          <a:xfrm>
            <a:off x="6240016" y="2499041"/>
            <a:ext cx="5328592" cy="479797"/>
          </a:xfrm>
        </p:spPr>
        <p:txBody>
          <a:bodyPr anchor="ctr" anchorCtr="0"/>
          <a:lstStyle>
            <a:lvl1pPr marL="180000" indent="-180000">
              <a:lnSpc>
                <a:spcPct val="110000"/>
              </a:lnSpc>
              <a:spcAft>
                <a:spcPts val="600"/>
              </a:spcAft>
              <a:buFont typeface="Arial" panose="020B0604020202020204" pitchFamily="34" charset="0"/>
              <a:buNone/>
              <a:defRPr sz="1600"/>
            </a:lvl1pPr>
          </a:lstStyle>
          <a:p>
            <a:pPr lvl="0"/>
            <a:r>
              <a:rPr lang="en-US"/>
              <a:t>Insert text here</a:t>
            </a:r>
          </a:p>
        </p:txBody>
      </p:sp>
      <p:sp>
        <p:nvSpPr>
          <p:cNvPr id="18" name="Text Placeholder 6">
            <a:extLst>
              <a:ext uri="{FF2B5EF4-FFF2-40B4-BE49-F238E27FC236}">
                <a16:creationId xmlns:a16="http://schemas.microsoft.com/office/drawing/2014/main" id="{4A828893-AFA4-5D05-A38E-0618C11A1A89}"/>
              </a:ext>
            </a:extLst>
          </p:cNvPr>
          <p:cNvSpPr>
            <a:spLocks noGrp="1"/>
          </p:cNvSpPr>
          <p:nvPr>
            <p:ph type="body" sz="quarter" idx="25" hasCustomPrompt="1"/>
          </p:nvPr>
        </p:nvSpPr>
        <p:spPr>
          <a:xfrm>
            <a:off x="6240016" y="3444265"/>
            <a:ext cx="5328592" cy="479797"/>
          </a:xfrm>
        </p:spPr>
        <p:txBody>
          <a:bodyPr anchor="ctr" anchorCtr="0"/>
          <a:lstStyle>
            <a:lvl1pPr marL="180000" indent="-180000">
              <a:lnSpc>
                <a:spcPct val="110000"/>
              </a:lnSpc>
              <a:spcAft>
                <a:spcPts val="600"/>
              </a:spcAft>
              <a:buFont typeface="Arial" panose="020B0604020202020204" pitchFamily="34" charset="0"/>
              <a:buNone/>
              <a:defRPr sz="1600"/>
            </a:lvl1pPr>
          </a:lstStyle>
          <a:p>
            <a:pPr lvl="0"/>
            <a:r>
              <a:rPr lang="en-US"/>
              <a:t>Insert text here</a:t>
            </a:r>
          </a:p>
        </p:txBody>
      </p:sp>
      <p:sp>
        <p:nvSpPr>
          <p:cNvPr id="6" name="Text Placeholder 5">
            <a:extLst>
              <a:ext uri="{FF2B5EF4-FFF2-40B4-BE49-F238E27FC236}">
                <a16:creationId xmlns:a16="http://schemas.microsoft.com/office/drawing/2014/main" id="{01BD92B2-C7CE-C9B1-53B5-779F5068404D}"/>
              </a:ext>
            </a:extLst>
          </p:cNvPr>
          <p:cNvSpPr>
            <a:spLocks noGrp="1"/>
          </p:cNvSpPr>
          <p:nvPr>
            <p:ph type="body" sz="quarter" idx="26" hasCustomPrompt="1"/>
          </p:nvPr>
        </p:nvSpPr>
        <p:spPr>
          <a:xfrm>
            <a:off x="5531045" y="634691"/>
            <a:ext cx="495105" cy="495105"/>
          </a:xfrm>
          <a:prstGeom prst="ellipse">
            <a:avLst/>
          </a:prstGeom>
          <a:solidFill>
            <a:srgbClr val="3D441E"/>
          </a:solidFill>
        </p:spPr>
        <p:txBody>
          <a:bodyPr lIns="90000" anchor="ctr" anchorCtr="0"/>
          <a:lstStyle>
            <a:lvl1pPr algn="ctr">
              <a:lnSpc>
                <a:spcPct val="100000"/>
              </a:lnSpc>
              <a:defRPr sz="2800" b="0" i="0">
                <a:solidFill>
                  <a:schemeClr val="bg1"/>
                </a:solidFill>
                <a:latin typeface="Saol Display Light" pitchFamily="2" charset="77"/>
              </a:defRPr>
            </a:lvl1pPr>
          </a:lstStyle>
          <a:p>
            <a:pPr lvl="0"/>
            <a:r>
              <a:rPr lang="en-US"/>
              <a:t>1</a:t>
            </a:r>
            <a:endParaRPr lang="en-GB"/>
          </a:p>
        </p:txBody>
      </p:sp>
      <p:sp>
        <p:nvSpPr>
          <p:cNvPr id="19" name="Text Placeholder 5">
            <a:extLst>
              <a:ext uri="{FF2B5EF4-FFF2-40B4-BE49-F238E27FC236}">
                <a16:creationId xmlns:a16="http://schemas.microsoft.com/office/drawing/2014/main" id="{3775F20E-7D69-4D79-6B9A-38D49C28BDF5}"/>
              </a:ext>
            </a:extLst>
          </p:cNvPr>
          <p:cNvSpPr>
            <a:spLocks noGrp="1"/>
          </p:cNvSpPr>
          <p:nvPr>
            <p:ph type="body" sz="quarter" idx="27" hasCustomPrompt="1"/>
          </p:nvPr>
        </p:nvSpPr>
        <p:spPr>
          <a:xfrm>
            <a:off x="5531045" y="1565268"/>
            <a:ext cx="495105" cy="495105"/>
          </a:xfrm>
          <a:prstGeom prst="ellipse">
            <a:avLst/>
          </a:prstGeom>
          <a:solidFill>
            <a:srgbClr val="3D441E"/>
          </a:solidFill>
        </p:spPr>
        <p:txBody>
          <a:bodyPr lIns="90000" anchor="ctr" anchorCtr="0"/>
          <a:lstStyle>
            <a:lvl1pPr algn="ctr">
              <a:lnSpc>
                <a:spcPct val="100000"/>
              </a:lnSpc>
              <a:defRPr sz="2800" b="0" i="0">
                <a:solidFill>
                  <a:schemeClr val="bg1"/>
                </a:solidFill>
                <a:latin typeface="Saol Display Light" pitchFamily="2" charset="77"/>
              </a:defRPr>
            </a:lvl1pPr>
          </a:lstStyle>
          <a:p>
            <a:pPr lvl="0"/>
            <a:r>
              <a:rPr lang="en-US"/>
              <a:t>2</a:t>
            </a:r>
            <a:endParaRPr lang="en-GB"/>
          </a:p>
        </p:txBody>
      </p:sp>
      <p:sp>
        <p:nvSpPr>
          <p:cNvPr id="20" name="Text Placeholder 5">
            <a:extLst>
              <a:ext uri="{FF2B5EF4-FFF2-40B4-BE49-F238E27FC236}">
                <a16:creationId xmlns:a16="http://schemas.microsoft.com/office/drawing/2014/main" id="{5E6A595E-043E-3712-AE77-9B5DAEDDA3AD}"/>
              </a:ext>
            </a:extLst>
          </p:cNvPr>
          <p:cNvSpPr>
            <a:spLocks noGrp="1"/>
          </p:cNvSpPr>
          <p:nvPr>
            <p:ph type="body" sz="quarter" idx="28" hasCustomPrompt="1"/>
          </p:nvPr>
        </p:nvSpPr>
        <p:spPr>
          <a:xfrm>
            <a:off x="5531045" y="2497956"/>
            <a:ext cx="495105" cy="495105"/>
          </a:xfrm>
          <a:prstGeom prst="ellipse">
            <a:avLst/>
          </a:prstGeom>
          <a:solidFill>
            <a:srgbClr val="3D441E"/>
          </a:solidFill>
        </p:spPr>
        <p:txBody>
          <a:bodyPr lIns="90000" anchor="ctr" anchorCtr="0"/>
          <a:lstStyle>
            <a:lvl1pPr algn="ctr">
              <a:lnSpc>
                <a:spcPct val="100000"/>
              </a:lnSpc>
              <a:defRPr sz="2800" b="0" i="0">
                <a:solidFill>
                  <a:schemeClr val="bg1"/>
                </a:solidFill>
                <a:latin typeface="Saol Display Light" pitchFamily="2" charset="77"/>
              </a:defRPr>
            </a:lvl1pPr>
          </a:lstStyle>
          <a:p>
            <a:pPr lvl="0"/>
            <a:r>
              <a:rPr lang="en-US"/>
              <a:t>3</a:t>
            </a:r>
            <a:endParaRPr lang="en-GB"/>
          </a:p>
        </p:txBody>
      </p:sp>
      <p:sp>
        <p:nvSpPr>
          <p:cNvPr id="21" name="Text Placeholder 5">
            <a:extLst>
              <a:ext uri="{FF2B5EF4-FFF2-40B4-BE49-F238E27FC236}">
                <a16:creationId xmlns:a16="http://schemas.microsoft.com/office/drawing/2014/main" id="{63D0F9D9-F52D-0B98-8084-FB03E19B8834}"/>
              </a:ext>
            </a:extLst>
          </p:cNvPr>
          <p:cNvSpPr>
            <a:spLocks noGrp="1"/>
          </p:cNvSpPr>
          <p:nvPr>
            <p:ph type="body" sz="quarter" idx="29" hasCustomPrompt="1"/>
          </p:nvPr>
        </p:nvSpPr>
        <p:spPr>
          <a:xfrm>
            <a:off x="5531045" y="3430644"/>
            <a:ext cx="495105" cy="495105"/>
          </a:xfrm>
          <a:prstGeom prst="ellipse">
            <a:avLst/>
          </a:prstGeom>
          <a:solidFill>
            <a:srgbClr val="3D441E"/>
          </a:solidFill>
        </p:spPr>
        <p:txBody>
          <a:bodyPr lIns="90000" anchor="ctr" anchorCtr="0"/>
          <a:lstStyle>
            <a:lvl1pPr algn="ctr">
              <a:lnSpc>
                <a:spcPct val="100000"/>
              </a:lnSpc>
              <a:defRPr sz="2800" b="0" i="0">
                <a:solidFill>
                  <a:schemeClr val="bg1"/>
                </a:solidFill>
                <a:latin typeface="Saol Display Light" pitchFamily="2" charset="77"/>
              </a:defRPr>
            </a:lvl1pPr>
          </a:lstStyle>
          <a:p>
            <a:pPr lvl="0"/>
            <a:r>
              <a:rPr lang="en-US"/>
              <a:t>4</a:t>
            </a:r>
            <a:endParaRPr lang="en-GB"/>
          </a:p>
        </p:txBody>
      </p:sp>
      <p:sp>
        <p:nvSpPr>
          <p:cNvPr id="12" name="Text Placeholder 8">
            <a:extLst>
              <a:ext uri="{FF2B5EF4-FFF2-40B4-BE49-F238E27FC236}">
                <a16:creationId xmlns:a16="http://schemas.microsoft.com/office/drawing/2014/main" id="{CF155E61-F0EA-F54D-AD56-A4A2FA2F8382}"/>
              </a:ext>
            </a:extLst>
          </p:cNvPr>
          <p:cNvSpPr>
            <a:spLocks noGrp="1"/>
          </p:cNvSpPr>
          <p:nvPr>
            <p:ph type="body" sz="quarter" idx="30" hasCustomPrompt="1"/>
          </p:nvPr>
        </p:nvSpPr>
        <p:spPr>
          <a:xfrm>
            <a:off x="348300" y="242888"/>
            <a:ext cx="4206240" cy="182284"/>
          </a:xfrm>
        </p:spPr>
        <p:txBody>
          <a:bodyPr tIns="0" bIns="0"/>
          <a:lstStyle>
            <a:lvl1pPr>
              <a:lnSpc>
                <a:spcPct val="100000"/>
              </a:lnSpc>
              <a:defRPr sz="700" spc="50" baseline="0">
                <a:solidFill>
                  <a:schemeClr val="tx2"/>
                </a:solidFill>
                <a:latin typeface="+mn-lt"/>
              </a:defRPr>
            </a:lvl1pPr>
          </a:lstStyle>
          <a:p>
            <a:pPr lvl="0"/>
            <a:r>
              <a:rPr lang="en-US"/>
              <a:t>SECTION TITLE HERE</a:t>
            </a:r>
          </a:p>
        </p:txBody>
      </p:sp>
      <p:sp>
        <p:nvSpPr>
          <p:cNvPr id="13" name="Text Placeholder 6">
            <a:extLst>
              <a:ext uri="{FF2B5EF4-FFF2-40B4-BE49-F238E27FC236}">
                <a16:creationId xmlns:a16="http://schemas.microsoft.com/office/drawing/2014/main" id="{25795571-AAD2-F9DE-9AD5-458E49796A09}"/>
              </a:ext>
            </a:extLst>
          </p:cNvPr>
          <p:cNvSpPr>
            <a:spLocks noGrp="1"/>
          </p:cNvSpPr>
          <p:nvPr>
            <p:ph type="body" sz="quarter" idx="31" hasCustomPrompt="1"/>
          </p:nvPr>
        </p:nvSpPr>
        <p:spPr>
          <a:xfrm>
            <a:off x="347472" y="2996955"/>
            <a:ext cx="3746501" cy="3393304"/>
          </a:xfrm>
        </p:spPr>
        <p:txBody>
          <a:bodyPr anchor="b" anchorCtr="0"/>
          <a:lstStyle>
            <a:lvl1pPr>
              <a:lnSpc>
                <a:spcPct val="110000"/>
              </a:lnSpc>
              <a:defRPr/>
            </a:lvl1pPr>
          </a:lstStyle>
          <a:p>
            <a:pPr lvl="0"/>
            <a:r>
              <a:rPr lang="en-US"/>
              <a:t>Insert text here</a:t>
            </a:r>
          </a:p>
        </p:txBody>
      </p:sp>
    </p:spTree>
    <p:extLst>
      <p:ext uri="{BB962C8B-B14F-4D97-AF65-F5344CB8AC3E}">
        <p14:creationId xmlns:p14="http://schemas.microsoft.com/office/powerpoint/2010/main" val="43689368"/>
      </p:ext>
    </p:extLst>
  </p:cSld>
  <p:clrMapOvr>
    <a:masterClrMapping/>
  </p:clrMapOvr>
  <p:extLst>
    <p:ext uri="{DCECCB84-F9BA-43D5-87BE-67443E8EF086}">
      <p15:sldGuideLst xmlns:p15="http://schemas.microsoft.com/office/powerpoint/2012/main">
        <p15:guide id="1" orient="horz" pos="391">
          <p15:clr>
            <a:srgbClr val="FBAE40"/>
          </p15:clr>
        </p15:guide>
        <p15:guide id="2" orient="horz" pos="4020">
          <p15:clr>
            <a:srgbClr val="FBAE40"/>
          </p15:clr>
        </p15:guide>
        <p15:guide id="3" orient="horz" pos="216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 - List (Rows)">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CDDC2F1F-FD40-42E3-123C-BCA95A066345}"/>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US" smtClean="0"/>
              <a:pPr algn="r"/>
              <a:t>‹#›</a:t>
            </a:fld>
            <a:endParaRPr lang="en-US"/>
          </a:p>
        </p:txBody>
      </p:sp>
      <p:cxnSp>
        <p:nvCxnSpPr>
          <p:cNvPr id="10" name="Straight Connector 9">
            <a:extLst>
              <a:ext uri="{FF2B5EF4-FFF2-40B4-BE49-F238E27FC236}">
                <a16:creationId xmlns:a16="http://schemas.microsoft.com/office/drawing/2014/main" id="{1F12D094-7AEE-C14A-E381-E4EC56E95484}"/>
              </a:ext>
            </a:extLst>
          </p:cNvPr>
          <p:cNvCxnSpPr>
            <a:cxnSpLocks/>
          </p:cNvCxnSpPr>
          <p:nvPr userDrawn="1"/>
        </p:nvCxnSpPr>
        <p:spPr>
          <a:xfrm>
            <a:off x="335360" y="6629400"/>
            <a:ext cx="11220030"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A7897ADF-6287-3772-480C-2821CC6E5C0E}"/>
              </a:ext>
            </a:extLst>
          </p:cNvPr>
          <p:cNvSpPr>
            <a:spLocks noGrp="1"/>
          </p:cNvSpPr>
          <p:nvPr>
            <p:ph type="body" sz="quarter" idx="22" hasCustomPrompt="1"/>
          </p:nvPr>
        </p:nvSpPr>
        <p:spPr>
          <a:xfrm>
            <a:off x="979113" y="2862128"/>
            <a:ext cx="10520674" cy="710885"/>
          </a:xfrm>
        </p:spPr>
        <p:txBody>
          <a:bodyPr anchor="t" anchorCtr="0"/>
          <a:lstStyle>
            <a:lvl1pPr marL="0" indent="0">
              <a:lnSpc>
                <a:spcPct val="110000"/>
              </a:lnSpc>
              <a:spcAft>
                <a:spcPts val="600"/>
              </a:spcAft>
              <a:buFont typeface="Arial" panose="020B0604020202020204" pitchFamily="34" charset="0"/>
              <a:buNone/>
              <a:defRPr sz="1600"/>
            </a:lvl1pPr>
          </a:lstStyle>
          <a:p>
            <a:pPr lvl="0"/>
            <a:r>
              <a:rPr lang="en-US"/>
              <a:t>Insert title here</a:t>
            </a:r>
          </a:p>
          <a:p>
            <a:pPr lvl="0"/>
            <a:r>
              <a:rPr lang="en-US"/>
              <a:t>Insert text here</a:t>
            </a:r>
          </a:p>
        </p:txBody>
      </p:sp>
      <p:pic>
        <p:nvPicPr>
          <p:cNvPr id="3" name="Picture 2" descr="A black tree with leaves&#10;&#10;Description automatically generated">
            <a:extLst>
              <a:ext uri="{FF2B5EF4-FFF2-40B4-BE49-F238E27FC236}">
                <a16:creationId xmlns:a16="http://schemas.microsoft.com/office/drawing/2014/main" id="{8EAE1181-A78C-9CC8-5EB5-AF2A50AD0E4E}"/>
              </a:ext>
            </a:extLst>
          </p:cNvPr>
          <p:cNvPicPr>
            <a:picLocks noChangeAspect="1"/>
          </p:cNvPicPr>
          <p:nvPr userDrawn="1"/>
        </p:nvPicPr>
        <p:blipFill>
          <a:blip r:embed="rId2"/>
          <a:stretch>
            <a:fillRect/>
          </a:stretch>
        </p:blipFill>
        <p:spPr>
          <a:xfrm>
            <a:off x="11440401" y="188640"/>
            <a:ext cx="488247" cy="495124"/>
          </a:xfrm>
          <a:prstGeom prst="rect">
            <a:avLst/>
          </a:prstGeom>
        </p:spPr>
      </p:pic>
      <p:cxnSp>
        <p:nvCxnSpPr>
          <p:cNvPr id="4" name="Straight Connector 3">
            <a:extLst>
              <a:ext uri="{FF2B5EF4-FFF2-40B4-BE49-F238E27FC236}">
                <a16:creationId xmlns:a16="http://schemas.microsoft.com/office/drawing/2014/main" id="{96434894-C4B7-8C5F-7A69-EAE3E8185F04}"/>
              </a:ext>
            </a:extLst>
          </p:cNvPr>
          <p:cNvCxnSpPr>
            <a:cxnSpLocks/>
          </p:cNvCxnSpPr>
          <p:nvPr userDrawn="1"/>
        </p:nvCxnSpPr>
        <p:spPr>
          <a:xfrm>
            <a:off x="335360" y="444624"/>
            <a:ext cx="11105041"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5" name="Text Placeholder 6">
            <a:extLst>
              <a:ext uri="{FF2B5EF4-FFF2-40B4-BE49-F238E27FC236}">
                <a16:creationId xmlns:a16="http://schemas.microsoft.com/office/drawing/2014/main" id="{3D3F8C85-025A-1714-0AD0-CB9CA24275B0}"/>
              </a:ext>
            </a:extLst>
          </p:cNvPr>
          <p:cNvSpPr>
            <a:spLocks noGrp="1"/>
          </p:cNvSpPr>
          <p:nvPr>
            <p:ph type="body" sz="quarter" idx="23" hasCustomPrompt="1"/>
          </p:nvPr>
        </p:nvSpPr>
        <p:spPr>
          <a:xfrm>
            <a:off x="979113" y="3767384"/>
            <a:ext cx="10520674" cy="710885"/>
          </a:xfrm>
        </p:spPr>
        <p:txBody>
          <a:bodyPr anchor="t" anchorCtr="0"/>
          <a:lstStyle>
            <a:lvl1pPr marL="0" indent="0">
              <a:lnSpc>
                <a:spcPct val="110000"/>
              </a:lnSpc>
              <a:spcAft>
                <a:spcPts val="600"/>
              </a:spcAft>
              <a:buFont typeface="Arial" panose="020B0604020202020204" pitchFamily="34" charset="0"/>
              <a:buNone/>
              <a:defRPr sz="1600"/>
            </a:lvl1pPr>
          </a:lstStyle>
          <a:p>
            <a:pPr lvl="0"/>
            <a:r>
              <a:rPr lang="en-US"/>
              <a:t>Insert title here</a:t>
            </a:r>
          </a:p>
          <a:p>
            <a:pPr lvl="0"/>
            <a:r>
              <a:rPr lang="en-US"/>
              <a:t>Insert text here</a:t>
            </a:r>
          </a:p>
        </p:txBody>
      </p:sp>
      <p:sp>
        <p:nvSpPr>
          <p:cNvPr id="19" name="Text Placeholder 6">
            <a:extLst>
              <a:ext uri="{FF2B5EF4-FFF2-40B4-BE49-F238E27FC236}">
                <a16:creationId xmlns:a16="http://schemas.microsoft.com/office/drawing/2014/main" id="{DB95601A-E0FE-30CE-E19D-8FF2E48B1B0D}"/>
              </a:ext>
            </a:extLst>
          </p:cNvPr>
          <p:cNvSpPr>
            <a:spLocks noGrp="1"/>
          </p:cNvSpPr>
          <p:nvPr>
            <p:ph type="body" sz="quarter" idx="24" hasCustomPrompt="1"/>
          </p:nvPr>
        </p:nvSpPr>
        <p:spPr>
          <a:xfrm>
            <a:off x="979113" y="4681784"/>
            <a:ext cx="10520674" cy="710885"/>
          </a:xfrm>
        </p:spPr>
        <p:txBody>
          <a:bodyPr anchor="t" anchorCtr="0"/>
          <a:lstStyle>
            <a:lvl1pPr marL="0" indent="0">
              <a:lnSpc>
                <a:spcPct val="110000"/>
              </a:lnSpc>
              <a:spcAft>
                <a:spcPts val="600"/>
              </a:spcAft>
              <a:buFont typeface="Arial" panose="020B0604020202020204" pitchFamily="34" charset="0"/>
              <a:buNone/>
              <a:defRPr sz="1600"/>
            </a:lvl1pPr>
          </a:lstStyle>
          <a:p>
            <a:pPr lvl="0"/>
            <a:r>
              <a:rPr lang="en-US"/>
              <a:t>Insert title here</a:t>
            </a:r>
          </a:p>
          <a:p>
            <a:pPr lvl="0"/>
            <a:r>
              <a:rPr lang="en-US"/>
              <a:t>Insert text here</a:t>
            </a:r>
          </a:p>
        </p:txBody>
      </p:sp>
      <p:sp>
        <p:nvSpPr>
          <p:cNvPr id="21" name="Text Placeholder 6">
            <a:extLst>
              <a:ext uri="{FF2B5EF4-FFF2-40B4-BE49-F238E27FC236}">
                <a16:creationId xmlns:a16="http://schemas.microsoft.com/office/drawing/2014/main" id="{883757E3-734E-C9D3-2263-AE4F7F946D8C}"/>
              </a:ext>
            </a:extLst>
          </p:cNvPr>
          <p:cNvSpPr>
            <a:spLocks noGrp="1"/>
          </p:cNvSpPr>
          <p:nvPr>
            <p:ph type="body" sz="quarter" idx="25" hasCustomPrompt="1"/>
          </p:nvPr>
        </p:nvSpPr>
        <p:spPr>
          <a:xfrm>
            <a:off x="979113" y="5605328"/>
            <a:ext cx="10520674" cy="710885"/>
          </a:xfrm>
        </p:spPr>
        <p:txBody>
          <a:bodyPr anchor="t" anchorCtr="0"/>
          <a:lstStyle>
            <a:lvl1pPr marL="0" indent="0">
              <a:lnSpc>
                <a:spcPct val="110000"/>
              </a:lnSpc>
              <a:spcAft>
                <a:spcPts val="600"/>
              </a:spcAft>
              <a:buFont typeface="Arial" panose="020B0604020202020204" pitchFamily="34" charset="0"/>
              <a:buNone/>
              <a:defRPr sz="1600"/>
            </a:lvl1pPr>
          </a:lstStyle>
          <a:p>
            <a:pPr lvl="0"/>
            <a:r>
              <a:rPr lang="en-US"/>
              <a:t>Insert title here</a:t>
            </a:r>
          </a:p>
          <a:p>
            <a:pPr lvl="0"/>
            <a:r>
              <a:rPr lang="en-US"/>
              <a:t>Insert text here</a:t>
            </a:r>
          </a:p>
        </p:txBody>
      </p:sp>
      <p:sp>
        <p:nvSpPr>
          <p:cNvPr id="8" name="Text Placeholder 5">
            <a:extLst>
              <a:ext uri="{FF2B5EF4-FFF2-40B4-BE49-F238E27FC236}">
                <a16:creationId xmlns:a16="http://schemas.microsoft.com/office/drawing/2014/main" id="{5FF87923-0BB1-2ABB-5771-BE9D770620A4}"/>
              </a:ext>
            </a:extLst>
          </p:cNvPr>
          <p:cNvSpPr>
            <a:spLocks noGrp="1"/>
          </p:cNvSpPr>
          <p:nvPr>
            <p:ph type="body" sz="quarter" idx="26" hasCustomPrompt="1"/>
          </p:nvPr>
        </p:nvSpPr>
        <p:spPr>
          <a:xfrm>
            <a:off x="348300" y="2861658"/>
            <a:ext cx="366149" cy="366149"/>
          </a:xfrm>
          <a:prstGeom prst="ellipse">
            <a:avLst/>
          </a:prstGeom>
          <a:solidFill>
            <a:srgbClr val="3D441E"/>
          </a:solidFill>
        </p:spPr>
        <p:txBody>
          <a:bodyPr lIns="90000" anchor="ctr" anchorCtr="0"/>
          <a:lstStyle>
            <a:lvl1pPr algn="ctr">
              <a:lnSpc>
                <a:spcPct val="100000"/>
              </a:lnSpc>
              <a:defRPr sz="1600" b="0" i="0">
                <a:solidFill>
                  <a:schemeClr val="bg1"/>
                </a:solidFill>
                <a:latin typeface="+mn-lt"/>
              </a:defRPr>
            </a:lvl1pPr>
          </a:lstStyle>
          <a:p>
            <a:pPr lvl="0"/>
            <a:r>
              <a:rPr lang="en-US"/>
              <a:t>1</a:t>
            </a:r>
            <a:endParaRPr lang="en-GB"/>
          </a:p>
        </p:txBody>
      </p:sp>
      <p:sp>
        <p:nvSpPr>
          <p:cNvPr id="13" name="Text Placeholder 5">
            <a:extLst>
              <a:ext uri="{FF2B5EF4-FFF2-40B4-BE49-F238E27FC236}">
                <a16:creationId xmlns:a16="http://schemas.microsoft.com/office/drawing/2014/main" id="{1D37AF0F-927D-D7D9-86B0-9F340253CBDC}"/>
              </a:ext>
            </a:extLst>
          </p:cNvPr>
          <p:cNvSpPr>
            <a:spLocks noGrp="1"/>
          </p:cNvSpPr>
          <p:nvPr>
            <p:ph type="body" sz="quarter" idx="31" hasCustomPrompt="1"/>
          </p:nvPr>
        </p:nvSpPr>
        <p:spPr>
          <a:xfrm>
            <a:off x="348300" y="3739482"/>
            <a:ext cx="366149" cy="366149"/>
          </a:xfrm>
          <a:prstGeom prst="ellipse">
            <a:avLst/>
          </a:prstGeom>
          <a:solidFill>
            <a:srgbClr val="3D441E"/>
          </a:solidFill>
        </p:spPr>
        <p:txBody>
          <a:bodyPr lIns="90000" anchor="ctr" anchorCtr="0"/>
          <a:lstStyle>
            <a:lvl1pPr algn="ctr">
              <a:lnSpc>
                <a:spcPct val="100000"/>
              </a:lnSpc>
              <a:defRPr sz="1600" b="0" i="0">
                <a:solidFill>
                  <a:schemeClr val="bg1"/>
                </a:solidFill>
                <a:latin typeface="+mn-lt"/>
              </a:defRPr>
            </a:lvl1pPr>
          </a:lstStyle>
          <a:p>
            <a:pPr lvl="0"/>
            <a:r>
              <a:rPr lang="en-US"/>
              <a:t>2</a:t>
            </a:r>
            <a:endParaRPr lang="en-GB"/>
          </a:p>
        </p:txBody>
      </p:sp>
      <p:sp>
        <p:nvSpPr>
          <p:cNvPr id="14" name="Text Placeholder 5">
            <a:extLst>
              <a:ext uri="{FF2B5EF4-FFF2-40B4-BE49-F238E27FC236}">
                <a16:creationId xmlns:a16="http://schemas.microsoft.com/office/drawing/2014/main" id="{9393D7B5-E97A-82BF-2C18-6BF1417C4CA4}"/>
              </a:ext>
            </a:extLst>
          </p:cNvPr>
          <p:cNvSpPr>
            <a:spLocks noGrp="1"/>
          </p:cNvSpPr>
          <p:nvPr>
            <p:ph type="body" sz="quarter" idx="32" hasCustomPrompt="1"/>
          </p:nvPr>
        </p:nvSpPr>
        <p:spPr>
          <a:xfrm>
            <a:off x="348300" y="4663026"/>
            <a:ext cx="366149" cy="366149"/>
          </a:xfrm>
          <a:prstGeom prst="ellipse">
            <a:avLst/>
          </a:prstGeom>
          <a:solidFill>
            <a:srgbClr val="3D441E"/>
          </a:solidFill>
        </p:spPr>
        <p:txBody>
          <a:bodyPr lIns="90000" anchor="ctr" anchorCtr="0"/>
          <a:lstStyle>
            <a:lvl1pPr algn="ctr">
              <a:lnSpc>
                <a:spcPct val="100000"/>
              </a:lnSpc>
              <a:defRPr sz="1600" b="0" i="0">
                <a:solidFill>
                  <a:schemeClr val="bg1"/>
                </a:solidFill>
                <a:latin typeface="+mn-lt"/>
              </a:defRPr>
            </a:lvl1pPr>
          </a:lstStyle>
          <a:p>
            <a:pPr lvl="0"/>
            <a:r>
              <a:rPr lang="en-US"/>
              <a:t>3</a:t>
            </a:r>
            <a:endParaRPr lang="en-GB"/>
          </a:p>
        </p:txBody>
      </p:sp>
      <p:sp>
        <p:nvSpPr>
          <p:cNvPr id="15" name="Text Placeholder 5">
            <a:extLst>
              <a:ext uri="{FF2B5EF4-FFF2-40B4-BE49-F238E27FC236}">
                <a16:creationId xmlns:a16="http://schemas.microsoft.com/office/drawing/2014/main" id="{10996FAD-9C67-49B6-16AF-AF41E1F1392C}"/>
              </a:ext>
            </a:extLst>
          </p:cNvPr>
          <p:cNvSpPr>
            <a:spLocks noGrp="1"/>
          </p:cNvSpPr>
          <p:nvPr>
            <p:ph type="body" sz="quarter" idx="33" hasCustomPrompt="1"/>
          </p:nvPr>
        </p:nvSpPr>
        <p:spPr>
          <a:xfrm>
            <a:off x="348300" y="5586570"/>
            <a:ext cx="366149" cy="366149"/>
          </a:xfrm>
          <a:prstGeom prst="ellipse">
            <a:avLst/>
          </a:prstGeom>
          <a:solidFill>
            <a:srgbClr val="3D441E"/>
          </a:solidFill>
        </p:spPr>
        <p:txBody>
          <a:bodyPr lIns="90000" anchor="ctr" anchorCtr="0"/>
          <a:lstStyle>
            <a:lvl1pPr algn="ctr">
              <a:lnSpc>
                <a:spcPct val="100000"/>
              </a:lnSpc>
              <a:defRPr sz="1600" b="0" i="0">
                <a:solidFill>
                  <a:schemeClr val="bg1"/>
                </a:solidFill>
                <a:latin typeface="+mn-lt"/>
              </a:defRPr>
            </a:lvl1pPr>
          </a:lstStyle>
          <a:p>
            <a:pPr lvl="0"/>
            <a:r>
              <a:rPr lang="en-US"/>
              <a:t>4</a:t>
            </a:r>
            <a:endParaRPr lang="en-GB"/>
          </a:p>
        </p:txBody>
      </p:sp>
      <p:sp>
        <p:nvSpPr>
          <p:cNvPr id="17" name="Text Placeholder 8">
            <a:extLst>
              <a:ext uri="{FF2B5EF4-FFF2-40B4-BE49-F238E27FC236}">
                <a16:creationId xmlns:a16="http://schemas.microsoft.com/office/drawing/2014/main" id="{A03856AD-4584-46AC-A8AD-921C68467475}"/>
              </a:ext>
            </a:extLst>
          </p:cNvPr>
          <p:cNvSpPr>
            <a:spLocks noGrp="1"/>
          </p:cNvSpPr>
          <p:nvPr>
            <p:ph type="body" sz="quarter" idx="34" hasCustomPrompt="1"/>
          </p:nvPr>
        </p:nvSpPr>
        <p:spPr>
          <a:xfrm>
            <a:off x="348300" y="242888"/>
            <a:ext cx="4206240" cy="182284"/>
          </a:xfrm>
        </p:spPr>
        <p:txBody>
          <a:bodyPr tIns="0" bIns="0"/>
          <a:lstStyle>
            <a:lvl1pPr>
              <a:lnSpc>
                <a:spcPct val="100000"/>
              </a:lnSpc>
              <a:defRPr sz="700" spc="50" baseline="0">
                <a:solidFill>
                  <a:schemeClr val="tx2"/>
                </a:solidFill>
                <a:latin typeface="+mn-lt"/>
              </a:defRPr>
            </a:lvl1pPr>
          </a:lstStyle>
          <a:p>
            <a:pPr lvl="0"/>
            <a:r>
              <a:rPr lang="en-US"/>
              <a:t>SECTION TITLE HERE</a:t>
            </a:r>
          </a:p>
        </p:txBody>
      </p:sp>
      <p:sp>
        <p:nvSpPr>
          <p:cNvPr id="20" name="Title 1">
            <a:extLst>
              <a:ext uri="{FF2B5EF4-FFF2-40B4-BE49-F238E27FC236}">
                <a16:creationId xmlns:a16="http://schemas.microsoft.com/office/drawing/2014/main" id="{ED5A8DB6-90FE-CDCF-49AF-9D1B690BC2E0}"/>
              </a:ext>
            </a:extLst>
          </p:cNvPr>
          <p:cNvSpPr>
            <a:spLocks noGrp="1"/>
          </p:cNvSpPr>
          <p:nvPr>
            <p:ph type="title" hasCustomPrompt="1"/>
          </p:nvPr>
        </p:nvSpPr>
        <p:spPr>
          <a:xfrm>
            <a:off x="348299" y="548681"/>
            <a:ext cx="11164824" cy="594360"/>
          </a:xfrm>
        </p:spPr>
        <p:txBody>
          <a:bodyPr>
            <a:noAutofit/>
          </a:bodyPr>
          <a:lstStyle>
            <a:lvl1pPr>
              <a:lnSpc>
                <a:spcPct val="80000"/>
              </a:lnSpc>
              <a:defRPr>
                <a:solidFill>
                  <a:srgbClr val="3D441E"/>
                </a:solidFill>
              </a:defRPr>
            </a:lvl1pPr>
          </a:lstStyle>
          <a:p>
            <a:r>
              <a:rPr lang="en-US"/>
              <a:t>Insert Title Here</a:t>
            </a:r>
          </a:p>
        </p:txBody>
      </p:sp>
      <p:sp>
        <p:nvSpPr>
          <p:cNvPr id="22" name="Text Placeholder 14">
            <a:extLst>
              <a:ext uri="{FF2B5EF4-FFF2-40B4-BE49-F238E27FC236}">
                <a16:creationId xmlns:a16="http://schemas.microsoft.com/office/drawing/2014/main" id="{8D23C913-48A8-9AD2-6278-BED133E32944}"/>
              </a:ext>
            </a:extLst>
          </p:cNvPr>
          <p:cNvSpPr>
            <a:spLocks noGrp="1"/>
          </p:cNvSpPr>
          <p:nvPr>
            <p:ph type="body" sz="quarter" idx="35" hasCustomPrompt="1"/>
          </p:nvPr>
        </p:nvSpPr>
        <p:spPr>
          <a:xfrm>
            <a:off x="348299" y="1166772"/>
            <a:ext cx="11164824" cy="393192"/>
          </a:xfrm>
        </p:spPr>
        <p:txBody>
          <a:bodyPr/>
          <a:lstStyle>
            <a:lvl1pPr>
              <a:lnSpc>
                <a:spcPct val="100000"/>
              </a:lnSpc>
              <a:defRPr sz="1600"/>
            </a:lvl1pPr>
          </a:lstStyle>
          <a:p>
            <a:pPr lvl="0"/>
            <a:r>
              <a:rPr lang="en-US"/>
              <a:t>Insert Subheading Here</a:t>
            </a:r>
          </a:p>
        </p:txBody>
      </p:sp>
    </p:spTree>
    <p:extLst>
      <p:ext uri="{BB962C8B-B14F-4D97-AF65-F5344CB8AC3E}">
        <p14:creationId xmlns:p14="http://schemas.microsoft.com/office/powerpoint/2010/main" val="2755183866"/>
      </p:ext>
    </p:extLst>
  </p:cSld>
  <p:clrMapOvr>
    <a:masterClrMapping/>
  </p:clrMapOvr>
  <p:extLst>
    <p:ext uri="{DCECCB84-F9BA-43D5-87BE-67443E8EF086}">
      <p15:sldGuideLst xmlns:p15="http://schemas.microsoft.com/office/powerpoint/2012/main">
        <p15:guide id="1" orient="horz" pos="391">
          <p15:clr>
            <a:srgbClr val="FBAE40"/>
          </p15:clr>
        </p15:guide>
        <p15:guide id="2" orient="horz" pos="4020">
          <p15:clr>
            <a:srgbClr val="FBAE40"/>
          </p15:clr>
        </p15:guide>
        <p15:guide id="3" orient="horz" pos="216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 - List (Columns)">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CDDC2F1F-FD40-42E3-123C-BCA95A066345}"/>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US" smtClean="0"/>
              <a:pPr algn="r"/>
              <a:t>‹#›</a:t>
            </a:fld>
            <a:endParaRPr lang="en-US"/>
          </a:p>
        </p:txBody>
      </p:sp>
      <p:cxnSp>
        <p:nvCxnSpPr>
          <p:cNvPr id="10" name="Straight Connector 9">
            <a:extLst>
              <a:ext uri="{FF2B5EF4-FFF2-40B4-BE49-F238E27FC236}">
                <a16:creationId xmlns:a16="http://schemas.microsoft.com/office/drawing/2014/main" id="{1F12D094-7AEE-C14A-E381-E4EC56E95484}"/>
              </a:ext>
            </a:extLst>
          </p:cNvPr>
          <p:cNvCxnSpPr>
            <a:cxnSpLocks/>
          </p:cNvCxnSpPr>
          <p:nvPr userDrawn="1"/>
        </p:nvCxnSpPr>
        <p:spPr>
          <a:xfrm>
            <a:off x="335360" y="6629400"/>
            <a:ext cx="11220030"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A7897ADF-6287-3772-480C-2821CC6E5C0E}"/>
              </a:ext>
            </a:extLst>
          </p:cNvPr>
          <p:cNvSpPr>
            <a:spLocks noGrp="1"/>
          </p:cNvSpPr>
          <p:nvPr>
            <p:ph type="body" sz="quarter" idx="22" hasCustomPrompt="1"/>
          </p:nvPr>
        </p:nvSpPr>
        <p:spPr>
          <a:xfrm>
            <a:off x="335396" y="3437849"/>
            <a:ext cx="2791979" cy="2973523"/>
          </a:xfrm>
        </p:spPr>
        <p:txBody>
          <a:bodyPr anchor="t" anchorCtr="0"/>
          <a:lstStyle>
            <a:lvl1pPr marL="0" indent="0">
              <a:lnSpc>
                <a:spcPct val="110000"/>
              </a:lnSpc>
              <a:spcAft>
                <a:spcPts val="600"/>
              </a:spcAft>
              <a:buFont typeface="Arial" panose="020B0604020202020204" pitchFamily="34" charset="0"/>
              <a:buNone/>
              <a:defRPr sz="1600"/>
            </a:lvl1pPr>
          </a:lstStyle>
          <a:p>
            <a:pPr lvl="0"/>
            <a:r>
              <a:rPr lang="en-US"/>
              <a:t>Insert title here</a:t>
            </a:r>
            <a:br>
              <a:rPr lang="en-US"/>
            </a:br>
            <a:r>
              <a:rPr lang="en-US"/>
              <a:t>Insert text here</a:t>
            </a:r>
          </a:p>
        </p:txBody>
      </p:sp>
      <p:pic>
        <p:nvPicPr>
          <p:cNvPr id="3" name="Picture 2" descr="A black tree with leaves&#10;&#10;Description automatically generated">
            <a:extLst>
              <a:ext uri="{FF2B5EF4-FFF2-40B4-BE49-F238E27FC236}">
                <a16:creationId xmlns:a16="http://schemas.microsoft.com/office/drawing/2014/main" id="{8EAE1181-A78C-9CC8-5EB5-AF2A50AD0E4E}"/>
              </a:ext>
            </a:extLst>
          </p:cNvPr>
          <p:cNvPicPr>
            <a:picLocks noChangeAspect="1"/>
          </p:cNvPicPr>
          <p:nvPr userDrawn="1"/>
        </p:nvPicPr>
        <p:blipFill>
          <a:blip r:embed="rId2"/>
          <a:stretch>
            <a:fillRect/>
          </a:stretch>
        </p:blipFill>
        <p:spPr>
          <a:xfrm>
            <a:off x="11440401" y="188640"/>
            <a:ext cx="488247" cy="495124"/>
          </a:xfrm>
          <a:prstGeom prst="rect">
            <a:avLst/>
          </a:prstGeom>
        </p:spPr>
      </p:pic>
      <p:cxnSp>
        <p:nvCxnSpPr>
          <p:cNvPr id="4" name="Straight Connector 3">
            <a:extLst>
              <a:ext uri="{FF2B5EF4-FFF2-40B4-BE49-F238E27FC236}">
                <a16:creationId xmlns:a16="http://schemas.microsoft.com/office/drawing/2014/main" id="{96434894-C4B7-8C5F-7A69-EAE3E8185F04}"/>
              </a:ext>
            </a:extLst>
          </p:cNvPr>
          <p:cNvCxnSpPr>
            <a:cxnSpLocks/>
          </p:cNvCxnSpPr>
          <p:nvPr userDrawn="1"/>
        </p:nvCxnSpPr>
        <p:spPr>
          <a:xfrm>
            <a:off x="335360" y="444624"/>
            <a:ext cx="11105041"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5" name="Text Placeholder 6">
            <a:extLst>
              <a:ext uri="{FF2B5EF4-FFF2-40B4-BE49-F238E27FC236}">
                <a16:creationId xmlns:a16="http://schemas.microsoft.com/office/drawing/2014/main" id="{686C1766-699B-3F3B-7524-43F9B495E36A}"/>
              </a:ext>
            </a:extLst>
          </p:cNvPr>
          <p:cNvSpPr>
            <a:spLocks noGrp="1"/>
          </p:cNvSpPr>
          <p:nvPr>
            <p:ph type="body" sz="quarter" idx="23" hasCustomPrompt="1"/>
          </p:nvPr>
        </p:nvSpPr>
        <p:spPr>
          <a:xfrm>
            <a:off x="3265409" y="3437849"/>
            <a:ext cx="2760741" cy="2973523"/>
          </a:xfrm>
        </p:spPr>
        <p:txBody>
          <a:bodyPr anchor="t" anchorCtr="0"/>
          <a:lstStyle>
            <a:lvl1pPr marL="0" indent="0">
              <a:lnSpc>
                <a:spcPct val="110000"/>
              </a:lnSpc>
              <a:spcAft>
                <a:spcPts val="600"/>
              </a:spcAft>
              <a:buFont typeface="Arial" panose="020B0604020202020204" pitchFamily="34" charset="0"/>
              <a:buNone/>
              <a:defRPr sz="1600"/>
            </a:lvl1pPr>
          </a:lstStyle>
          <a:p>
            <a:pPr lvl="0"/>
            <a:r>
              <a:rPr lang="en-US"/>
              <a:t>Insert title here</a:t>
            </a:r>
            <a:br>
              <a:rPr lang="en-US"/>
            </a:br>
            <a:r>
              <a:rPr lang="en-US"/>
              <a:t>Insert text here</a:t>
            </a:r>
          </a:p>
        </p:txBody>
      </p:sp>
      <p:sp>
        <p:nvSpPr>
          <p:cNvPr id="19" name="Text Placeholder 6">
            <a:extLst>
              <a:ext uri="{FF2B5EF4-FFF2-40B4-BE49-F238E27FC236}">
                <a16:creationId xmlns:a16="http://schemas.microsoft.com/office/drawing/2014/main" id="{352725F7-BF2B-7AFC-E03E-CB2152B4A672}"/>
              </a:ext>
            </a:extLst>
          </p:cNvPr>
          <p:cNvSpPr>
            <a:spLocks noGrp="1"/>
          </p:cNvSpPr>
          <p:nvPr>
            <p:ph type="body" sz="quarter" idx="24" hasCustomPrompt="1"/>
          </p:nvPr>
        </p:nvSpPr>
        <p:spPr>
          <a:xfrm>
            <a:off x="6165926" y="3437849"/>
            <a:ext cx="2760741" cy="2973523"/>
          </a:xfrm>
        </p:spPr>
        <p:txBody>
          <a:bodyPr anchor="t" anchorCtr="0"/>
          <a:lstStyle>
            <a:lvl1pPr marL="0" marR="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sz="1600"/>
            </a:lvl1pPr>
          </a:lstStyle>
          <a:p>
            <a:pPr lvl="0"/>
            <a:r>
              <a:rPr lang="en-US"/>
              <a:t>Insert title here</a:t>
            </a:r>
            <a:br>
              <a:rPr lang="en-US"/>
            </a:br>
            <a:r>
              <a:rPr lang="en-US"/>
              <a:t>Insert text here</a:t>
            </a:r>
          </a:p>
        </p:txBody>
      </p:sp>
      <p:sp>
        <p:nvSpPr>
          <p:cNvPr id="21" name="Text Placeholder 6">
            <a:extLst>
              <a:ext uri="{FF2B5EF4-FFF2-40B4-BE49-F238E27FC236}">
                <a16:creationId xmlns:a16="http://schemas.microsoft.com/office/drawing/2014/main" id="{9B595EF9-7267-F964-A8F3-878A67AA7110}"/>
              </a:ext>
            </a:extLst>
          </p:cNvPr>
          <p:cNvSpPr>
            <a:spLocks noGrp="1"/>
          </p:cNvSpPr>
          <p:nvPr>
            <p:ph type="body" sz="quarter" idx="25" hasCustomPrompt="1"/>
          </p:nvPr>
        </p:nvSpPr>
        <p:spPr>
          <a:xfrm>
            <a:off x="9066442" y="3437849"/>
            <a:ext cx="2760741" cy="2973523"/>
          </a:xfrm>
        </p:spPr>
        <p:txBody>
          <a:bodyPr anchor="t" anchorCtr="0"/>
          <a:lstStyle>
            <a:lvl1pPr marL="0" indent="0">
              <a:lnSpc>
                <a:spcPct val="110000"/>
              </a:lnSpc>
              <a:spcAft>
                <a:spcPts val="600"/>
              </a:spcAft>
              <a:buFont typeface="Arial" panose="020B0604020202020204" pitchFamily="34" charset="0"/>
              <a:buNone/>
              <a:defRPr sz="1600"/>
            </a:lvl1pPr>
          </a:lstStyle>
          <a:p>
            <a:pPr lvl="0"/>
            <a:r>
              <a:rPr lang="en-US"/>
              <a:t>Insert title here</a:t>
            </a:r>
            <a:br>
              <a:rPr lang="en-US"/>
            </a:br>
            <a:r>
              <a:rPr lang="en-US"/>
              <a:t>Insert text here</a:t>
            </a:r>
          </a:p>
        </p:txBody>
      </p:sp>
      <p:sp>
        <p:nvSpPr>
          <p:cNvPr id="23" name="Text Placeholder 5">
            <a:extLst>
              <a:ext uri="{FF2B5EF4-FFF2-40B4-BE49-F238E27FC236}">
                <a16:creationId xmlns:a16="http://schemas.microsoft.com/office/drawing/2014/main" id="{1B16973C-ADEB-D225-1CE3-67BA74A11E1C}"/>
              </a:ext>
            </a:extLst>
          </p:cNvPr>
          <p:cNvSpPr>
            <a:spLocks noGrp="1"/>
          </p:cNvSpPr>
          <p:nvPr>
            <p:ph type="body" sz="quarter" idx="26" hasCustomPrompt="1"/>
          </p:nvPr>
        </p:nvSpPr>
        <p:spPr>
          <a:xfrm>
            <a:off x="334963" y="2636917"/>
            <a:ext cx="495105" cy="495105"/>
          </a:xfrm>
          <a:prstGeom prst="ellipse">
            <a:avLst/>
          </a:prstGeom>
          <a:solidFill>
            <a:srgbClr val="3D441E"/>
          </a:solidFill>
        </p:spPr>
        <p:txBody>
          <a:bodyPr lIns="90000" anchor="ctr" anchorCtr="0"/>
          <a:lstStyle>
            <a:lvl1pPr algn="ctr">
              <a:lnSpc>
                <a:spcPct val="100000"/>
              </a:lnSpc>
              <a:defRPr sz="2800" b="0" i="0">
                <a:solidFill>
                  <a:schemeClr val="bg1"/>
                </a:solidFill>
                <a:latin typeface="Saol Display Light" pitchFamily="2" charset="77"/>
              </a:defRPr>
            </a:lvl1pPr>
          </a:lstStyle>
          <a:p>
            <a:pPr lvl="0"/>
            <a:r>
              <a:rPr lang="en-US"/>
              <a:t>1</a:t>
            </a:r>
            <a:endParaRPr lang="en-GB"/>
          </a:p>
        </p:txBody>
      </p:sp>
      <p:sp>
        <p:nvSpPr>
          <p:cNvPr id="24" name="Text Placeholder 5">
            <a:extLst>
              <a:ext uri="{FF2B5EF4-FFF2-40B4-BE49-F238E27FC236}">
                <a16:creationId xmlns:a16="http://schemas.microsoft.com/office/drawing/2014/main" id="{26D8541F-EE91-C204-C969-55F364C667EC}"/>
              </a:ext>
            </a:extLst>
          </p:cNvPr>
          <p:cNvSpPr>
            <a:spLocks noGrp="1"/>
          </p:cNvSpPr>
          <p:nvPr>
            <p:ph type="body" sz="quarter" idx="27" hasCustomPrompt="1"/>
          </p:nvPr>
        </p:nvSpPr>
        <p:spPr>
          <a:xfrm>
            <a:off x="3251899" y="2636917"/>
            <a:ext cx="495105" cy="495105"/>
          </a:xfrm>
          <a:prstGeom prst="ellipse">
            <a:avLst/>
          </a:prstGeom>
          <a:solidFill>
            <a:srgbClr val="3D441E"/>
          </a:solidFill>
        </p:spPr>
        <p:txBody>
          <a:bodyPr lIns="90000" anchor="ctr" anchorCtr="0"/>
          <a:lstStyle>
            <a:lvl1pPr algn="ctr">
              <a:lnSpc>
                <a:spcPct val="100000"/>
              </a:lnSpc>
              <a:defRPr sz="2800" b="0" i="0">
                <a:solidFill>
                  <a:schemeClr val="bg1"/>
                </a:solidFill>
                <a:latin typeface="Saol Display Light" pitchFamily="2" charset="77"/>
              </a:defRPr>
            </a:lvl1pPr>
          </a:lstStyle>
          <a:p>
            <a:pPr lvl="0"/>
            <a:r>
              <a:rPr lang="en-US"/>
              <a:t>2</a:t>
            </a:r>
            <a:endParaRPr lang="en-GB"/>
          </a:p>
        </p:txBody>
      </p:sp>
      <p:sp>
        <p:nvSpPr>
          <p:cNvPr id="25" name="Text Placeholder 5">
            <a:extLst>
              <a:ext uri="{FF2B5EF4-FFF2-40B4-BE49-F238E27FC236}">
                <a16:creationId xmlns:a16="http://schemas.microsoft.com/office/drawing/2014/main" id="{5C17B44B-FF96-C4B3-0C9D-4C7E14F3F866}"/>
              </a:ext>
            </a:extLst>
          </p:cNvPr>
          <p:cNvSpPr>
            <a:spLocks noGrp="1"/>
          </p:cNvSpPr>
          <p:nvPr>
            <p:ph type="body" sz="quarter" idx="28" hasCustomPrompt="1"/>
          </p:nvPr>
        </p:nvSpPr>
        <p:spPr>
          <a:xfrm>
            <a:off x="6159691" y="2636917"/>
            <a:ext cx="495105" cy="495105"/>
          </a:xfrm>
          <a:prstGeom prst="ellipse">
            <a:avLst/>
          </a:prstGeom>
          <a:solidFill>
            <a:srgbClr val="3D441E"/>
          </a:solidFill>
        </p:spPr>
        <p:txBody>
          <a:bodyPr lIns="90000" anchor="ctr" anchorCtr="0"/>
          <a:lstStyle>
            <a:lvl1pPr algn="ctr">
              <a:lnSpc>
                <a:spcPct val="100000"/>
              </a:lnSpc>
              <a:defRPr sz="2800" b="0" i="0">
                <a:solidFill>
                  <a:schemeClr val="bg1"/>
                </a:solidFill>
                <a:latin typeface="Saol Display Light" pitchFamily="2" charset="77"/>
              </a:defRPr>
            </a:lvl1pPr>
          </a:lstStyle>
          <a:p>
            <a:pPr lvl="0"/>
            <a:r>
              <a:rPr lang="en-US"/>
              <a:t>3</a:t>
            </a:r>
            <a:endParaRPr lang="en-GB"/>
          </a:p>
        </p:txBody>
      </p:sp>
      <p:sp>
        <p:nvSpPr>
          <p:cNvPr id="26" name="Text Placeholder 5">
            <a:extLst>
              <a:ext uri="{FF2B5EF4-FFF2-40B4-BE49-F238E27FC236}">
                <a16:creationId xmlns:a16="http://schemas.microsoft.com/office/drawing/2014/main" id="{52F3A3D4-7ED2-BBA5-2DB9-8C8151451884}"/>
              </a:ext>
            </a:extLst>
          </p:cNvPr>
          <p:cNvSpPr>
            <a:spLocks noGrp="1"/>
          </p:cNvSpPr>
          <p:nvPr>
            <p:ph type="body" sz="quarter" idx="29" hasCustomPrompt="1"/>
          </p:nvPr>
        </p:nvSpPr>
        <p:spPr>
          <a:xfrm>
            <a:off x="9058339" y="2636917"/>
            <a:ext cx="495105" cy="495105"/>
          </a:xfrm>
          <a:prstGeom prst="ellipse">
            <a:avLst/>
          </a:prstGeom>
          <a:solidFill>
            <a:srgbClr val="3D441E"/>
          </a:solidFill>
        </p:spPr>
        <p:txBody>
          <a:bodyPr lIns="90000" anchor="ctr" anchorCtr="0"/>
          <a:lstStyle>
            <a:lvl1pPr algn="ctr">
              <a:lnSpc>
                <a:spcPct val="100000"/>
              </a:lnSpc>
              <a:defRPr sz="2800" b="0" i="0">
                <a:solidFill>
                  <a:schemeClr val="bg1"/>
                </a:solidFill>
                <a:latin typeface="Saol Display Light" pitchFamily="2" charset="77"/>
              </a:defRPr>
            </a:lvl1pPr>
          </a:lstStyle>
          <a:p>
            <a:pPr lvl="0"/>
            <a:r>
              <a:rPr lang="en-US"/>
              <a:t>4</a:t>
            </a:r>
            <a:endParaRPr lang="en-GB"/>
          </a:p>
        </p:txBody>
      </p:sp>
      <p:sp>
        <p:nvSpPr>
          <p:cNvPr id="8" name="Text Placeholder 8">
            <a:extLst>
              <a:ext uri="{FF2B5EF4-FFF2-40B4-BE49-F238E27FC236}">
                <a16:creationId xmlns:a16="http://schemas.microsoft.com/office/drawing/2014/main" id="{ACFFC381-9397-270F-07F4-D07D32EAD0B5}"/>
              </a:ext>
            </a:extLst>
          </p:cNvPr>
          <p:cNvSpPr>
            <a:spLocks noGrp="1"/>
          </p:cNvSpPr>
          <p:nvPr>
            <p:ph type="body" sz="quarter" idx="30" hasCustomPrompt="1"/>
          </p:nvPr>
        </p:nvSpPr>
        <p:spPr>
          <a:xfrm>
            <a:off x="348299" y="242888"/>
            <a:ext cx="4206240" cy="182284"/>
          </a:xfrm>
        </p:spPr>
        <p:txBody>
          <a:bodyPr tIns="0" bIns="0"/>
          <a:lstStyle>
            <a:lvl1pPr>
              <a:lnSpc>
                <a:spcPct val="100000"/>
              </a:lnSpc>
              <a:defRPr sz="700" spc="50" baseline="0">
                <a:solidFill>
                  <a:schemeClr val="tx2"/>
                </a:solidFill>
                <a:latin typeface="+mn-lt"/>
              </a:defRPr>
            </a:lvl1pPr>
          </a:lstStyle>
          <a:p>
            <a:pPr lvl="0"/>
            <a:r>
              <a:rPr lang="en-US"/>
              <a:t>SECTION TITLE HERE</a:t>
            </a:r>
          </a:p>
        </p:txBody>
      </p:sp>
      <p:sp>
        <p:nvSpPr>
          <p:cNvPr id="13" name="Title 1">
            <a:extLst>
              <a:ext uri="{FF2B5EF4-FFF2-40B4-BE49-F238E27FC236}">
                <a16:creationId xmlns:a16="http://schemas.microsoft.com/office/drawing/2014/main" id="{B2958239-843C-5C7C-F1BE-BFF73D06A33E}"/>
              </a:ext>
            </a:extLst>
          </p:cNvPr>
          <p:cNvSpPr>
            <a:spLocks noGrp="1"/>
          </p:cNvSpPr>
          <p:nvPr>
            <p:ph type="title" hasCustomPrompt="1"/>
          </p:nvPr>
        </p:nvSpPr>
        <p:spPr>
          <a:xfrm>
            <a:off x="347472" y="548681"/>
            <a:ext cx="11164824" cy="594360"/>
          </a:xfrm>
        </p:spPr>
        <p:txBody>
          <a:bodyPr>
            <a:noAutofit/>
          </a:bodyPr>
          <a:lstStyle>
            <a:lvl1pPr>
              <a:lnSpc>
                <a:spcPct val="80000"/>
              </a:lnSpc>
              <a:defRPr>
                <a:solidFill>
                  <a:srgbClr val="3D441E"/>
                </a:solidFill>
              </a:defRPr>
            </a:lvl1pPr>
          </a:lstStyle>
          <a:p>
            <a:r>
              <a:rPr lang="en-US"/>
              <a:t>Insert Title Here</a:t>
            </a:r>
          </a:p>
        </p:txBody>
      </p:sp>
      <p:sp>
        <p:nvSpPr>
          <p:cNvPr id="14" name="Text Placeholder 14">
            <a:extLst>
              <a:ext uri="{FF2B5EF4-FFF2-40B4-BE49-F238E27FC236}">
                <a16:creationId xmlns:a16="http://schemas.microsoft.com/office/drawing/2014/main" id="{2F27D1D7-1F0D-F378-A10F-EAC7302FCCCC}"/>
              </a:ext>
            </a:extLst>
          </p:cNvPr>
          <p:cNvSpPr>
            <a:spLocks noGrp="1"/>
          </p:cNvSpPr>
          <p:nvPr>
            <p:ph type="body" sz="quarter" idx="31" hasCustomPrompt="1"/>
          </p:nvPr>
        </p:nvSpPr>
        <p:spPr>
          <a:xfrm>
            <a:off x="348299" y="1166772"/>
            <a:ext cx="11164824" cy="393192"/>
          </a:xfrm>
        </p:spPr>
        <p:txBody>
          <a:bodyPr/>
          <a:lstStyle>
            <a:lvl1pPr>
              <a:lnSpc>
                <a:spcPct val="100000"/>
              </a:lnSpc>
              <a:defRPr sz="1600"/>
            </a:lvl1pPr>
          </a:lstStyle>
          <a:p>
            <a:pPr lvl="0"/>
            <a:r>
              <a:rPr lang="en-US"/>
              <a:t>Insert Subheading Here</a:t>
            </a:r>
          </a:p>
        </p:txBody>
      </p:sp>
    </p:spTree>
    <p:extLst>
      <p:ext uri="{BB962C8B-B14F-4D97-AF65-F5344CB8AC3E}">
        <p14:creationId xmlns:p14="http://schemas.microsoft.com/office/powerpoint/2010/main" val="733172878"/>
      </p:ext>
    </p:extLst>
  </p:cSld>
  <p:clrMapOvr>
    <a:masterClrMapping/>
  </p:clrMapOvr>
  <p:extLst>
    <p:ext uri="{DCECCB84-F9BA-43D5-87BE-67443E8EF086}">
      <p15:sldGuideLst xmlns:p15="http://schemas.microsoft.com/office/powerpoint/2012/main">
        <p15:guide id="1" orient="horz" pos="391">
          <p15:clr>
            <a:srgbClr val="FBAE40"/>
          </p15:clr>
        </p15:guide>
        <p15:guide id="2" orient="horz" pos="4020">
          <p15:clr>
            <a:srgbClr val="FBAE40"/>
          </p15:clr>
        </p15:guide>
        <p15:guide id="3" orient="horz" pos="216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B - List (Columns)">
    <p:spTree>
      <p:nvGrpSpPr>
        <p:cNvPr id="1" name=""/>
        <p:cNvGrpSpPr/>
        <p:nvPr/>
      </p:nvGrpSpPr>
      <p:grpSpPr>
        <a:xfrm>
          <a:off x="0" y="0"/>
          <a:ext cx="0" cy="0"/>
          <a:chOff x="0" y="0"/>
          <a:chExt cx="0" cy="0"/>
        </a:xfrm>
      </p:grpSpPr>
      <p:pic>
        <p:nvPicPr>
          <p:cNvPr id="4" name="Picture 3" descr="A black tree with leaves&#10;&#10;Description automatically generated">
            <a:extLst>
              <a:ext uri="{FF2B5EF4-FFF2-40B4-BE49-F238E27FC236}">
                <a16:creationId xmlns:a16="http://schemas.microsoft.com/office/drawing/2014/main" id="{4BF725B0-734A-683D-5D7F-C5AA44A3B7F8}"/>
              </a:ext>
            </a:extLst>
          </p:cNvPr>
          <p:cNvPicPr>
            <a:picLocks noChangeAspect="1"/>
          </p:cNvPicPr>
          <p:nvPr userDrawn="1"/>
        </p:nvPicPr>
        <p:blipFill>
          <a:blip r:embed="rId2"/>
          <a:stretch>
            <a:fillRect/>
          </a:stretch>
        </p:blipFill>
        <p:spPr>
          <a:xfrm>
            <a:off x="11440401" y="188640"/>
            <a:ext cx="488247" cy="495124"/>
          </a:xfrm>
          <a:prstGeom prst="rect">
            <a:avLst/>
          </a:prstGeom>
        </p:spPr>
      </p:pic>
      <p:sp>
        <p:nvSpPr>
          <p:cNvPr id="9" name="Slide Number Placeholder 5">
            <a:extLst>
              <a:ext uri="{FF2B5EF4-FFF2-40B4-BE49-F238E27FC236}">
                <a16:creationId xmlns:a16="http://schemas.microsoft.com/office/drawing/2014/main" id="{CDDC2F1F-FD40-42E3-123C-BCA95A066345}"/>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US" smtClean="0"/>
              <a:pPr algn="r"/>
              <a:t>‹#›</a:t>
            </a:fld>
            <a:endParaRPr lang="en-US"/>
          </a:p>
        </p:txBody>
      </p:sp>
      <p:cxnSp>
        <p:nvCxnSpPr>
          <p:cNvPr id="10" name="Straight Connector 9">
            <a:extLst>
              <a:ext uri="{FF2B5EF4-FFF2-40B4-BE49-F238E27FC236}">
                <a16:creationId xmlns:a16="http://schemas.microsoft.com/office/drawing/2014/main" id="{1F12D094-7AEE-C14A-E381-E4EC56E95484}"/>
              </a:ext>
            </a:extLst>
          </p:cNvPr>
          <p:cNvCxnSpPr>
            <a:cxnSpLocks/>
          </p:cNvCxnSpPr>
          <p:nvPr userDrawn="1"/>
        </p:nvCxnSpPr>
        <p:spPr>
          <a:xfrm>
            <a:off x="335360" y="6629400"/>
            <a:ext cx="11220030"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3299E434-1D01-D6A7-3BDD-F577D3E5270C}"/>
              </a:ext>
            </a:extLst>
          </p:cNvPr>
          <p:cNvCxnSpPr>
            <a:cxnSpLocks/>
          </p:cNvCxnSpPr>
          <p:nvPr userDrawn="1"/>
        </p:nvCxnSpPr>
        <p:spPr>
          <a:xfrm>
            <a:off x="335360" y="444624"/>
            <a:ext cx="11105041"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2DBA8181-DC70-E296-CC4C-B7DE82BCF43C}"/>
              </a:ext>
            </a:extLst>
          </p:cNvPr>
          <p:cNvSpPr>
            <a:spLocks noGrp="1"/>
          </p:cNvSpPr>
          <p:nvPr>
            <p:ph type="title" hasCustomPrompt="1"/>
          </p:nvPr>
        </p:nvSpPr>
        <p:spPr>
          <a:xfrm>
            <a:off x="513588" y="548681"/>
            <a:ext cx="11164824" cy="576072"/>
          </a:xfrm>
        </p:spPr>
        <p:txBody>
          <a:bodyPr>
            <a:noAutofit/>
          </a:bodyPr>
          <a:lstStyle>
            <a:lvl1pPr algn="ctr">
              <a:lnSpc>
                <a:spcPct val="80000"/>
              </a:lnSpc>
              <a:defRPr>
                <a:solidFill>
                  <a:srgbClr val="3D441E"/>
                </a:solidFill>
              </a:defRPr>
            </a:lvl1pPr>
          </a:lstStyle>
          <a:p>
            <a:r>
              <a:rPr lang="en-US"/>
              <a:t>Insert Title Here</a:t>
            </a:r>
          </a:p>
        </p:txBody>
      </p:sp>
      <p:sp>
        <p:nvSpPr>
          <p:cNvPr id="6" name="Text Placeholder 5">
            <a:extLst>
              <a:ext uri="{FF2B5EF4-FFF2-40B4-BE49-F238E27FC236}">
                <a16:creationId xmlns:a16="http://schemas.microsoft.com/office/drawing/2014/main" id="{D663D3FB-000D-83EF-3F02-C4EDA200D993}"/>
              </a:ext>
            </a:extLst>
          </p:cNvPr>
          <p:cNvSpPr>
            <a:spLocks noGrp="1"/>
          </p:cNvSpPr>
          <p:nvPr>
            <p:ph type="body" sz="quarter" idx="23" hasCustomPrompt="1"/>
          </p:nvPr>
        </p:nvSpPr>
        <p:spPr>
          <a:xfrm>
            <a:off x="334963" y="2276876"/>
            <a:ext cx="2792412" cy="431399"/>
          </a:xfrm>
          <a:solidFill>
            <a:srgbClr val="3D441E"/>
          </a:solidFill>
        </p:spPr>
        <p:txBody>
          <a:bodyPr anchor="ctr" anchorCtr="0"/>
          <a:lstStyle>
            <a:lvl1pPr algn="ctr">
              <a:lnSpc>
                <a:spcPct val="100000"/>
              </a:lnSpc>
              <a:defRPr>
                <a:solidFill>
                  <a:schemeClr val="bg1"/>
                </a:solidFill>
              </a:defRPr>
            </a:lvl1pPr>
          </a:lstStyle>
          <a:p>
            <a:pPr lvl="0"/>
            <a:r>
              <a:rPr lang="en-US"/>
              <a:t>Insert Title Here</a:t>
            </a:r>
            <a:endParaRPr lang="en-GB"/>
          </a:p>
        </p:txBody>
      </p:sp>
      <p:sp>
        <p:nvSpPr>
          <p:cNvPr id="7" name="Text Placeholder 5">
            <a:extLst>
              <a:ext uri="{FF2B5EF4-FFF2-40B4-BE49-F238E27FC236}">
                <a16:creationId xmlns:a16="http://schemas.microsoft.com/office/drawing/2014/main" id="{565E0AE5-DE7D-E18F-F3D6-E96250E81DEB}"/>
              </a:ext>
            </a:extLst>
          </p:cNvPr>
          <p:cNvSpPr>
            <a:spLocks noGrp="1"/>
          </p:cNvSpPr>
          <p:nvPr>
            <p:ph type="body" sz="quarter" idx="24" hasCustomPrompt="1"/>
          </p:nvPr>
        </p:nvSpPr>
        <p:spPr>
          <a:xfrm>
            <a:off x="3270187" y="2276876"/>
            <a:ext cx="2755963" cy="431399"/>
          </a:xfrm>
          <a:solidFill>
            <a:srgbClr val="3D441E"/>
          </a:solidFill>
        </p:spPr>
        <p:txBody>
          <a:bodyPr anchor="ctr" anchorCtr="0"/>
          <a:lstStyle>
            <a:lvl1pPr algn="ctr">
              <a:lnSpc>
                <a:spcPct val="100000"/>
              </a:lnSpc>
              <a:defRPr>
                <a:solidFill>
                  <a:schemeClr val="bg1"/>
                </a:solidFill>
              </a:defRPr>
            </a:lvl1pPr>
          </a:lstStyle>
          <a:p>
            <a:pPr lvl="0"/>
            <a:r>
              <a:rPr lang="en-US"/>
              <a:t>Insert Title Here</a:t>
            </a:r>
            <a:endParaRPr lang="en-GB"/>
          </a:p>
        </p:txBody>
      </p:sp>
      <p:sp>
        <p:nvSpPr>
          <p:cNvPr id="8" name="Text Placeholder 5">
            <a:extLst>
              <a:ext uri="{FF2B5EF4-FFF2-40B4-BE49-F238E27FC236}">
                <a16:creationId xmlns:a16="http://schemas.microsoft.com/office/drawing/2014/main" id="{62DFFCD8-B68D-1373-91E7-851296F151DE}"/>
              </a:ext>
            </a:extLst>
          </p:cNvPr>
          <p:cNvSpPr>
            <a:spLocks noGrp="1"/>
          </p:cNvSpPr>
          <p:nvPr>
            <p:ph type="body" sz="quarter" idx="25" hasCustomPrompt="1"/>
          </p:nvPr>
        </p:nvSpPr>
        <p:spPr>
          <a:xfrm>
            <a:off x="6168835" y="2276876"/>
            <a:ext cx="2755963" cy="431399"/>
          </a:xfrm>
          <a:solidFill>
            <a:srgbClr val="3D441E"/>
          </a:solidFill>
        </p:spPr>
        <p:txBody>
          <a:bodyPr anchor="ctr" anchorCtr="0"/>
          <a:lstStyle>
            <a:lvl1pPr algn="ctr">
              <a:lnSpc>
                <a:spcPct val="100000"/>
              </a:lnSpc>
              <a:defRPr>
                <a:solidFill>
                  <a:schemeClr val="bg1"/>
                </a:solidFill>
              </a:defRPr>
            </a:lvl1pPr>
          </a:lstStyle>
          <a:p>
            <a:pPr lvl="0"/>
            <a:r>
              <a:rPr lang="en-US"/>
              <a:t>Insert Title Here</a:t>
            </a:r>
            <a:endParaRPr lang="en-GB"/>
          </a:p>
        </p:txBody>
      </p:sp>
      <p:sp>
        <p:nvSpPr>
          <p:cNvPr id="12" name="Text Placeholder 5">
            <a:extLst>
              <a:ext uri="{FF2B5EF4-FFF2-40B4-BE49-F238E27FC236}">
                <a16:creationId xmlns:a16="http://schemas.microsoft.com/office/drawing/2014/main" id="{1A83159A-FFFA-2D3C-AB65-289104FD3F9D}"/>
              </a:ext>
            </a:extLst>
          </p:cNvPr>
          <p:cNvSpPr>
            <a:spLocks noGrp="1"/>
          </p:cNvSpPr>
          <p:nvPr>
            <p:ph type="body" sz="quarter" idx="26" hasCustomPrompt="1"/>
          </p:nvPr>
        </p:nvSpPr>
        <p:spPr>
          <a:xfrm>
            <a:off x="9067483" y="2276876"/>
            <a:ext cx="2755963" cy="431399"/>
          </a:xfrm>
          <a:solidFill>
            <a:srgbClr val="3D441E"/>
          </a:solidFill>
        </p:spPr>
        <p:txBody>
          <a:bodyPr anchor="ctr" anchorCtr="0"/>
          <a:lstStyle>
            <a:lvl1pPr algn="ctr">
              <a:lnSpc>
                <a:spcPct val="100000"/>
              </a:lnSpc>
              <a:defRPr>
                <a:solidFill>
                  <a:schemeClr val="bg1"/>
                </a:solidFill>
              </a:defRPr>
            </a:lvl1pPr>
          </a:lstStyle>
          <a:p>
            <a:pPr lvl="0"/>
            <a:r>
              <a:rPr lang="en-US"/>
              <a:t>Insert Title Here</a:t>
            </a:r>
            <a:endParaRPr lang="en-GB"/>
          </a:p>
        </p:txBody>
      </p:sp>
      <p:sp>
        <p:nvSpPr>
          <p:cNvPr id="13" name="Text Placeholder 5">
            <a:extLst>
              <a:ext uri="{FF2B5EF4-FFF2-40B4-BE49-F238E27FC236}">
                <a16:creationId xmlns:a16="http://schemas.microsoft.com/office/drawing/2014/main" id="{71E29878-D3B3-3293-76C4-A9FBA75B115C}"/>
              </a:ext>
            </a:extLst>
          </p:cNvPr>
          <p:cNvSpPr>
            <a:spLocks noGrp="1"/>
          </p:cNvSpPr>
          <p:nvPr>
            <p:ph type="body" sz="quarter" idx="27" hasCustomPrompt="1"/>
          </p:nvPr>
        </p:nvSpPr>
        <p:spPr>
          <a:xfrm>
            <a:off x="334963" y="2706644"/>
            <a:ext cx="2792412" cy="3675102"/>
          </a:xfrm>
          <a:solidFill>
            <a:srgbClr val="3D441E">
              <a:alpha val="10000"/>
            </a:srgbClr>
          </a:solidFill>
        </p:spPr>
        <p:txBody>
          <a:bodyPr tIns="180000" anchor="t" anchorCtr="0"/>
          <a:lstStyle>
            <a:lvl1pPr algn="ctr">
              <a:lnSpc>
                <a:spcPct val="100000"/>
              </a:lnSpc>
              <a:defRPr>
                <a:solidFill>
                  <a:schemeClr val="tx1"/>
                </a:solidFill>
              </a:defRPr>
            </a:lvl1pPr>
          </a:lstStyle>
          <a:p>
            <a:pPr lvl="0"/>
            <a:r>
              <a:rPr lang="en-US"/>
              <a:t>Insert text here</a:t>
            </a:r>
            <a:endParaRPr lang="en-GB"/>
          </a:p>
        </p:txBody>
      </p:sp>
      <p:sp>
        <p:nvSpPr>
          <p:cNvPr id="14" name="Text Placeholder 5">
            <a:extLst>
              <a:ext uri="{FF2B5EF4-FFF2-40B4-BE49-F238E27FC236}">
                <a16:creationId xmlns:a16="http://schemas.microsoft.com/office/drawing/2014/main" id="{52726485-6C81-604A-0901-79B73CD8FFC8}"/>
              </a:ext>
            </a:extLst>
          </p:cNvPr>
          <p:cNvSpPr>
            <a:spLocks noGrp="1"/>
          </p:cNvSpPr>
          <p:nvPr>
            <p:ph type="body" sz="quarter" idx="28" hasCustomPrompt="1"/>
          </p:nvPr>
        </p:nvSpPr>
        <p:spPr>
          <a:xfrm>
            <a:off x="3270059" y="2706644"/>
            <a:ext cx="2753107" cy="3675102"/>
          </a:xfrm>
          <a:solidFill>
            <a:srgbClr val="3D441E">
              <a:alpha val="10000"/>
            </a:srgbClr>
          </a:solidFill>
        </p:spPr>
        <p:txBody>
          <a:bodyPr tIns="180000" anchor="t" anchorCtr="0"/>
          <a:lstStyle>
            <a:lvl1pPr algn="ctr">
              <a:lnSpc>
                <a:spcPct val="100000"/>
              </a:lnSpc>
              <a:defRPr>
                <a:solidFill>
                  <a:schemeClr val="tx1"/>
                </a:solidFill>
              </a:defRPr>
            </a:lvl1pPr>
          </a:lstStyle>
          <a:p>
            <a:pPr lvl="0"/>
            <a:r>
              <a:rPr lang="en-US"/>
              <a:t>Insert text here</a:t>
            </a:r>
            <a:endParaRPr lang="en-GB"/>
          </a:p>
        </p:txBody>
      </p:sp>
      <p:sp>
        <p:nvSpPr>
          <p:cNvPr id="15" name="Text Placeholder 5">
            <a:extLst>
              <a:ext uri="{FF2B5EF4-FFF2-40B4-BE49-F238E27FC236}">
                <a16:creationId xmlns:a16="http://schemas.microsoft.com/office/drawing/2014/main" id="{643C3F55-8CD6-74BE-E8AB-C264799EB6EC}"/>
              </a:ext>
            </a:extLst>
          </p:cNvPr>
          <p:cNvSpPr>
            <a:spLocks noGrp="1"/>
          </p:cNvSpPr>
          <p:nvPr>
            <p:ph type="body" sz="quarter" idx="29" hasCustomPrompt="1"/>
          </p:nvPr>
        </p:nvSpPr>
        <p:spPr>
          <a:xfrm>
            <a:off x="6168707" y="2706644"/>
            <a:ext cx="2753107" cy="3675102"/>
          </a:xfrm>
          <a:solidFill>
            <a:srgbClr val="3D441E">
              <a:alpha val="10000"/>
            </a:srgbClr>
          </a:solidFill>
        </p:spPr>
        <p:txBody>
          <a:bodyPr tIns="180000" anchor="t" anchorCtr="0"/>
          <a:lstStyle>
            <a:lvl1pPr algn="ctr">
              <a:lnSpc>
                <a:spcPct val="100000"/>
              </a:lnSpc>
              <a:defRPr>
                <a:solidFill>
                  <a:schemeClr val="tx1"/>
                </a:solidFill>
              </a:defRPr>
            </a:lvl1pPr>
          </a:lstStyle>
          <a:p>
            <a:pPr lvl="0"/>
            <a:r>
              <a:rPr lang="en-US"/>
              <a:t>Insert text here</a:t>
            </a:r>
            <a:endParaRPr lang="en-GB"/>
          </a:p>
        </p:txBody>
      </p:sp>
      <p:sp>
        <p:nvSpPr>
          <p:cNvPr id="16" name="Text Placeholder 5">
            <a:extLst>
              <a:ext uri="{FF2B5EF4-FFF2-40B4-BE49-F238E27FC236}">
                <a16:creationId xmlns:a16="http://schemas.microsoft.com/office/drawing/2014/main" id="{F989F134-2E85-5E16-ED50-F7B6A25455D7}"/>
              </a:ext>
            </a:extLst>
          </p:cNvPr>
          <p:cNvSpPr>
            <a:spLocks noGrp="1"/>
          </p:cNvSpPr>
          <p:nvPr>
            <p:ph type="body" sz="quarter" idx="30" hasCustomPrompt="1"/>
          </p:nvPr>
        </p:nvSpPr>
        <p:spPr>
          <a:xfrm>
            <a:off x="9067355" y="2706644"/>
            <a:ext cx="2753107" cy="3675102"/>
          </a:xfrm>
          <a:solidFill>
            <a:srgbClr val="3D441E">
              <a:alpha val="10000"/>
            </a:srgbClr>
          </a:solidFill>
        </p:spPr>
        <p:txBody>
          <a:bodyPr tIns="180000" anchor="t" anchorCtr="0"/>
          <a:lstStyle>
            <a:lvl1pPr algn="ctr">
              <a:lnSpc>
                <a:spcPct val="100000"/>
              </a:lnSpc>
              <a:defRPr>
                <a:solidFill>
                  <a:schemeClr val="tx1"/>
                </a:solidFill>
              </a:defRPr>
            </a:lvl1pPr>
          </a:lstStyle>
          <a:p>
            <a:pPr lvl="0"/>
            <a:r>
              <a:rPr lang="en-US"/>
              <a:t>Insert text here</a:t>
            </a:r>
            <a:endParaRPr lang="en-GB"/>
          </a:p>
        </p:txBody>
      </p:sp>
      <p:sp>
        <p:nvSpPr>
          <p:cNvPr id="5" name="Text Placeholder 14">
            <a:extLst>
              <a:ext uri="{FF2B5EF4-FFF2-40B4-BE49-F238E27FC236}">
                <a16:creationId xmlns:a16="http://schemas.microsoft.com/office/drawing/2014/main" id="{11459CFC-58E1-F07A-CED5-E9F2C72BD66F}"/>
              </a:ext>
            </a:extLst>
          </p:cNvPr>
          <p:cNvSpPr>
            <a:spLocks noGrp="1"/>
          </p:cNvSpPr>
          <p:nvPr>
            <p:ph type="body" sz="quarter" idx="31" hasCustomPrompt="1"/>
          </p:nvPr>
        </p:nvSpPr>
        <p:spPr>
          <a:xfrm>
            <a:off x="513588" y="1166772"/>
            <a:ext cx="11164824" cy="393192"/>
          </a:xfrm>
        </p:spPr>
        <p:txBody>
          <a:bodyPr/>
          <a:lstStyle>
            <a:lvl1pPr algn="ctr">
              <a:lnSpc>
                <a:spcPct val="100000"/>
              </a:lnSpc>
              <a:defRPr sz="1600"/>
            </a:lvl1pPr>
          </a:lstStyle>
          <a:p>
            <a:pPr lvl="0"/>
            <a:r>
              <a:rPr lang="en-US"/>
              <a:t>Insert Subheading Here</a:t>
            </a:r>
          </a:p>
        </p:txBody>
      </p:sp>
      <p:sp>
        <p:nvSpPr>
          <p:cNvPr id="3" name="Text Placeholder 8">
            <a:extLst>
              <a:ext uri="{FF2B5EF4-FFF2-40B4-BE49-F238E27FC236}">
                <a16:creationId xmlns:a16="http://schemas.microsoft.com/office/drawing/2014/main" id="{897FFFDC-2566-3002-A6BC-5E46F57FC520}"/>
              </a:ext>
            </a:extLst>
          </p:cNvPr>
          <p:cNvSpPr>
            <a:spLocks noGrp="1"/>
          </p:cNvSpPr>
          <p:nvPr>
            <p:ph type="body" sz="quarter" idx="32" hasCustomPrompt="1"/>
          </p:nvPr>
        </p:nvSpPr>
        <p:spPr>
          <a:xfrm>
            <a:off x="348300" y="242888"/>
            <a:ext cx="4206240" cy="182284"/>
          </a:xfrm>
        </p:spPr>
        <p:txBody>
          <a:bodyPr tIns="0" bIns="0"/>
          <a:lstStyle>
            <a:lvl1pPr>
              <a:lnSpc>
                <a:spcPct val="100000"/>
              </a:lnSpc>
              <a:defRPr sz="700" spc="50" baseline="0">
                <a:solidFill>
                  <a:schemeClr val="tx2"/>
                </a:solidFill>
                <a:latin typeface="+mn-lt"/>
              </a:defRPr>
            </a:lvl1pPr>
          </a:lstStyle>
          <a:p>
            <a:pPr lvl="0"/>
            <a:r>
              <a:rPr lang="en-US"/>
              <a:t>SECTION TITLE HERE</a:t>
            </a:r>
          </a:p>
        </p:txBody>
      </p:sp>
    </p:spTree>
    <p:extLst>
      <p:ext uri="{BB962C8B-B14F-4D97-AF65-F5344CB8AC3E}">
        <p14:creationId xmlns:p14="http://schemas.microsoft.com/office/powerpoint/2010/main" val="2069212987"/>
      </p:ext>
    </p:extLst>
  </p:cSld>
  <p:clrMapOvr>
    <a:masterClrMapping/>
  </p:clrMapOvr>
  <p:extLst>
    <p:ext uri="{DCECCB84-F9BA-43D5-87BE-67443E8EF086}">
      <p15:sldGuideLst xmlns:p15="http://schemas.microsoft.com/office/powerpoint/2012/main">
        <p15:guide id="1" orient="horz" pos="391">
          <p15:clr>
            <a:srgbClr val="FBAE40"/>
          </p15:clr>
        </p15:guide>
        <p15:guide id="2" orient="horz" pos="402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C - List (Columns)">
    <p:spTree>
      <p:nvGrpSpPr>
        <p:cNvPr id="1" name=""/>
        <p:cNvGrpSpPr/>
        <p:nvPr/>
      </p:nvGrpSpPr>
      <p:grpSpPr>
        <a:xfrm>
          <a:off x="0" y="0"/>
          <a:ext cx="0" cy="0"/>
          <a:chOff x="0" y="0"/>
          <a:chExt cx="0" cy="0"/>
        </a:xfrm>
      </p:grpSpPr>
      <p:sp>
        <p:nvSpPr>
          <p:cNvPr id="18" name="Text Placeholder 51">
            <a:extLst>
              <a:ext uri="{FF2B5EF4-FFF2-40B4-BE49-F238E27FC236}">
                <a16:creationId xmlns:a16="http://schemas.microsoft.com/office/drawing/2014/main" id="{07DE4970-1AFF-4AE8-7D67-2DFA86CA0177}"/>
              </a:ext>
            </a:extLst>
          </p:cNvPr>
          <p:cNvSpPr>
            <a:spLocks noGrp="1"/>
          </p:cNvSpPr>
          <p:nvPr>
            <p:ph type="body" sz="quarter" idx="16" hasCustomPrompt="1"/>
          </p:nvPr>
        </p:nvSpPr>
        <p:spPr>
          <a:xfrm>
            <a:off x="334963" y="3400845"/>
            <a:ext cx="2792412" cy="2672119"/>
          </a:xfrm>
        </p:spPr>
        <p:txBody>
          <a:bodyPr/>
          <a:lstStyle>
            <a:lvl1pPr marL="126000" indent="-126000">
              <a:lnSpc>
                <a:spcPct val="110000"/>
              </a:lnSpc>
              <a:buFont typeface="Arial" panose="020B0604020202020204" pitchFamily="34" charset="0"/>
              <a:buChar char="•"/>
              <a:defRPr/>
            </a:lvl1pPr>
          </a:lstStyle>
          <a:p>
            <a:r>
              <a:rPr lang="en-GB" noProof="1"/>
              <a:t>Lorem ipsum dolor sit amet, consectetur adipiscing elit. Nunc id ante metus. Nulla odio urna, mattis interdum convallis ac, dictum eget nisl.</a:t>
            </a:r>
          </a:p>
          <a:p>
            <a:r>
              <a:rPr lang="en-GB" noProof="1"/>
              <a:t>Lorem ipsum dolor sit amet, consectetur adipiscing elit. Nunc id ante metus. Nulla odio urna, mattis interdum convallis ac, dictum eget nisl.</a:t>
            </a:r>
          </a:p>
        </p:txBody>
      </p:sp>
      <p:sp>
        <p:nvSpPr>
          <p:cNvPr id="20" name="Text Placeholder 2">
            <a:extLst>
              <a:ext uri="{FF2B5EF4-FFF2-40B4-BE49-F238E27FC236}">
                <a16:creationId xmlns:a16="http://schemas.microsoft.com/office/drawing/2014/main" id="{F4A66224-12CE-79F9-1C37-D9C4BEF74FCC}"/>
              </a:ext>
            </a:extLst>
          </p:cNvPr>
          <p:cNvSpPr>
            <a:spLocks noGrp="1"/>
          </p:cNvSpPr>
          <p:nvPr>
            <p:ph type="body" sz="quarter" idx="18" hasCustomPrompt="1"/>
          </p:nvPr>
        </p:nvSpPr>
        <p:spPr>
          <a:xfrm>
            <a:off x="3287048" y="3400845"/>
            <a:ext cx="2736944" cy="2672119"/>
          </a:xfrm>
        </p:spPr>
        <p:txBody>
          <a:bodyPr/>
          <a:lstStyle>
            <a:lvl1pPr marL="126000" indent="-126000">
              <a:lnSpc>
                <a:spcPct val="110000"/>
              </a:lnSpc>
              <a:buFont typeface="Arial" panose="020B0604020202020204" pitchFamily="34" charset="0"/>
              <a:buChar char="•"/>
              <a:defRPr/>
            </a:lvl1pPr>
            <a:lvl5pPr>
              <a:defRPr/>
            </a:lvl5pPr>
          </a:lstStyle>
          <a:p>
            <a:r>
              <a:rPr lang="en-GB" noProof="1"/>
              <a:t>Lorem ipsum dolor sit amet, consectetur adipiscing elit. Nunc id ante metus. Nulla odio urna, mattis interdum convallis ac, dictum eget nisl.</a:t>
            </a:r>
          </a:p>
          <a:p>
            <a:r>
              <a:rPr lang="en-GB" noProof="1"/>
              <a:t>Lorem ipsum dolor sit amet, consectetur adipiscing elit. Nunc id ante metus. Nulla odio urna, mattis interdum convallis ac, dictum eget nisl.</a:t>
            </a:r>
          </a:p>
        </p:txBody>
      </p:sp>
      <p:sp>
        <p:nvSpPr>
          <p:cNvPr id="21" name="Text Placeholder 4">
            <a:extLst>
              <a:ext uri="{FF2B5EF4-FFF2-40B4-BE49-F238E27FC236}">
                <a16:creationId xmlns:a16="http://schemas.microsoft.com/office/drawing/2014/main" id="{02E45F5B-DAB6-EDB9-EB30-20A697039F14}"/>
              </a:ext>
            </a:extLst>
          </p:cNvPr>
          <p:cNvSpPr>
            <a:spLocks noGrp="1"/>
          </p:cNvSpPr>
          <p:nvPr>
            <p:ph type="body" sz="quarter" idx="19" hasCustomPrompt="1"/>
          </p:nvPr>
        </p:nvSpPr>
        <p:spPr>
          <a:xfrm>
            <a:off x="6168008" y="3352799"/>
            <a:ext cx="2751137" cy="2720165"/>
          </a:xfrm>
        </p:spPr>
        <p:txBody>
          <a:bodyPr/>
          <a:lstStyle>
            <a:lvl1pPr marL="126000" indent="-126000">
              <a:lnSpc>
                <a:spcPct val="110000"/>
              </a:lnSpc>
              <a:buFont typeface="Arial" panose="020B0604020202020204" pitchFamily="34" charset="0"/>
              <a:buChar char="•"/>
              <a:defRPr/>
            </a:lvl1pPr>
          </a:lstStyle>
          <a:p>
            <a:r>
              <a:rPr lang="en-GB" noProof="1"/>
              <a:t>Lorem ipsum dolor sit amet, consectetur adipiscing elit. Nunc id ante metus. Nulla odio urna, mattis interdum convallis ac, dictum eget nisl.</a:t>
            </a:r>
          </a:p>
          <a:p>
            <a:r>
              <a:rPr lang="en-GB" noProof="1"/>
              <a:t>Lorem ipsum dolor sit amet, consectetur adipiscing elit. Nunc id ante metus. Nulla odio urna, mattis interdum convallis ac, dictum eget nisl.</a:t>
            </a:r>
          </a:p>
        </p:txBody>
      </p:sp>
      <p:sp>
        <p:nvSpPr>
          <p:cNvPr id="22" name="Text Placeholder 6">
            <a:extLst>
              <a:ext uri="{FF2B5EF4-FFF2-40B4-BE49-F238E27FC236}">
                <a16:creationId xmlns:a16="http://schemas.microsoft.com/office/drawing/2014/main" id="{20A39A1D-8D4E-880C-CB18-FF07D46CDB2B}"/>
              </a:ext>
            </a:extLst>
          </p:cNvPr>
          <p:cNvSpPr>
            <a:spLocks noGrp="1"/>
          </p:cNvSpPr>
          <p:nvPr>
            <p:ph type="body" sz="quarter" idx="20" hasCustomPrompt="1"/>
          </p:nvPr>
        </p:nvSpPr>
        <p:spPr>
          <a:xfrm>
            <a:off x="9074149" y="3352799"/>
            <a:ext cx="2751137" cy="2720165"/>
          </a:xfrm>
        </p:spPr>
        <p:txBody>
          <a:bodyPr/>
          <a:lstStyle>
            <a:lvl1pPr marL="126000" indent="-126000">
              <a:lnSpc>
                <a:spcPct val="110000"/>
              </a:lnSpc>
              <a:buFont typeface="Arial" panose="020B0604020202020204" pitchFamily="34" charset="0"/>
              <a:buChar char="•"/>
              <a:defRPr/>
            </a:lvl1pPr>
            <a:lvl5pPr>
              <a:defRPr/>
            </a:lvl5pPr>
          </a:lstStyle>
          <a:p>
            <a:r>
              <a:rPr lang="en-GB" noProof="1"/>
              <a:t>Lorem ipsum dolor sit amet, consectetur adipiscing elit. Nunc id ante metus. Nulla odio urna, mattis interdum convallis ac, dictum eget nisl.</a:t>
            </a:r>
          </a:p>
          <a:p>
            <a:r>
              <a:rPr lang="en-GB" noProof="1"/>
              <a:t>Lorem ipsum dolor sit amet, consectetur adipiscing elit. Nunc id ante metus. Nulla odio urna, mattis interdum convallis ac, dictum eget nisl.</a:t>
            </a:r>
          </a:p>
        </p:txBody>
      </p:sp>
      <p:pic>
        <p:nvPicPr>
          <p:cNvPr id="3" name="Picture 2" descr="A black tree with leaves&#10;&#10;Description automatically generated">
            <a:extLst>
              <a:ext uri="{FF2B5EF4-FFF2-40B4-BE49-F238E27FC236}">
                <a16:creationId xmlns:a16="http://schemas.microsoft.com/office/drawing/2014/main" id="{A1EDB9EA-6D31-C114-6BC2-8CAA1AAA6AE6}"/>
              </a:ext>
            </a:extLst>
          </p:cNvPr>
          <p:cNvPicPr>
            <a:picLocks noChangeAspect="1"/>
          </p:cNvPicPr>
          <p:nvPr userDrawn="1"/>
        </p:nvPicPr>
        <p:blipFill>
          <a:blip r:embed="rId2"/>
          <a:stretch>
            <a:fillRect/>
          </a:stretch>
        </p:blipFill>
        <p:spPr>
          <a:xfrm>
            <a:off x="11440401" y="188640"/>
            <a:ext cx="488247" cy="495124"/>
          </a:xfrm>
          <a:prstGeom prst="rect">
            <a:avLst/>
          </a:prstGeom>
        </p:spPr>
      </p:pic>
      <p:sp>
        <p:nvSpPr>
          <p:cNvPr id="11" name="Slide Number Placeholder 5">
            <a:extLst>
              <a:ext uri="{FF2B5EF4-FFF2-40B4-BE49-F238E27FC236}">
                <a16:creationId xmlns:a16="http://schemas.microsoft.com/office/drawing/2014/main" id="{1AD4B67B-7D69-3D8E-E985-22A08E406AED}"/>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US" smtClean="0"/>
              <a:pPr algn="r"/>
              <a:t>‹#›</a:t>
            </a:fld>
            <a:endParaRPr lang="en-US"/>
          </a:p>
        </p:txBody>
      </p:sp>
      <p:cxnSp>
        <p:nvCxnSpPr>
          <p:cNvPr id="12" name="Straight Connector 11">
            <a:extLst>
              <a:ext uri="{FF2B5EF4-FFF2-40B4-BE49-F238E27FC236}">
                <a16:creationId xmlns:a16="http://schemas.microsoft.com/office/drawing/2014/main" id="{20A5479E-6B07-E697-D6E4-04F20B1572F7}"/>
              </a:ext>
            </a:extLst>
          </p:cNvPr>
          <p:cNvCxnSpPr>
            <a:cxnSpLocks/>
          </p:cNvCxnSpPr>
          <p:nvPr userDrawn="1"/>
        </p:nvCxnSpPr>
        <p:spPr>
          <a:xfrm>
            <a:off x="335360" y="6629400"/>
            <a:ext cx="11220030"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601249FA-49BD-C24A-AD56-6659A2EFDF16}"/>
              </a:ext>
            </a:extLst>
          </p:cNvPr>
          <p:cNvCxnSpPr>
            <a:cxnSpLocks/>
          </p:cNvCxnSpPr>
          <p:nvPr userDrawn="1"/>
        </p:nvCxnSpPr>
        <p:spPr>
          <a:xfrm>
            <a:off x="335360" y="444624"/>
            <a:ext cx="11105041"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98EC0778-10D3-8D8F-7552-58AF7C02CEEE}"/>
              </a:ext>
            </a:extLst>
          </p:cNvPr>
          <p:cNvSpPr>
            <a:spLocks noGrp="1"/>
          </p:cNvSpPr>
          <p:nvPr>
            <p:ph type="title" hasCustomPrompt="1"/>
          </p:nvPr>
        </p:nvSpPr>
        <p:spPr>
          <a:xfrm>
            <a:off x="348299" y="548680"/>
            <a:ext cx="11164824" cy="1040003"/>
          </a:xfrm>
        </p:spPr>
        <p:txBody>
          <a:bodyPr>
            <a:noAutofit/>
          </a:bodyPr>
          <a:lstStyle>
            <a:lvl1pPr>
              <a:lnSpc>
                <a:spcPct val="80000"/>
              </a:lnSpc>
              <a:defRPr>
                <a:solidFill>
                  <a:srgbClr val="3D441E"/>
                </a:solidFill>
              </a:defRPr>
            </a:lvl1pPr>
          </a:lstStyle>
          <a:p>
            <a:r>
              <a:rPr lang="en-US"/>
              <a:t>Insert Title Here</a:t>
            </a:r>
          </a:p>
        </p:txBody>
      </p:sp>
      <p:sp>
        <p:nvSpPr>
          <p:cNvPr id="5" name="Text Placeholder 4">
            <a:extLst>
              <a:ext uri="{FF2B5EF4-FFF2-40B4-BE49-F238E27FC236}">
                <a16:creationId xmlns:a16="http://schemas.microsoft.com/office/drawing/2014/main" id="{E17C9006-B776-9210-AFDF-75496DA086C3}"/>
              </a:ext>
            </a:extLst>
          </p:cNvPr>
          <p:cNvSpPr>
            <a:spLocks noGrp="1"/>
          </p:cNvSpPr>
          <p:nvPr>
            <p:ph type="body" sz="quarter" idx="22" hasCustomPrompt="1"/>
          </p:nvPr>
        </p:nvSpPr>
        <p:spPr>
          <a:xfrm>
            <a:off x="347663" y="2119578"/>
            <a:ext cx="2779712" cy="832985"/>
          </a:xfrm>
        </p:spPr>
        <p:txBody>
          <a:bodyPr/>
          <a:lstStyle>
            <a:lvl5pPr marL="0" indent="0">
              <a:lnSpc>
                <a:spcPct val="110000"/>
              </a:lnSpc>
              <a:buNone/>
              <a:defRPr sz="1600">
                <a:solidFill>
                  <a:schemeClr val="tx2"/>
                </a:solidFill>
              </a:defRPr>
            </a:lvl5pPr>
          </a:lstStyle>
          <a:p>
            <a:pPr lvl="4"/>
            <a:r>
              <a:rPr lang="en-US"/>
              <a:t>Insert subtitle here</a:t>
            </a:r>
          </a:p>
        </p:txBody>
      </p:sp>
      <p:sp>
        <p:nvSpPr>
          <p:cNvPr id="9" name="Text Placeholder 4">
            <a:extLst>
              <a:ext uri="{FF2B5EF4-FFF2-40B4-BE49-F238E27FC236}">
                <a16:creationId xmlns:a16="http://schemas.microsoft.com/office/drawing/2014/main" id="{9DA7A459-A70C-9673-7C1D-88ABADE3ECA6}"/>
              </a:ext>
            </a:extLst>
          </p:cNvPr>
          <p:cNvSpPr>
            <a:spLocks noGrp="1"/>
          </p:cNvSpPr>
          <p:nvPr>
            <p:ph type="body" sz="quarter" idx="23" hasCustomPrompt="1"/>
          </p:nvPr>
        </p:nvSpPr>
        <p:spPr>
          <a:xfrm>
            <a:off x="3283137" y="2119578"/>
            <a:ext cx="2727698" cy="832985"/>
          </a:xfrm>
        </p:spPr>
        <p:txBody>
          <a:bodyPr/>
          <a:lstStyle>
            <a:lvl5pPr marL="0" indent="0">
              <a:lnSpc>
                <a:spcPct val="110000"/>
              </a:lnSpc>
              <a:buNone/>
              <a:defRPr sz="1600">
                <a:solidFill>
                  <a:schemeClr val="tx2"/>
                </a:solidFill>
              </a:defRPr>
            </a:lvl5pPr>
          </a:lstStyle>
          <a:p>
            <a:pPr lvl="4"/>
            <a:r>
              <a:rPr lang="en-US"/>
              <a:t>Insert subtitle here</a:t>
            </a:r>
          </a:p>
        </p:txBody>
      </p:sp>
      <p:sp>
        <p:nvSpPr>
          <p:cNvPr id="10" name="Text Placeholder 4">
            <a:extLst>
              <a:ext uri="{FF2B5EF4-FFF2-40B4-BE49-F238E27FC236}">
                <a16:creationId xmlns:a16="http://schemas.microsoft.com/office/drawing/2014/main" id="{4ED9F254-2F02-E1E2-A9B2-523EB3A2CF2D}"/>
              </a:ext>
            </a:extLst>
          </p:cNvPr>
          <p:cNvSpPr>
            <a:spLocks noGrp="1"/>
          </p:cNvSpPr>
          <p:nvPr>
            <p:ph type="body" sz="quarter" idx="24" hasCustomPrompt="1"/>
          </p:nvPr>
        </p:nvSpPr>
        <p:spPr>
          <a:xfrm>
            <a:off x="6174254" y="2119578"/>
            <a:ext cx="2741146" cy="832985"/>
          </a:xfrm>
        </p:spPr>
        <p:txBody>
          <a:bodyPr/>
          <a:lstStyle>
            <a:lvl5pPr marL="0" indent="0">
              <a:lnSpc>
                <a:spcPct val="110000"/>
              </a:lnSpc>
              <a:buNone/>
              <a:defRPr sz="1600">
                <a:solidFill>
                  <a:schemeClr val="tx2"/>
                </a:solidFill>
              </a:defRPr>
            </a:lvl5pPr>
          </a:lstStyle>
          <a:p>
            <a:pPr lvl="4"/>
            <a:r>
              <a:rPr lang="en-US"/>
              <a:t>Insert subtitle here</a:t>
            </a:r>
          </a:p>
        </p:txBody>
      </p:sp>
      <p:sp>
        <p:nvSpPr>
          <p:cNvPr id="14" name="Text Placeholder 4">
            <a:extLst>
              <a:ext uri="{FF2B5EF4-FFF2-40B4-BE49-F238E27FC236}">
                <a16:creationId xmlns:a16="http://schemas.microsoft.com/office/drawing/2014/main" id="{C6A95349-7912-8B59-F46B-1D3B34901D47}"/>
              </a:ext>
            </a:extLst>
          </p:cNvPr>
          <p:cNvSpPr>
            <a:spLocks noGrp="1"/>
          </p:cNvSpPr>
          <p:nvPr>
            <p:ph type="body" sz="quarter" idx="25" hasCustomPrompt="1"/>
          </p:nvPr>
        </p:nvSpPr>
        <p:spPr>
          <a:xfrm>
            <a:off x="9078819" y="2119578"/>
            <a:ext cx="2746467" cy="832985"/>
          </a:xfrm>
        </p:spPr>
        <p:txBody>
          <a:bodyPr/>
          <a:lstStyle>
            <a:lvl5pPr marL="0" indent="0">
              <a:lnSpc>
                <a:spcPct val="110000"/>
              </a:lnSpc>
              <a:buNone/>
              <a:defRPr sz="1600">
                <a:solidFill>
                  <a:schemeClr val="tx2"/>
                </a:solidFill>
              </a:defRPr>
            </a:lvl5pPr>
          </a:lstStyle>
          <a:p>
            <a:pPr lvl="4"/>
            <a:r>
              <a:rPr lang="en-US"/>
              <a:t>Insert subtitle here</a:t>
            </a:r>
          </a:p>
        </p:txBody>
      </p:sp>
      <p:sp>
        <p:nvSpPr>
          <p:cNvPr id="7" name="Text Placeholder 8">
            <a:extLst>
              <a:ext uri="{FF2B5EF4-FFF2-40B4-BE49-F238E27FC236}">
                <a16:creationId xmlns:a16="http://schemas.microsoft.com/office/drawing/2014/main" id="{B9B89550-AEFF-83C8-06AF-7287E6B5C26E}"/>
              </a:ext>
            </a:extLst>
          </p:cNvPr>
          <p:cNvSpPr>
            <a:spLocks noGrp="1"/>
          </p:cNvSpPr>
          <p:nvPr>
            <p:ph type="body" sz="quarter" idx="26" hasCustomPrompt="1"/>
          </p:nvPr>
        </p:nvSpPr>
        <p:spPr>
          <a:xfrm>
            <a:off x="348300" y="242888"/>
            <a:ext cx="4206240" cy="182284"/>
          </a:xfrm>
        </p:spPr>
        <p:txBody>
          <a:bodyPr tIns="0" bIns="0"/>
          <a:lstStyle>
            <a:lvl1pPr>
              <a:lnSpc>
                <a:spcPct val="100000"/>
              </a:lnSpc>
              <a:defRPr sz="700" spc="50" baseline="0">
                <a:solidFill>
                  <a:schemeClr val="tx2"/>
                </a:solidFill>
                <a:latin typeface="+mn-lt"/>
              </a:defRPr>
            </a:lvl1pPr>
          </a:lstStyle>
          <a:p>
            <a:pPr lvl="0"/>
            <a:r>
              <a:rPr lang="en-US"/>
              <a:t>SECTION TITLE HERE</a:t>
            </a:r>
          </a:p>
        </p:txBody>
      </p:sp>
    </p:spTree>
    <p:extLst>
      <p:ext uri="{BB962C8B-B14F-4D97-AF65-F5344CB8AC3E}">
        <p14:creationId xmlns:p14="http://schemas.microsoft.com/office/powerpoint/2010/main" val="67628607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 - Client Feedback">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D5EDD5D-A48A-F9AF-6FCB-94741BB29C43}"/>
              </a:ext>
            </a:extLst>
          </p:cNvPr>
          <p:cNvSpPr/>
          <p:nvPr userDrawn="1"/>
        </p:nvSpPr>
        <p:spPr>
          <a:xfrm>
            <a:off x="0" y="0"/>
            <a:ext cx="5060950" cy="6858000"/>
          </a:xfrm>
          <a:prstGeom prst="rect">
            <a:avLst/>
          </a:prstGeom>
          <a:solidFill>
            <a:srgbClr val="CBC4B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5">
            <a:extLst>
              <a:ext uri="{FF2B5EF4-FFF2-40B4-BE49-F238E27FC236}">
                <a16:creationId xmlns:a16="http://schemas.microsoft.com/office/drawing/2014/main" id="{CDDC2F1F-FD40-42E3-123C-BCA95A066345}"/>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US" smtClean="0"/>
              <a:pPr algn="r"/>
              <a:t>‹#›</a:t>
            </a:fld>
            <a:endParaRPr lang="en-US"/>
          </a:p>
        </p:txBody>
      </p:sp>
      <p:cxnSp>
        <p:nvCxnSpPr>
          <p:cNvPr id="10" name="Straight Connector 9">
            <a:extLst>
              <a:ext uri="{FF2B5EF4-FFF2-40B4-BE49-F238E27FC236}">
                <a16:creationId xmlns:a16="http://schemas.microsoft.com/office/drawing/2014/main" id="{1F12D094-7AEE-C14A-E381-E4EC56E95484}"/>
              </a:ext>
            </a:extLst>
          </p:cNvPr>
          <p:cNvCxnSpPr>
            <a:cxnSpLocks/>
          </p:cNvCxnSpPr>
          <p:nvPr userDrawn="1"/>
        </p:nvCxnSpPr>
        <p:spPr>
          <a:xfrm>
            <a:off x="335360" y="6629400"/>
            <a:ext cx="11220030"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2DBA8181-DC70-E296-CC4C-B7DE82BCF43C}"/>
              </a:ext>
            </a:extLst>
          </p:cNvPr>
          <p:cNvSpPr>
            <a:spLocks noGrp="1"/>
          </p:cNvSpPr>
          <p:nvPr>
            <p:ph type="title" hasCustomPrompt="1"/>
          </p:nvPr>
        </p:nvSpPr>
        <p:spPr>
          <a:xfrm>
            <a:off x="335360" y="548680"/>
            <a:ext cx="4203307" cy="1649091"/>
          </a:xfrm>
        </p:spPr>
        <p:txBody>
          <a:bodyPr>
            <a:noAutofit/>
          </a:bodyPr>
          <a:lstStyle>
            <a:lvl1pPr>
              <a:lnSpc>
                <a:spcPct val="80000"/>
              </a:lnSpc>
              <a:defRPr>
                <a:solidFill>
                  <a:srgbClr val="3D441E"/>
                </a:solidFill>
              </a:defRPr>
            </a:lvl1pPr>
          </a:lstStyle>
          <a:p>
            <a:r>
              <a:rPr lang="en-US"/>
              <a:t>Recent Client Feedback</a:t>
            </a:r>
          </a:p>
        </p:txBody>
      </p:sp>
      <p:pic>
        <p:nvPicPr>
          <p:cNvPr id="3" name="Picture 2" descr="A black tree with leaves&#10;&#10;Description automatically generated">
            <a:extLst>
              <a:ext uri="{FF2B5EF4-FFF2-40B4-BE49-F238E27FC236}">
                <a16:creationId xmlns:a16="http://schemas.microsoft.com/office/drawing/2014/main" id="{8EAE1181-A78C-9CC8-5EB5-AF2A50AD0E4E}"/>
              </a:ext>
            </a:extLst>
          </p:cNvPr>
          <p:cNvPicPr>
            <a:picLocks noChangeAspect="1"/>
          </p:cNvPicPr>
          <p:nvPr userDrawn="1"/>
        </p:nvPicPr>
        <p:blipFill>
          <a:blip r:embed="rId2"/>
          <a:stretch>
            <a:fillRect/>
          </a:stretch>
        </p:blipFill>
        <p:spPr>
          <a:xfrm>
            <a:off x="11440401" y="188640"/>
            <a:ext cx="488247" cy="495124"/>
          </a:xfrm>
          <a:prstGeom prst="rect">
            <a:avLst/>
          </a:prstGeom>
        </p:spPr>
      </p:pic>
      <p:cxnSp>
        <p:nvCxnSpPr>
          <p:cNvPr id="4" name="Straight Connector 3">
            <a:extLst>
              <a:ext uri="{FF2B5EF4-FFF2-40B4-BE49-F238E27FC236}">
                <a16:creationId xmlns:a16="http://schemas.microsoft.com/office/drawing/2014/main" id="{96434894-C4B7-8C5F-7A69-EAE3E8185F04}"/>
              </a:ext>
            </a:extLst>
          </p:cNvPr>
          <p:cNvCxnSpPr>
            <a:cxnSpLocks/>
          </p:cNvCxnSpPr>
          <p:nvPr userDrawn="1"/>
        </p:nvCxnSpPr>
        <p:spPr>
          <a:xfrm>
            <a:off x="335360" y="444624"/>
            <a:ext cx="11105041"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16" name="Text Placeholder 6">
            <a:extLst>
              <a:ext uri="{FF2B5EF4-FFF2-40B4-BE49-F238E27FC236}">
                <a16:creationId xmlns:a16="http://schemas.microsoft.com/office/drawing/2014/main" id="{52C97BE2-BCDB-64F2-2C52-17D2544F3113}"/>
              </a:ext>
            </a:extLst>
          </p:cNvPr>
          <p:cNvSpPr>
            <a:spLocks noGrp="1"/>
          </p:cNvSpPr>
          <p:nvPr>
            <p:ph type="body" sz="quarter" idx="24" hasCustomPrompt="1"/>
          </p:nvPr>
        </p:nvSpPr>
        <p:spPr>
          <a:xfrm>
            <a:off x="7104111" y="620714"/>
            <a:ext cx="4334256" cy="1080120"/>
          </a:xfrm>
        </p:spPr>
        <p:txBody>
          <a:bodyPr lIns="182880" tIns="90000" rIns="182880" anchor="t" anchorCtr="0"/>
          <a:lstStyle>
            <a:lvl1pPr marL="180000" indent="-180000">
              <a:lnSpc>
                <a:spcPts val="1900"/>
              </a:lnSpc>
              <a:spcAft>
                <a:spcPts val="600"/>
              </a:spcAft>
              <a:buFont typeface="Arial" panose="020B0604020202020204" pitchFamily="34" charset="0"/>
              <a:buNone/>
              <a:defRPr sz="1300"/>
            </a:lvl1pPr>
          </a:lstStyle>
          <a:p>
            <a:pPr lvl="0"/>
            <a:r>
              <a:rPr lang="en-US"/>
              <a:t>Insert text here</a:t>
            </a:r>
          </a:p>
        </p:txBody>
      </p:sp>
      <p:sp>
        <p:nvSpPr>
          <p:cNvPr id="13" name="Rectangular Callout 12">
            <a:extLst>
              <a:ext uri="{FF2B5EF4-FFF2-40B4-BE49-F238E27FC236}">
                <a16:creationId xmlns:a16="http://schemas.microsoft.com/office/drawing/2014/main" id="{28DF1F83-3134-C3A0-63C4-82A35FC5E9E1}"/>
              </a:ext>
            </a:extLst>
          </p:cNvPr>
          <p:cNvSpPr/>
          <p:nvPr userDrawn="1"/>
        </p:nvSpPr>
        <p:spPr>
          <a:xfrm rot="5400000">
            <a:off x="8723616" y="-998791"/>
            <a:ext cx="1097280" cy="4336289"/>
          </a:xfrm>
          <a:prstGeom prst="wedgeRectCallout">
            <a:avLst>
              <a:gd name="adj1" fmla="val -19140"/>
              <a:gd name="adj2" fmla="val 56027"/>
            </a:avLst>
          </a:prstGeom>
          <a:solidFill>
            <a:srgbClr val="CBC4B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rtlCol="0" anchor="ctr"/>
          <a:lstStyle/>
          <a:p>
            <a:pPr algn="ctr"/>
            <a:endParaRPr lang="en-GB" sz="1600"/>
          </a:p>
        </p:txBody>
      </p:sp>
      <p:sp>
        <p:nvSpPr>
          <p:cNvPr id="26" name="Picture Placeholder 25">
            <a:extLst>
              <a:ext uri="{FF2B5EF4-FFF2-40B4-BE49-F238E27FC236}">
                <a16:creationId xmlns:a16="http://schemas.microsoft.com/office/drawing/2014/main" id="{B6E39893-5C1E-097F-87DE-39121528E295}"/>
              </a:ext>
            </a:extLst>
          </p:cNvPr>
          <p:cNvSpPr>
            <a:spLocks noGrp="1"/>
          </p:cNvSpPr>
          <p:nvPr>
            <p:ph type="pic" sz="quarter" idx="25"/>
          </p:nvPr>
        </p:nvSpPr>
        <p:spPr>
          <a:xfrm>
            <a:off x="5879976" y="584101"/>
            <a:ext cx="828675" cy="828675"/>
          </a:xfrm>
          <a:prstGeom prst="ellipse">
            <a:avLst/>
          </a:prstGeom>
          <a:solidFill>
            <a:srgbClr val="CBC4BC"/>
          </a:solidFill>
        </p:spPr>
        <p:txBody>
          <a:bodyPr/>
          <a:lstStyle/>
          <a:p>
            <a:endParaRPr lang="en-GB"/>
          </a:p>
        </p:txBody>
      </p:sp>
      <p:sp>
        <p:nvSpPr>
          <p:cNvPr id="27" name="Text Placeholder 6">
            <a:extLst>
              <a:ext uri="{FF2B5EF4-FFF2-40B4-BE49-F238E27FC236}">
                <a16:creationId xmlns:a16="http://schemas.microsoft.com/office/drawing/2014/main" id="{042DB6FC-A403-5755-A7D8-68D442E3DCF3}"/>
              </a:ext>
            </a:extLst>
          </p:cNvPr>
          <p:cNvSpPr>
            <a:spLocks noGrp="1"/>
          </p:cNvSpPr>
          <p:nvPr>
            <p:ph type="body" sz="quarter" idx="26" hasCustomPrompt="1"/>
          </p:nvPr>
        </p:nvSpPr>
        <p:spPr>
          <a:xfrm>
            <a:off x="7104109" y="1882586"/>
            <a:ext cx="4334256" cy="1062738"/>
          </a:xfrm>
        </p:spPr>
        <p:txBody>
          <a:bodyPr lIns="182880" tIns="90000" rIns="182880" anchor="t" anchorCtr="0"/>
          <a:lstStyle>
            <a:lvl1pPr marL="180000" indent="-180000">
              <a:lnSpc>
                <a:spcPts val="1900"/>
              </a:lnSpc>
              <a:spcAft>
                <a:spcPts val="600"/>
              </a:spcAft>
              <a:buFont typeface="Arial" panose="020B0604020202020204" pitchFamily="34" charset="0"/>
              <a:buNone/>
              <a:defRPr sz="1300"/>
            </a:lvl1pPr>
          </a:lstStyle>
          <a:p>
            <a:pPr lvl="0"/>
            <a:r>
              <a:rPr lang="en-US"/>
              <a:t>Insert text here</a:t>
            </a:r>
          </a:p>
        </p:txBody>
      </p:sp>
      <p:sp>
        <p:nvSpPr>
          <p:cNvPr id="28" name="Picture Placeholder 25">
            <a:extLst>
              <a:ext uri="{FF2B5EF4-FFF2-40B4-BE49-F238E27FC236}">
                <a16:creationId xmlns:a16="http://schemas.microsoft.com/office/drawing/2014/main" id="{5B906D74-3641-9205-26F0-B37F9EC4D153}"/>
              </a:ext>
            </a:extLst>
          </p:cNvPr>
          <p:cNvSpPr>
            <a:spLocks noGrp="1"/>
          </p:cNvSpPr>
          <p:nvPr>
            <p:ph type="pic" sz="quarter" idx="27"/>
          </p:nvPr>
        </p:nvSpPr>
        <p:spPr>
          <a:xfrm>
            <a:off x="5879976" y="1844824"/>
            <a:ext cx="828675" cy="828675"/>
          </a:xfrm>
          <a:prstGeom prst="ellipse">
            <a:avLst/>
          </a:prstGeom>
          <a:solidFill>
            <a:srgbClr val="CBC4BC"/>
          </a:solidFill>
        </p:spPr>
        <p:txBody>
          <a:bodyPr/>
          <a:lstStyle/>
          <a:p>
            <a:endParaRPr lang="en-GB"/>
          </a:p>
        </p:txBody>
      </p:sp>
      <p:sp>
        <p:nvSpPr>
          <p:cNvPr id="29" name="Rectangular Callout 28">
            <a:extLst>
              <a:ext uri="{FF2B5EF4-FFF2-40B4-BE49-F238E27FC236}">
                <a16:creationId xmlns:a16="http://schemas.microsoft.com/office/drawing/2014/main" id="{D43C8A36-7144-C848-BB95-013072939534}"/>
              </a:ext>
            </a:extLst>
          </p:cNvPr>
          <p:cNvSpPr/>
          <p:nvPr userDrawn="1"/>
        </p:nvSpPr>
        <p:spPr>
          <a:xfrm rot="5400000">
            <a:off x="8723616" y="253937"/>
            <a:ext cx="1097280" cy="4336289"/>
          </a:xfrm>
          <a:prstGeom prst="wedgeRectCallout">
            <a:avLst>
              <a:gd name="adj1" fmla="val -19140"/>
              <a:gd name="adj2" fmla="val 56027"/>
            </a:avLst>
          </a:prstGeom>
          <a:solidFill>
            <a:srgbClr val="CBC4B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182880" rIns="182880" rtlCol="0" anchor="ctr"/>
          <a:lstStyle/>
          <a:p>
            <a:pPr algn="ctr"/>
            <a:endParaRPr lang="en-GB"/>
          </a:p>
        </p:txBody>
      </p:sp>
      <p:sp>
        <p:nvSpPr>
          <p:cNvPr id="30" name="Text Placeholder 6">
            <a:extLst>
              <a:ext uri="{FF2B5EF4-FFF2-40B4-BE49-F238E27FC236}">
                <a16:creationId xmlns:a16="http://schemas.microsoft.com/office/drawing/2014/main" id="{3B5A510E-F90A-98F6-36C7-83449021B648}"/>
              </a:ext>
            </a:extLst>
          </p:cNvPr>
          <p:cNvSpPr>
            <a:spLocks noGrp="1"/>
          </p:cNvSpPr>
          <p:nvPr>
            <p:ph type="body" sz="quarter" idx="28" hasCustomPrompt="1"/>
          </p:nvPr>
        </p:nvSpPr>
        <p:spPr>
          <a:xfrm>
            <a:off x="7104109" y="3134738"/>
            <a:ext cx="4334256" cy="1070976"/>
          </a:xfrm>
        </p:spPr>
        <p:txBody>
          <a:bodyPr lIns="182880" tIns="90000" rIns="182880" anchor="t" anchorCtr="0"/>
          <a:lstStyle>
            <a:lvl1pPr marL="180000" indent="-180000">
              <a:lnSpc>
                <a:spcPts val="1900"/>
              </a:lnSpc>
              <a:spcAft>
                <a:spcPts val="600"/>
              </a:spcAft>
              <a:buFont typeface="Arial" panose="020B0604020202020204" pitchFamily="34" charset="0"/>
              <a:buNone/>
              <a:defRPr sz="1300"/>
            </a:lvl1pPr>
          </a:lstStyle>
          <a:p>
            <a:pPr lvl="0"/>
            <a:r>
              <a:rPr lang="en-US"/>
              <a:t>Insert text here</a:t>
            </a:r>
          </a:p>
        </p:txBody>
      </p:sp>
      <p:sp>
        <p:nvSpPr>
          <p:cNvPr id="31" name="Picture Placeholder 25">
            <a:extLst>
              <a:ext uri="{FF2B5EF4-FFF2-40B4-BE49-F238E27FC236}">
                <a16:creationId xmlns:a16="http://schemas.microsoft.com/office/drawing/2014/main" id="{4CAAC1B6-DC8B-5CCB-8CBA-FDDA41ABF245}"/>
              </a:ext>
            </a:extLst>
          </p:cNvPr>
          <p:cNvSpPr>
            <a:spLocks noGrp="1"/>
          </p:cNvSpPr>
          <p:nvPr>
            <p:ph type="pic" sz="quarter" idx="29"/>
          </p:nvPr>
        </p:nvSpPr>
        <p:spPr>
          <a:xfrm>
            <a:off x="5879976" y="3104381"/>
            <a:ext cx="828675" cy="828675"/>
          </a:xfrm>
          <a:prstGeom prst="ellipse">
            <a:avLst/>
          </a:prstGeom>
          <a:solidFill>
            <a:srgbClr val="CBC4BC"/>
          </a:solidFill>
        </p:spPr>
        <p:txBody>
          <a:bodyPr/>
          <a:lstStyle/>
          <a:p>
            <a:endParaRPr lang="en-GB"/>
          </a:p>
        </p:txBody>
      </p:sp>
      <p:sp>
        <p:nvSpPr>
          <p:cNvPr id="32" name="Rectangular Callout 31">
            <a:extLst>
              <a:ext uri="{FF2B5EF4-FFF2-40B4-BE49-F238E27FC236}">
                <a16:creationId xmlns:a16="http://schemas.microsoft.com/office/drawing/2014/main" id="{85896F7D-6B70-0FF0-BCEE-EEF34C2D698E}"/>
              </a:ext>
            </a:extLst>
          </p:cNvPr>
          <p:cNvSpPr/>
          <p:nvPr userDrawn="1"/>
        </p:nvSpPr>
        <p:spPr>
          <a:xfrm rot="5400000">
            <a:off x="8723616" y="1506090"/>
            <a:ext cx="1097280" cy="4336288"/>
          </a:xfrm>
          <a:prstGeom prst="wedgeRectCallout">
            <a:avLst>
              <a:gd name="adj1" fmla="val -19140"/>
              <a:gd name="adj2" fmla="val 56027"/>
            </a:avLst>
          </a:prstGeom>
          <a:solidFill>
            <a:srgbClr val="CBC4B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182880" rIns="182880" rtlCol="0" anchor="ctr"/>
          <a:lstStyle/>
          <a:p>
            <a:pPr algn="ctr"/>
            <a:endParaRPr lang="en-GB"/>
          </a:p>
        </p:txBody>
      </p:sp>
      <p:sp>
        <p:nvSpPr>
          <p:cNvPr id="33" name="Text Placeholder 6">
            <a:extLst>
              <a:ext uri="{FF2B5EF4-FFF2-40B4-BE49-F238E27FC236}">
                <a16:creationId xmlns:a16="http://schemas.microsoft.com/office/drawing/2014/main" id="{2AC7A9EE-6F49-9F7E-EB80-A2496084BA3E}"/>
              </a:ext>
            </a:extLst>
          </p:cNvPr>
          <p:cNvSpPr>
            <a:spLocks noGrp="1"/>
          </p:cNvSpPr>
          <p:nvPr>
            <p:ph type="body" sz="quarter" idx="30" hasCustomPrompt="1"/>
          </p:nvPr>
        </p:nvSpPr>
        <p:spPr>
          <a:xfrm>
            <a:off x="7104109" y="4395128"/>
            <a:ext cx="4334256" cy="1070976"/>
          </a:xfrm>
        </p:spPr>
        <p:txBody>
          <a:bodyPr lIns="182880" tIns="90000" rIns="182880" anchor="t" anchorCtr="0"/>
          <a:lstStyle>
            <a:lvl1pPr marL="180000" indent="-180000">
              <a:lnSpc>
                <a:spcPts val="1900"/>
              </a:lnSpc>
              <a:spcAft>
                <a:spcPts val="600"/>
              </a:spcAft>
              <a:buFont typeface="Arial" panose="020B0604020202020204" pitchFamily="34" charset="0"/>
              <a:buNone/>
              <a:defRPr sz="1300"/>
            </a:lvl1pPr>
          </a:lstStyle>
          <a:p>
            <a:pPr lvl="0"/>
            <a:r>
              <a:rPr lang="en-US"/>
              <a:t>Insert text here</a:t>
            </a:r>
          </a:p>
        </p:txBody>
      </p:sp>
      <p:sp>
        <p:nvSpPr>
          <p:cNvPr id="34" name="Picture Placeholder 25">
            <a:extLst>
              <a:ext uri="{FF2B5EF4-FFF2-40B4-BE49-F238E27FC236}">
                <a16:creationId xmlns:a16="http://schemas.microsoft.com/office/drawing/2014/main" id="{FBB608C7-84FD-8ECA-E056-5D13D8356F73}"/>
              </a:ext>
            </a:extLst>
          </p:cNvPr>
          <p:cNvSpPr>
            <a:spLocks noGrp="1"/>
          </p:cNvSpPr>
          <p:nvPr>
            <p:ph type="pic" sz="quarter" idx="31"/>
          </p:nvPr>
        </p:nvSpPr>
        <p:spPr>
          <a:xfrm>
            <a:off x="5879976" y="4365104"/>
            <a:ext cx="828675" cy="828675"/>
          </a:xfrm>
          <a:prstGeom prst="ellipse">
            <a:avLst/>
          </a:prstGeom>
          <a:solidFill>
            <a:srgbClr val="CBC4BC"/>
          </a:solidFill>
        </p:spPr>
        <p:txBody>
          <a:bodyPr/>
          <a:lstStyle/>
          <a:p>
            <a:endParaRPr lang="en-GB"/>
          </a:p>
        </p:txBody>
      </p:sp>
      <p:sp>
        <p:nvSpPr>
          <p:cNvPr id="35" name="Rectangular Callout 34">
            <a:extLst>
              <a:ext uri="{FF2B5EF4-FFF2-40B4-BE49-F238E27FC236}">
                <a16:creationId xmlns:a16="http://schemas.microsoft.com/office/drawing/2014/main" id="{FD46F67F-2605-536F-F9DB-EDB18CAA5F61}"/>
              </a:ext>
            </a:extLst>
          </p:cNvPr>
          <p:cNvSpPr/>
          <p:nvPr userDrawn="1"/>
        </p:nvSpPr>
        <p:spPr>
          <a:xfrm rot="5400000">
            <a:off x="8724630" y="2767495"/>
            <a:ext cx="1097280" cy="4334256"/>
          </a:xfrm>
          <a:prstGeom prst="wedgeRectCallout">
            <a:avLst>
              <a:gd name="adj1" fmla="val -19140"/>
              <a:gd name="adj2" fmla="val 56027"/>
            </a:avLst>
          </a:prstGeom>
          <a:solidFill>
            <a:srgbClr val="CBC4B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182880" rIns="182880" rtlCol="0" anchor="ctr"/>
          <a:lstStyle/>
          <a:p>
            <a:pPr algn="ctr"/>
            <a:endParaRPr lang="en-GB"/>
          </a:p>
        </p:txBody>
      </p:sp>
      <p:sp>
        <p:nvSpPr>
          <p:cNvPr id="36" name="Text Placeholder 6">
            <a:extLst>
              <a:ext uri="{FF2B5EF4-FFF2-40B4-BE49-F238E27FC236}">
                <a16:creationId xmlns:a16="http://schemas.microsoft.com/office/drawing/2014/main" id="{0142F81B-B4CB-8790-4711-8F60090E705F}"/>
              </a:ext>
            </a:extLst>
          </p:cNvPr>
          <p:cNvSpPr>
            <a:spLocks noGrp="1"/>
          </p:cNvSpPr>
          <p:nvPr>
            <p:ph type="body" sz="quarter" idx="22" hasCustomPrompt="1"/>
          </p:nvPr>
        </p:nvSpPr>
        <p:spPr>
          <a:xfrm>
            <a:off x="347662" y="2996955"/>
            <a:ext cx="3746501" cy="3393304"/>
          </a:xfrm>
        </p:spPr>
        <p:txBody>
          <a:bodyPr anchor="b" anchorCtr="0"/>
          <a:lstStyle>
            <a:lvl1pPr>
              <a:lnSpc>
                <a:spcPct val="110000"/>
              </a:lnSpc>
              <a:defRPr/>
            </a:lvl1pPr>
          </a:lstStyle>
          <a:p>
            <a:pPr lvl="0"/>
            <a:r>
              <a:rPr lang="en-US"/>
              <a:t>Insert text here</a:t>
            </a:r>
          </a:p>
        </p:txBody>
      </p:sp>
      <p:sp>
        <p:nvSpPr>
          <p:cNvPr id="7" name="Text Placeholder 8">
            <a:extLst>
              <a:ext uri="{FF2B5EF4-FFF2-40B4-BE49-F238E27FC236}">
                <a16:creationId xmlns:a16="http://schemas.microsoft.com/office/drawing/2014/main" id="{A6655FE4-93EB-C892-EF9B-3D8D26E72472}"/>
              </a:ext>
            </a:extLst>
          </p:cNvPr>
          <p:cNvSpPr>
            <a:spLocks noGrp="1"/>
          </p:cNvSpPr>
          <p:nvPr>
            <p:ph type="body" sz="quarter" idx="23" hasCustomPrompt="1"/>
          </p:nvPr>
        </p:nvSpPr>
        <p:spPr>
          <a:xfrm>
            <a:off x="348300" y="242888"/>
            <a:ext cx="4206240" cy="182284"/>
          </a:xfrm>
        </p:spPr>
        <p:txBody>
          <a:bodyPr tIns="0" bIns="0"/>
          <a:lstStyle>
            <a:lvl1pPr>
              <a:lnSpc>
                <a:spcPct val="100000"/>
              </a:lnSpc>
              <a:defRPr sz="700" spc="50" baseline="0">
                <a:solidFill>
                  <a:schemeClr val="tx2"/>
                </a:solidFill>
                <a:latin typeface="+mn-lt"/>
              </a:defRPr>
            </a:lvl1pPr>
          </a:lstStyle>
          <a:p>
            <a:pPr lvl="0"/>
            <a:r>
              <a:rPr lang="en-US"/>
              <a:t>SECTION TITLE HERE</a:t>
            </a:r>
          </a:p>
        </p:txBody>
      </p:sp>
    </p:spTree>
    <p:extLst>
      <p:ext uri="{BB962C8B-B14F-4D97-AF65-F5344CB8AC3E}">
        <p14:creationId xmlns:p14="http://schemas.microsoft.com/office/powerpoint/2010/main" val="3478168335"/>
      </p:ext>
    </p:extLst>
  </p:cSld>
  <p:clrMapOvr>
    <a:masterClrMapping/>
  </p:clrMapOvr>
  <p:extLst>
    <p:ext uri="{DCECCB84-F9BA-43D5-87BE-67443E8EF086}">
      <p15:sldGuideLst xmlns:p15="http://schemas.microsoft.com/office/powerpoint/2012/main">
        <p15:guide id="1" orient="horz" pos="391">
          <p15:clr>
            <a:srgbClr val="FBAE40"/>
          </p15:clr>
        </p15:guide>
        <p15:guide id="2" orient="horz" pos="4020">
          <p15:clr>
            <a:srgbClr val="FBAE40"/>
          </p15:clr>
        </p15:guide>
        <p15:guide id="3" orient="horz" pos="216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 - People Update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4521405-0DF2-1F92-B327-81233BEE3CF9}"/>
              </a:ext>
            </a:extLst>
          </p:cNvPr>
          <p:cNvSpPr>
            <a:spLocks noGrp="1"/>
          </p:cNvSpPr>
          <p:nvPr>
            <p:ph type="body" sz="quarter" idx="22" hasCustomPrompt="1"/>
          </p:nvPr>
        </p:nvSpPr>
        <p:spPr>
          <a:xfrm>
            <a:off x="342930" y="5206944"/>
            <a:ext cx="2743200" cy="890000"/>
          </a:xfrm>
        </p:spPr>
        <p:txBody>
          <a:bodyPr/>
          <a:lstStyle>
            <a:lvl1pPr>
              <a:lnSpc>
                <a:spcPct val="110000"/>
              </a:lnSpc>
              <a:spcAft>
                <a:spcPts val="0"/>
              </a:spcAft>
              <a:defRPr sz="1200" b="1"/>
            </a:lvl1pPr>
          </a:lstStyle>
          <a:p>
            <a:pPr lvl="0"/>
            <a:r>
              <a:rPr lang="en-US"/>
              <a:t>First, Last Name</a:t>
            </a:r>
          </a:p>
          <a:p>
            <a:pPr lvl="0"/>
            <a:r>
              <a:rPr lang="en-US"/>
              <a:t>Position Title</a:t>
            </a:r>
          </a:p>
          <a:p>
            <a:pPr lvl="0"/>
            <a:r>
              <a:rPr lang="en-US"/>
              <a:t>Department/Team</a:t>
            </a:r>
          </a:p>
        </p:txBody>
      </p:sp>
      <p:pic>
        <p:nvPicPr>
          <p:cNvPr id="10" name="Picture 9" descr="A black tree with leaves&#10;&#10;Description automatically generated">
            <a:extLst>
              <a:ext uri="{FF2B5EF4-FFF2-40B4-BE49-F238E27FC236}">
                <a16:creationId xmlns:a16="http://schemas.microsoft.com/office/drawing/2014/main" id="{60F25ED7-0E63-EDD7-9BFF-4BDD9F925F65}"/>
              </a:ext>
            </a:extLst>
          </p:cNvPr>
          <p:cNvPicPr>
            <a:picLocks noChangeAspect="1"/>
          </p:cNvPicPr>
          <p:nvPr userDrawn="1"/>
        </p:nvPicPr>
        <p:blipFill>
          <a:blip r:embed="rId2"/>
          <a:stretch>
            <a:fillRect/>
          </a:stretch>
        </p:blipFill>
        <p:spPr>
          <a:xfrm>
            <a:off x="11440401" y="188640"/>
            <a:ext cx="488247" cy="495124"/>
          </a:xfrm>
          <a:prstGeom prst="rect">
            <a:avLst/>
          </a:prstGeom>
        </p:spPr>
      </p:pic>
      <p:sp>
        <p:nvSpPr>
          <p:cNvPr id="13" name="Slide Number Placeholder 5">
            <a:extLst>
              <a:ext uri="{FF2B5EF4-FFF2-40B4-BE49-F238E27FC236}">
                <a16:creationId xmlns:a16="http://schemas.microsoft.com/office/drawing/2014/main" id="{D1A52F79-CFC7-EE84-8EB2-F2E0E00EAB52}"/>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US" smtClean="0"/>
              <a:pPr algn="r"/>
              <a:t>‹#›</a:t>
            </a:fld>
            <a:endParaRPr lang="en-US"/>
          </a:p>
        </p:txBody>
      </p:sp>
      <p:cxnSp>
        <p:nvCxnSpPr>
          <p:cNvPr id="14" name="Straight Connector 13">
            <a:extLst>
              <a:ext uri="{FF2B5EF4-FFF2-40B4-BE49-F238E27FC236}">
                <a16:creationId xmlns:a16="http://schemas.microsoft.com/office/drawing/2014/main" id="{0ADA91D6-9C61-DCEF-5ACF-C9FB18302C6D}"/>
              </a:ext>
            </a:extLst>
          </p:cNvPr>
          <p:cNvCxnSpPr>
            <a:cxnSpLocks/>
          </p:cNvCxnSpPr>
          <p:nvPr userDrawn="1"/>
        </p:nvCxnSpPr>
        <p:spPr>
          <a:xfrm>
            <a:off x="335360" y="6629400"/>
            <a:ext cx="11220030"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C9FE1172-C642-E1B4-A50F-34F4F7435A14}"/>
              </a:ext>
            </a:extLst>
          </p:cNvPr>
          <p:cNvCxnSpPr>
            <a:cxnSpLocks/>
          </p:cNvCxnSpPr>
          <p:nvPr userDrawn="1"/>
        </p:nvCxnSpPr>
        <p:spPr>
          <a:xfrm>
            <a:off x="335360" y="444624"/>
            <a:ext cx="11105041"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F38A8D27-60AB-5A28-F7A2-D66078E11E7B}"/>
              </a:ext>
            </a:extLst>
          </p:cNvPr>
          <p:cNvSpPr txBox="1"/>
          <p:nvPr userDrawn="1"/>
        </p:nvSpPr>
        <p:spPr>
          <a:xfrm>
            <a:off x="1736203" y="1990846"/>
            <a:ext cx="0" cy="0"/>
          </a:xfrm>
          <a:prstGeom prst="rect">
            <a:avLst/>
          </a:prstGeom>
        </p:spPr>
        <p:txBody>
          <a:bodyPr vert="horz" wrap="none" lIns="0" tIns="45720" rIns="90000" bIns="45720" numCol="1" spcCol="720000" rtlCol="0" anchor="t">
            <a:noAutofit/>
          </a:bodyPr>
          <a:lstStyle/>
          <a:p>
            <a:pPr algn="l">
              <a:lnSpc>
                <a:spcPts val="1100"/>
              </a:lnSpc>
            </a:pPr>
            <a:endParaRPr lang="en-US" sz="800" kern="1100" spc="-1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sp>
        <p:nvSpPr>
          <p:cNvPr id="43" name="Text Placeholder 2">
            <a:extLst>
              <a:ext uri="{FF2B5EF4-FFF2-40B4-BE49-F238E27FC236}">
                <a16:creationId xmlns:a16="http://schemas.microsoft.com/office/drawing/2014/main" id="{ED759784-5DB1-7E2F-625C-83C19A8F6C09}"/>
              </a:ext>
            </a:extLst>
          </p:cNvPr>
          <p:cNvSpPr>
            <a:spLocks noGrp="1"/>
          </p:cNvSpPr>
          <p:nvPr>
            <p:ph type="body" sz="quarter" idx="31" hasCustomPrompt="1"/>
          </p:nvPr>
        </p:nvSpPr>
        <p:spPr>
          <a:xfrm>
            <a:off x="3271325" y="5206944"/>
            <a:ext cx="2743200" cy="889998"/>
          </a:xfrm>
        </p:spPr>
        <p:txBody>
          <a:bodyPr/>
          <a:lstStyle>
            <a:lvl1pPr>
              <a:lnSpc>
                <a:spcPct val="110000"/>
              </a:lnSpc>
              <a:spcAft>
                <a:spcPts val="0"/>
              </a:spcAft>
              <a:defRPr sz="1200" b="1"/>
            </a:lvl1pPr>
          </a:lstStyle>
          <a:p>
            <a:pPr lvl="0"/>
            <a:r>
              <a:rPr lang="en-US"/>
              <a:t>First, Last Name</a:t>
            </a:r>
          </a:p>
          <a:p>
            <a:pPr lvl="0"/>
            <a:r>
              <a:rPr lang="en-US"/>
              <a:t>Position Title</a:t>
            </a:r>
          </a:p>
          <a:p>
            <a:pPr lvl="0"/>
            <a:r>
              <a:rPr lang="en-US"/>
              <a:t>Department/Team</a:t>
            </a:r>
          </a:p>
        </p:txBody>
      </p:sp>
      <p:sp>
        <p:nvSpPr>
          <p:cNvPr id="44" name="Picture Placeholder 6">
            <a:extLst>
              <a:ext uri="{FF2B5EF4-FFF2-40B4-BE49-F238E27FC236}">
                <a16:creationId xmlns:a16="http://schemas.microsoft.com/office/drawing/2014/main" id="{639FA839-A475-E1A7-D5DE-A273E1AD2984}"/>
              </a:ext>
            </a:extLst>
          </p:cNvPr>
          <p:cNvSpPr>
            <a:spLocks noGrp="1"/>
          </p:cNvSpPr>
          <p:nvPr>
            <p:ph type="pic" sz="quarter" idx="32"/>
          </p:nvPr>
        </p:nvSpPr>
        <p:spPr>
          <a:xfrm>
            <a:off x="3271325" y="3170777"/>
            <a:ext cx="2743200" cy="1872631"/>
          </a:xfrm>
          <a:solidFill>
            <a:srgbClr val="ECE5DC"/>
          </a:solidFill>
        </p:spPr>
        <p:txBody>
          <a:bodyPr/>
          <a:lstStyle/>
          <a:p>
            <a:endParaRPr lang="en-US"/>
          </a:p>
        </p:txBody>
      </p:sp>
      <p:sp>
        <p:nvSpPr>
          <p:cNvPr id="45" name="Picture Placeholder 6">
            <a:extLst>
              <a:ext uri="{FF2B5EF4-FFF2-40B4-BE49-F238E27FC236}">
                <a16:creationId xmlns:a16="http://schemas.microsoft.com/office/drawing/2014/main" id="{3D0959BC-974D-BEA1-7B75-09D510243A73}"/>
              </a:ext>
            </a:extLst>
          </p:cNvPr>
          <p:cNvSpPr>
            <a:spLocks noGrp="1"/>
          </p:cNvSpPr>
          <p:nvPr>
            <p:ph type="pic" sz="quarter" idx="33"/>
          </p:nvPr>
        </p:nvSpPr>
        <p:spPr>
          <a:xfrm>
            <a:off x="336089" y="3170777"/>
            <a:ext cx="2743200" cy="1872631"/>
          </a:xfrm>
          <a:solidFill>
            <a:srgbClr val="ECE5DC"/>
          </a:solidFill>
        </p:spPr>
        <p:txBody>
          <a:bodyPr/>
          <a:lstStyle/>
          <a:p>
            <a:endParaRPr lang="en-US"/>
          </a:p>
        </p:txBody>
      </p:sp>
      <p:sp>
        <p:nvSpPr>
          <p:cNvPr id="46" name="Text Placeholder 2">
            <a:extLst>
              <a:ext uri="{FF2B5EF4-FFF2-40B4-BE49-F238E27FC236}">
                <a16:creationId xmlns:a16="http://schemas.microsoft.com/office/drawing/2014/main" id="{554929A0-4E5D-3C60-69BE-7CF398FAC377}"/>
              </a:ext>
            </a:extLst>
          </p:cNvPr>
          <p:cNvSpPr>
            <a:spLocks noGrp="1"/>
          </p:cNvSpPr>
          <p:nvPr>
            <p:ph type="body" sz="quarter" idx="34" hasCustomPrompt="1"/>
          </p:nvPr>
        </p:nvSpPr>
        <p:spPr>
          <a:xfrm>
            <a:off x="6197871" y="5206944"/>
            <a:ext cx="2743200" cy="889995"/>
          </a:xfrm>
        </p:spPr>
        <p:txBody>
          <a:bodyPr/>
          <a:lstStyle>
            <a:lvl1pPr>
              <a:lnSpc>
                <a:spcPct val="110000"/>
              </a:lnSpc>
              <a:spcAft>
                <a:spcPts val="0"/>
              </a:spcAft>
              <a:defRPr sz="1200" b="1"/>
            </a:lvl1pPr>
          </a:lstStyle>
          <a:p>
            <a:pPr lvl="0"/>
            <a:r>
              <a:rPr lang="en-US"/>
              <a:t>First, Last Name</a:t>
            </a:r>
          </a:p>
          <a:p>
            <a:pPr lvl="0"/>
            <a:r>
              <a:rPr lang="en-US"/>
              <a:t>Position Title</a:t>
            </a:r>
          </a:p>
          <a:p>
            <a:pPr lvl="0"/>
            <a:r>
              <a:rPr lang="en-US"/>
              <a:t>Department/Team</a:t>
            </a:r>
          </a:p>
        </p:txBody>
      </p:sp>
      <p:sp>
        <p:nvSpPr>
          <p:cNvPr id="47" name="Picture Placeholder 6">
            <a:extLst>
              <a:ext uri="{FF2B5EF4-FFF2-40B4-BE49-F238E27FC236}">
                <a16:creationId xmlns:a16="http://schemas.microsoft.com/office/drawing/2014/main" id="{3B82C537-F250-2DC6-2B43-3007269F6D49}"/>
              </a:ext>
            </a:extLst>
          </p:cNvPr>
          <p:cNvSpPr>
            <a:spLocks noGrp="1"/>
          </p:cNvSpPr>
          <p:nvPr>
            <p:ph type="pic" sz="quarter" idx="35"/>
          </p:nvPr>
        </p:nvSpPr>
        <p:spPr>
          <a:xfrm>
            <a:off x="6197871" y="3170777"/>
            <a:ext cx="2743200" cy="1872631"/>
          </a:xfrm>
          <a:solidFill>
            <a:srgbClr val="ECE5DC"/>
          </a:solidFill>
        </p:spPr>
        <p:txBody>
          <a:bodyPr/>
          <a:lstStyle/>
          <a:p>
            <a:endParaRPr lang="en-US"/>
          </a:p>
        </p:txBody>
      </p:sp>
      <p:sp>
        <p:nvSpPr>
          <p:cNvPr id="48" name="Text Placeholder 2">
            <a:extLst>
              <a:ext uri="{FF2B5EF4-FFF2-40B4-BE49-F238E27FC236}">
                <a16:creationId xmlns:a16="http://schemas.microsoft.com/office/drawing/2014/main" id="{BC64FD1B-F755-D942-AD30-C214B7D2B10C}"/>
              </a:ext>
            </a:extLst>
          </p:cNvPr>
          <p:cNvSpPr>
            <a:spLocks noGrp="1"/>
          </p:cNvSpPr>
          <p:nvPr>
            <p:ph type="body" sz="quarter" idx="36" hasCustomPrompt="1"/>
          </p:nvPr>
        </p:nvSpPr>
        <p:spPr>
          <a:xfrm>
            <a:off x="9128761" y="5206944"/>
            <a:ext cx="2743200" cy="889989"/>
          </a:xfrm>
        </p:spPr>
        <p:txBody>
          <a:bodyPr/>
          <a:lstStyle>
            <a:lvl1pPr>
              <a:lnSpc>
                <a:spcPct val="110000"/>
              </a:lnSpc>
              <a:spcAft>
                <a:spcPts val="0"/>
              </a:spcAft>
              <a:defRPr sz="1200" b="1"/>
            </a:lvl1pPr>
          </a:lstStyle>
          <a:p>
            <a:pPr lvl="0"/>
            <a:r>
              <a:rPr lang="en-US"/>
              <a:t>First, Last Name</a:t>
            </a:r>
          </a:p>
          <a:p>
            <a:pPr lvl="0"/>
            <a:r>
              <a:rPr lang="en-US"/>
              <a:t>Position Title</a:t>
            </a:r>
          </a:p>
          <a:p>
            <a:pPr lvl="0"/>
            <a:r>
              <a:rPr lang="en-US"/>
              <a:t>Department/Team</a:t>
            </a:r>
          </a:p>
        </p:txBody>
      </p:sp>
      <p:sp>
        <p:nvSpPr>
          <p:cNvPr id="49" name="Picture Placeholder 6">
            <a:extLst>
              <a:ext uri="{FF2B5EF4-FFF2-40B4-BE49-F238E27FC236}">
                <a16:creationId xmlns:a16="http://schemas.microsoft.com/office/drawing/2014/main" id="{6F7D85CC-1406-8590-934D-C01A4CD8608C}"/>
              </a:ext>
            </a:extLst>
          </p:cNvPr>
          <p:cNvSpPr>
            <a:spLocks noGrp="1"/>
          </p:cNvSpPr>
          <p:nvPr>
            <p:ph type="pic" sz="quarter" idx="37"/>
          </p:nvPr>
        </p:nvSpPr>
        <p:spPr>
          <a:xfrm>
            <a:off x="9128761" y="3170777"/>
            <a:ext cx="2743200" cy="1872631"/>
          </a:xfrm>
          <a:solidFill>
            <a:srgbClr val="ECE5DC"/>
          </a:solidFill>
        </p:spPr>
        <p:txBody>
          <a:bodyPr/>
          <a:lstStyle/>
          <a:p>
            <a:endParaRPr lang="en-US"/>
          </a:p>
        </p:txBody>
      </p:sp>
      <p:sp>
        <p:nvSpPr>
          <p:cNvPr id="6" name="Text Placeholder 8">
            <a:extLst>
              <a:ext uri="{FF2B5EF4-FFF2-40B4-BE49-F238E27FC236}">
                <a16:creationId xmlns:a16="http://schemas.microsoft.com/office/drawing/2014/main" id="{37C132DC-3449-5AAD-273B-D6D220F3B54C}"/>
              </a:ext>
            </a:extLst>
          </p:cNvPr>
          <p:cNvSpPr>
            <a:spLocks noGrp="1"/>
          </p:cNvSpPr>
          <p:nvPr>
            <p:ph type="body" sz="quarter" idx="24" hasCustomPrompt="1"/>
          </p:nvPr>
        </p:nvSpPr>
        <p:spPr>
          <a:xfrm>
            <a:off x="348300" y="242888"/>
            <a:ext cx="4206240" cy="182284"/>
          </a:xfrm>
        </p:spPr>
        <p:txBody>
          <a:bodyPr tIns="0" bIns="0"/>
          <a:lstStyle>
            <a:lvl1pPr>
              <a:lnSpc>
                <a:spcPct val="100000"/>
              </a:lnSpc>
              <a:defRPr sz="700" spc="50" baseline="0">
                <a:solidFill>
                  <a:schemeClr val="tx2"/>
                </a:solidFill>
                <a:latin typeface="+mn-lt"/>
              </a:defRPr>
            </a:lvl1pPr>
          </a:lstStyle>
          <a:p>
            <a:pPr lvl="0"/>
            <a:r>
              <a:rPr lang="en-US"/>
              <a:t>SECTION TITLE HERE</a:t>
            </a:r>
          </a:p>
        </p:txBody>
      </p:sp>
      <p:sp>
        <p:nvSpPr>
          <p:cNvPr id="9" name="Title 1">
            <a:extLst>
              <a:ext uri="{FF2B5EF4-FFF2-40B4-BE49-F238E27FC236}">
                <a16:creationId xmlns:a16="http://schemas.microsoft.com/office/drawing/2014/main" id="{0105C13E-9922-BA4D-2168-94B49AC46A03}"/>
              </a:ext>
            </a:extLst>
          </p:cNvPr>
          <p:cNvSpPr>
            <a:spLocks noGrp="1"/>
          </p:cNvSpPr>
          <p:nvPr>
            <p:ph type="title" hasCustomPrompt="1"/>
          </p:nvPr>
        </p:nvSpPr>
        <p:spPr>
          <a:xfrm>
            <a:off x="348299" y="548681"/>
            <a:ext cx="11164824" cy="594360"/>
          </a:xfrm>
        </p:spPr>
        <p:txBody>
          <a:bodyPr>
            <a:noAutofit/>
          </a:bodyPr>
          <a:lstStyle>
            <a:lvl1pPr algn="l">
              <a:lnSpc>
                <a:spcPct val="80000"/>
              </a:lnSpc>
              <a:defRPr>
                <a:solidFill>
                  <a:srgbClr val="3D441E"/>
                </a:solidFill>
              </a:defRPr>
            </a:lvl1pPr>
          </a:lstStyle>
          <a:p>
            <a:r>
              <a:rPr lang="en-US"/>
              <a:t>Insert Title Here</a:t>
            </a:r>
          </a:p>
        </p:txBody>
      </p:sp>
      <p:sp>
        <p:nvSpPr>
          <p:cNvPr id="11" name="Text Placeholder 14">
            <a:extLst>
              <a:ext uri="{FF2B5EF4-FFF2-40B4-BE49-F238E27FC236}">
                <a16:creationId xmlns:a16="http://schemas.microsoft.com/office/drawing/2014/main" id="{440570ED-47E6-6EEB-9039-15A47463AE1D}"/>
              </a:ext>
            </a:extLst>
          </p:cNvPr>
          <p:cNvSpPr>
            <a:spLocks noGrp="1"/>
          </p:cNvSpPr>
          <p:nvPr>
            <p:ph type="body" sz="quarter" idx="26" hasCustomPrompt="1"/>
          </p:nvPr>
        </p:nvSpPr>
        <p:spPr>
          <a:xfrm>
            <a:off x="348299" y="1166772"/>
            <a:ext cx="11164824" cy="393192"/>
          </a:xfrm>
        </p:spPr>
        <p:txBody>
          <a:bodyPr/>
          <a:lstStyle>
            <a:lvl1pPr>
              <a:lnSpc>
                <a:spcPct val="100000"/>
              </a:lnSpc>
              <a:defRPr sz="1600"/>
            </a:lvl1pPr>
          </a:lstStyle>
          <a:p>
            <a:pPr lvl="0"/>
            <a:r>
              <a:rPr lang="en-US"/>
              <a:t>Insert Subheading Here</a:t>
            </a:r>
          </a:p>
        </p:txBody>
      </p:sp>
    </p:spTree>
    <p:extLst>
      <p:ext uri="{BB962C8B-B14F-4D97-AF65-F5344CB8AC3E}">
        <p14:creationId xmlns:p14="http://schemas.microsoft.com/office/powerpoint/2010/main" val="2420731054"/>
      </p:ext>
    </p:extLst>
  </p:cSld>
  <p:clrMapOvr>
    <a:masterClrMapping/>
  </p:clrMapOvr>
  <p:extLst>
    <p:ext uri="{DCECCB84-F9BA-43D5-87BE-67443E8EF086}">
      <p15:sldGuideLst xmlns:p15="http://schemas.microsoft.com/office/powerpoint/2012/main">
        <p15:guide id="1" orient="horz" pos="4020">
          <p15:clr>
            <a:srgbClr val="FBAE40"/>
          </p15:clr>
        </p15:guide>
        <p15:guide id="2" orient="horz" pos="1979">
          <p15:clr>
            <a:srgbClr val="FBAE40"/>
          </p15:clr>
        </p15:guide>
        <p15:guide id="3" orient="horz" pos="39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3B - People Update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4521405-0DF2-1F92-B327-81233BEE3CF9}"/>
              </a:ext>
            </a:extLst>
          </p:cNvPr>
          <p:cNvSpPr>
            <a:spLocks noGrp="1"/>
          </p:cNvSpPr>
          <p:nvPr>
            <p:ph type="body" sz="quarter" idx="22" hasCustomPrompt="1"/>
          </p:nvPr>
        </p:nvSpPr>
        <p:spPr>
          <a:xfrm>
            <a:off x="342931" y="3644099"/>
            <a:ext cx="1817657" cy="548203"/>
          </a:xfrm>
        </p:spPr>
        <p:txBody>
          <a:bodyPr/>
          <a:lstStyle>
            <a:lvl1pPr>
              <a:lnSpc>
                <a:spcPct val="110000"/>
              </a:lnSpc>
              <a:spcAft>
                <a:spcPts val="0"/>
              </a:spcAft>
              <a:defRPr sz="1200" b="1"/>
            </a:lvl1pPr>
          </a:lstStyle>
          <a:p>
            <a:pPr lvl="0"/>
            <a:r>
              <a:rPr lang="en-US"/>
              <a:t>First, Last Name</a:t>
            </a:r>
          </a:p>
          <a:p>
            <a:pPr lvl="0"/>
            <a:r>
              <a:rPr lang="en-US"/>
              <a:t>Position Title</a:t>
            </a:r>
          </a:p>
        </p:txBody>
      </p:sp>
      <p:pic>
        <p:nvPicPr>
          <p:cNvPr id="10" name="Picture 9" descr="A black tree with leaves&#10;&#10;Description automatically generated">
            <a:extLst>
              <a:ext uri="{FF2B5EF4-FFF2-40B4-BE49-F238E27FC236}">
                <a16:creationId xmlns:a16="http://schemas.microsoft.com/office/drawing/2014/main" id="{60F25ED7-0E63-EDD7-9BFF-4BDD9F925F65}"/>
              </a:ext>
            </a:extLst>
          </p:cNvPr>
          <p:cNvPicPr>
            <a:picLocks noChangeAspect="1"/>
          </p:cNvPicPr>
          <p:nvPr userDrawn="1"/>
        </p:nvPicPr>
        <p:blipFill>
          <a:blip r:embed="rId2"/>
          <a:stretch>
            <a:fillRect/>
          </a:stretch>
        </p:blipFill>
        <p:spPr>
          <a:xfrm>
            <a:off x="11440401" y="188640"/>
            <a:ext cx="488247" cy="495124"/>
          </a:xfrm>
          <a:prstGeom prst="rect">
            <a:avLst/>
          </a:prstGeom>
        </p:spPr>
      </p:pic>
      <p:sp>
        <p:nvSpPr>
          <p:cNvPr id="13" name="Slide Number Placeholder 5">
            <a:extLst>
              <a:ext uri="{FF2B5EF4-FFF2-40B4-BE49-F238E27FC236}">
                <a16:creationId xmlns:a16="http://schemas.microsoft.com/office/drawing/2014/main" id="{D1A52F79-CFC7-EE84-8EB2-F2E0E00EAB52}"/>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US" smtClean="0"/>
              <a:pPr algn="r"/>
              <a:t>‹#›</a:t>
            </a:fld>
            <a:endParaRPr lang="en-US"/>
          </a:p>
        </p:txBody>
      </p:sp>
      <p:cxnSp>
        <p:nvCxnSpPr>
          <p:cNvPr id="14" name="Straight Connector 13">
            <a:extLst>
              <a:ext uri="{FF2B5EF4-FFF2-40B4-BE49-F238E27FC236}">
                <a16:creationId xmlns:a16="http://schemas.microsoft.com/office/drawing/2014/main" id="{0ADA91D6-9C61-DCEF-5ACF-C9FB18302C6D}"/>
              </a:ext>
            </a:extLst>
          </p:cNvPr>
          <p:cNvCxnSpPr>
            <a:cxnSpLocks/>
          </p:cNvCxnSpPr>
          <p:nvPr userDrawn="1"/>
        </p:nvCxnSpPr>
        <p:spPr>
          <a:xfrm>
            <a:off x="335360" y="6629400"/>
            <a:ext cx="11220030"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C9FE1172-C642-E1B4-A50F-34F4F7435A14}"/>
              </a:ext>
            </a:extLst>
          </p:cNvPr>
          <p:cNvCxnSpPr>
            <a:cxnSpLocks/>
          </p:cNvCxnSpPr>
          <p:nvPr userDrawn="1"/>
        </p:nvCxnSpPr>
        <p:spPr>
          <a:xfrm>
            <a:off x="335360" y="444624"/>
            <a:ext cx="11105041"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7" name="Picture Placeholder 6">
            <a:extLst>
              <a:ext uri="{FF2B5EF4-FFF2-40B4-BE49-F238E27FC236}">
                <a16:creationId xmlns:a16="http://schemas.microsoft.com/office/drawing/2014/main" id="{7DFADAF6-86D7-DF8D-FC20-1D240B19BE65}"/>
              </a:ext>
            </a:extLst>
          </p:cNvPr>
          <p:cNvSpPr>
            <a:spLocks noGrp="1"/>
          </p:cNvSpPr>
          <p:nvPr>
            <p:ph type="pic" sz="quarter" idx="26"/>
          </p:nvPr>
        </p:nvSpPr>
        <p:spPr>
          <a:xfrm>
            <a:off x="347663" y="2330951"/>
            <a:ext cx="1812925" cy="1221328"/>
          </a:xfrm>
          <a:solidFill>
            <a:srgbClr val="ECE5DC"/>
          </a:solidFill>
        </p:spPr>
        <p:txBody>
          <a:bodyPr/>
          <a:lstStyle/>
          <a:p>
            <a:endParaRPr lang="en-US"/>
          </a:p>
        </p:txBody>
      </p:sp>
      <p:sp>
        <p:nvSpPr>
          <p:cNvPr id="8" name="Picture Placeholder 6">
            <a:extLst>
              <a:ext uri="{FF2B5EF4-FFF2-40B4-BE49-F238E27FC236}">
                <a16:creationId xmlns:a16="http://schemas.microsoft.com/office/drawing/2014/main" id="{20ACD88F-DC26-10BA-1FDE-BF299560996C}"/>
              </a:ext>
            </a:extLst>
          </p:cNvPr>
          <p:cNvSpPr>
            <a:spLocks noGrp="1"/>
          </p:cNvSpPr>
          <p:nvPr>
            <p:ph type="pic" sz="quarter" idx="27"/>
          </p:nvPr>
        </p:nvSpPr>
        <p:spPr>
          <a:xfrm>
            <a:off x="2306740" y="2330951"/>
            <a:ext cx="1800512" cy="1221328"/>
          </a:xfrm>
          <a:solidFill>
            <a:srgbClr val="ECE5DC"/>
          </a:solidFill>
        </p:spPr>
        <p:txBody>
          <a:bodyPr/>
          <a:lstStyle/>
          <a:p>
            <a:endParaRPr lang="en-US"/>
          </a:p>
        </p:txBody>
      </p:sp>
      <p:sp>
        <p:nvSpPr>
          <p:cNvPr id="18" name="TextBox 17">
            <a:extLst>
              <a:ext uri="{FF2B5EF4-FFF2-40B4-BE49-F238E27FC236}">
                <a16:creationId xmlns:a16="http://schemas.microsoft.com/office/drawing/2014/main" id="{F38A8D27-60AB-5A28-F7A2-D66078E11E7B}"/>
              </a:ext>
            </a:extLst>
          </p:cNvPr>
          <p:cNvSpPr txBox="1"/>
          <p:nvPr userDrawn="1"/>
        </p:nvSpPr>
        <p:spPr>
          <a:xfrm>
            <a:off x="1736203" y="1972917"/>
            <a:ext cx="0" cy="0"/>
          </a:xfrm>
          <a:prstGeom prst="rect">
            <a:avLst/>
          </a:prstGeom>
        </p:spPr>
        <p:txBody>
          <a:bodyPr vert="horz" wrap="none" lIns="0" tIns="45720" rIns="90000" bIns="45720" numCol="1" spcCol="720000" rtlCol="0" anchor="t">
            <a:noAutofit/>
          </a:bodyPr>
          <a:lstStyle/>
          <a:p>
            <a:pPr algn="l">
              <a:lnSpc>
                <a:spcPts val="1100"/>
              </a:lnSpc>
            </a:pPr>
            <a:endParaRPr lang="en-US" sz="800" kern="1100" spc="-1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sp>
        <p:nvSpPr>
          <p:cNvPr id="20" name="Picture Placeholder 6">
            <a:extLst>
              <a:ext uri="{FF2B5EF4-FFF2-40B4-BE49-F238E27FC236}">
                <a16:creationId xmlns:a16="http://schemas.microsoft.com/office/drawing/2014/main" id="{78A25517-F2A1-4A48-080C-4D3930F2B8B9}"/>
              </a:ext>
            </a:extLst>
          </p:cNvPr>
          <p:cNvSpPr>
            <a:spLocks noGrp="1"/>
          </p:cNvSpPr>
          <p:nvPr>
            <p:ph type="pic" sz="quarter" idx="31"/>
          </p:nvPr>
        </p:nvSpPr>
        <p:spPr>
          <a:xfrm>
            <a:off x="4239712" y="2330951"/>
            <a:ext cx="1800512" cy="1221328"/>
          </a:xfrm>
          <a:solidFill>
            <a:srgbClr val="ECE5DC"/>
          </a:solidFill>
        </p:spPr>
        <p:txBody>
          <a:bodyPr/>
          <a:lstStyle/>
          <a:p>
            <a:endParaRPr lang="en-US"/>
          </a:p>
        </p:txBody>
      </p:sp>
      <p:sp>
        <p:nvSpPr>
          <p:cNvPr id="21" name="Picture Placeholder 6">
            <a:extLst>
              <a:ext uri="{FF2B5EF4-FFF2-40B4-BE49-F238E27FC236}">
                <a16:creationId xmlns:a16="http://schemas.microsoft.com/office/drawing/2014/main" id="{9B6A1D3A-176D-A581-4B62-2A14A25C8EF4}"/>
              </a:ext>
            </a:extLst>
          </p:cNvPr>
          <p:cNvSpPr>
            <a:spLocks noGrp="1"/>
          </p:cNvSpPr>
          <p:nvPr>
            <p:ph type="pic" sz="quarter" idx="32"/>
          </p:nvPr>
        </p:nvSpPr>
        <p:spPr>
          <a:xfrm>
            <a:off x="6172684" y="2330951"/>
            <a:ext cx="1800512" cy="1221328"/>
          </a:xfrm>
          <a:solidFill>
            <a:srgbClr val="ECE5DC"/>
          </a:solidFill>
        </p:spPr>
        <p:txBody>
          <a:bodyPr/>
          <a:lstStyle/>
          <a:p>
            <a:endParaRPr lang="en-US"/>
          </a:p>
        </p:txBody>
      </p:sp>
      <p:sp>
        <p:nvSpPr>
          <p:cNvPr id="22" name="Picture Placeholder 6">
            <a:extLst>
              <a:ext uri="{FF2B5EF4-FFF2-40B4-BE49-F238E27FC236}">
                <a16:creationId xmlns:a16="http://schemas.microsoft.com/office/drawing/2014/main" id="{2F2927B1-9659-2FF5-24CA-8AC43EB0CD7E}"/>
              </a:ext>
            </a:extLst>
          </p:cNvPr>
          <p:cNvSpPr>
            <a:spLocks noGrp="1"/>
          </p:cNvSpPr>
          <p:nvPr>
            <p:ph type="pic" sz="quarter" idx="33"/>
          </p:nvPr>
        </p:nvSpPr>
        <p:spPr>
          <a:xfrm>
            <a:off x="8105656" y="2330951"/>
            <a:ext cx="1800512" cy="1221328"/>
          </a:xfrm>
          <a:solidFill>
            <a:srgbClr val="ECE5DC"/>
          </a:solidFill>
        </p:spPr>
        <p:txBody>
          <a:bodyPr/>
          <a:lstStyle/>
          <a:p>
            <a:endParaRPr lang="en-US"/>
          </a:p>
        </p:txBody>
      </p:sp>
      <p:sp>
        <p:nvSpPr>
          <p:cNvPr id="25" name="Picture Placeholder 6">
            <a:extLst>
              <a:ext uri="{FF2B5EF4-FFF2-40B4-BE49-F238E27FC236}">
                <a16:creationId xmlns:a16="http://schemas.microsoft.com/office/drawing/2014/main" id="{6336A491-C147-46EA-B407-616A27A85459}"/>
              </a:ext>
            </a:extLst>
          </p:cNvPr>
          <p:cNvSpPr>
            <a:spLocks noGrp="1"/>
          </p:cNvSpPr>
          <p:nvPr>
            <p:ph type="pic" sz="quarter" idx="34"/>
          </p:nvPr>
        </p:nvSpPr>
        <p:spPr>
          <a:xfrm>
            <a:off x="10038628" y="2330951"/>
            <a:ext cx="1800512" cy="1221328"/>
          </a:xfrm>
          <a:solidFill>
            <a:srgbClr val="ECE5DC"/>
          </a:solidFill>
        </p:spPr>
        <p:txBody>
          <a:bodyPr/>
          <a:lstStyle/>
          <a:p>
            <a:endParaRPr lang="en-US"/>
          </a:p>
        </p:txBody>
      </p:sp>
      <p:sp>
        <p:nvSpPr>
          <p:cNvPr id="26" name="Text Placeholder 2">
            <a:extLst>
              <a:ext uri="{FF2B5EF4-FFF2-40B4-BE49-F238E27FC236}">
                <a16:creationId xmlns:a16="http://schemas.microsoft.com/office/drawing/2014/main" id="{66BFF0D3-5625-A5D6-8D7C-ECF6824DEA5A}"/>
              </a:ext>
            </a:extLst>
          </p:cNvPr>
          <p:cNvSpPr>
            <a:spLocks noGrp="1"/>
          </p:cNvSpPr>
          <p:nvPr>
            <p:ph type="body" sz="quarter" idx="35" hasCustomPrompt="1"/>
          </p:nvPr>
        </p:nvSpPr>
        <p:spPr>
          <a:xfrm>
            <a:off x="2310628" y="3644099"/>
            <a:ext cx="1783536" cy="548203"/>
          </a:xfrm>
        </p:spPr>
        <p:txBody>
          <a:bodyPr/>
          <a:lstStyle>
            <a:lvl1pPr>
              <a:lnSpc>
                <a:spcPct val="110000"/>
              </a:lnSpc>
              <a:spcAft>
                <a:spcPts val="0"/>
              </a:spcAft>
              <a:defRPr sz="1200" b="1"/>
            </a:lvl1pPr>
          </a:lstStyle>
          <a:p>
            <a:pPr lvl="0"/>
            <a:r>
              <a:rPr lang="en-US"/>
              <a:t>First, Last Name</a:t>
            </a:r>
          </a:p>
          <a:p>
            <a:pPr lvl="0"/>
            <a:r>
              <a:rPr lang="en-US"/>
              <a:t>Position Title</a:t>
            </a:r>
          </a:p>
        </p:txBody>
      </p:sp>
      <p:sp>
        <p:nvSpPr>
          <p:cNvPr id="27" name="Text Placeholder 2">
            <a:extLst>
              <a:ext uri="{FF2B5EF4-FFF2-40B4-BE49-F238E27FC236}">
                <a16:creationId xmlns:a16="http://schemas.microsoft.com/office/drawing/2014/main" id="{9973CA8B-F602-FA9E-8D5A-E921757FFC03}"/>
              </a:ext>
            </a:extLst>
          </p:cNvPr>
          <p:cNvSpPr>
            <a:spLocks noGrp="1"/>
          </p:cNvSpPr>
          <p:nvPr>
            <p:ph type="body" sz="quarter" idx="36" hasCustomPrompt="1"/>
          </p:nvPr>
        </p:nvSpPr>
        <p:spPr>
          <a:xfrm>
            <a:off x="4243600" y="3644099"/>
            <a:ext cx="1783536" cy="548203"/>
          </a:xfrm>
        </p:spPr>
        <p:txBody>
          <a:bodyPr/>
          <a:lstStyle>
            <a:lvl1pPr>
              <a:lnSpc>
                <a:spcPct val="110000"/>
              </a:lnSpc>
              <a:spcAft>
                <a:spcPts val="0"/>
              </a:spcAft>
              <a:defRPr sz="1200" b="1"/>
            </a:lvl1pPr>
          </a:lstStyle>
          <a:p>
            <a:pPr lvl="0"/>
            <a:r>
              <a:rPr lang="en-US"/>
              <a:t>First, Last Name</a:t>
            </a:r>
          </a:p>
          <a:p>
            <a:pPr lvl="0"/>
            <a:r>
              <a:rPr lang="en-US"/>
              <a:t>Position Title</a:t>
            </a:r>
          </a:p>
        </p:txBody>
      </p:sp>
      <p:sp>
        <p:nvSpPr>
          <p:cNvPr id="28" name="Text Placeholder 2">
            <a:extLst>
              <a:ext uri="{FF2B5EF4-FFF2-40B4-BE49-F238E27FC236}">
                <a16:creationId xmlns:a16="http://schemas.microsoft.com/office/drawing/2014/main" id="{B61235D8-D827-302E-5869-87C7A914EB71}"/>
              </a:ext>
            </a:extLst>
          </p:cNvPr>
          <p:cNvSpPr>
            <a:spLocks noGrp="1"/>
          </p:cNvSpPr>
          <p:nvPr>
            <p:ph type="body" sz="quarter" idx="37" hasCustomPrompt="1"/>
          </p:nvPr>
        </p:nvSpPr>
        <p:spPr>
          <a:xfrm>
            <a:off x="6176572" y="3644099"/>
            <a:ext cx="1783536" cy="548203"/>
          </a:xfrm>
        </p:spPr>
        <p:txBody>
          <a:bodyPr/>
          <a:lstStyle>
            <a:lvl1pPr>
              <a:lnSpc>
                <a:spcPct val="110000"/>
              </a:lnSpc>
              <a:spcAft>
                <a:spcPts val="0"/>
              </a:spcAft>
              <a:defRPr sz="1200" b="1"/>
            </a:lvl1pPr>
          </a:lstStyle>
          <a:p>
            <a:pPr lvl="0"/>
            <a:r>
              <a:rPr lang="en-US"/>
              <a:t>First, Last Name</a:t>
            </a:r>
          </a:p>
          <a:p>
            <a:pPr lvl="0"/>
            <a:r>
              <a:rPr lang="en-US"/>
              <a:t>Position Title</a:t>
            </a:r>
          </a:p>
        </p:txBody>
      </p:sp>
      <p:sp>
        <p:nvSpPr>
          <p:cNvPr id="29" name="Text Placeholder 2">
            <a:extLst>
              <a:ext uri="{FF2B5EF4-FFF2-40B4-BE49-F238E27FC236}">
                <a16:creationId xmlns:a16="http://schemas.microsoft.com/office/drawing/2014/main" id="{68559380-B4E8-CCF6-7D3B-9623ADDDA345}"/>
              </a:ext>
            </a:extLst>
          </p:cNvPr>
          <p:cNvSpPr>
            <a:spLocks noGrp="1"/>
          </p:cNvSpPr>
          <p:nvPr>
            <p:ph type="body" sz="quarter" idx="38" hasCustomPrompt="1"/>
          </p:nvPr>
        </p:nvSpPr>
        <p:spPr>
          <a:xfrm>
            <a:off x="8109764" y="3644099"/>
            <a:ext cx="1783536" cy="548203"/>
          </a:xfrm>
        </p:spPr>
        <p:txBody>
          <a:bodyPr/>
          <a:lstStyle>
            <a:lvl1pPr>
              <a:lnSpc>
                <a:spcPct val="110000"/>
              </a:lnSpc>
              <a:spcAft>
                <a:spcPts val="0"/>
              </a:spcAft>
              <a:defRPr sz="1200" b="1"/>
            </a:lvl1pPr>
          </a:lstStyle>
          <a:p>
            <a:pPr lvl="0"/>
            <a:r>
              <a:rPr lang="en-US"/>
              <a:t>First, Last Name</a:t>
            </a:r>
          </a:p>
          <a:p>
            <a:pPr lvl="0"/>
            <a:r>
              <a:rPr lang="en-US"/>
              <a:t>Position Title</a:t>
            </a:r>
          </a:p>
        </p:txBody>
      </p:sp>
      <p:sp>
        <p:nvSpPr>
          <p:cNvPr id="30" name="Text Placeholder 2">
            <a:extLst>
              <a:ext uri="{FF2B5EF4-FFF2-40B4-BE49-F238E27FC236}">
                <a16:creationId xmlns:a16="http://schemas.microsoft.com/office/drawing/2014/main" id="{56AA2E7D-0DDD-9DDB-1DE4-71BDBA649976}"/>
              </a:ext>
            </a:extLst>
          </p:cNvPr>
          <p:cNvSpPr>
            <a:spLocks noGrp="1"/>
          </p:cNvSpPr>
          <p:nvPr>
            <p:ph type="body" sz="quarter" idx="39" hasCustomPrompt="1"/>
          </p:nvPr>
        </p:nvSpPr>
        <p:spPr>
          <a:xfrm>
            <a:off x="10042737" y="3644099"/>
            <a:ext cx="1783536" cy="548203"/>
          </a:xfrm>
        </p:spPr>
        <p:txBody>
          <a:bodyPr/>
          <a:lstStyle>
            <a:lvl1pPr>
              <a:lnSpc>
                <a:spcPct val="110000"/>
              </a:lnSpc>
              <a:spcAft>
                <a:spcPts val="0"/>
              </a:spcAft>
              <a:defRPr sz="1200" b="1"/>
            </a:lvl1pPr>
          </a:lstStyle>
          <a:p>
            <a:pPr lvl="0"/>
            <a:r>
              <a:rPr lang="en-US"/>
              <a:t>First, Last Name</a:t>
            </a:r>
          </a:p>
          <a:p>
            <a:pPr lvl="0"/>
            <a:r>
              <a:rPr lang="en-US"/>
              <a:t>Position Title</a:t>
            </a:r>
          </a:p>
        </p:txBody>
      </p:sp>
      <p:sp>
        <p:nvSpPr>
          <p:cNvPr id="31" name="Text Placeholder 2">
            <a:extLst>
              <a:ext uri="{FF2B5EF4-FFF2-40B4-BE49-F238E27FC236}">
                <a16:creationId xmlns:a16="http://schemas.microsoft.com/office/drawing/2014/main" id="{C9828CAA-1FD3-0BA6-3C67-8AC14779CFB1}"/>
              </a:ext>
            </a:extLst>
          </p:cNvPr>
          <p:cNvSpPr>
            <a:spLocks noGrp="1"/>
          </p:cNvSpPr>
          <p:nvPr>
            <p:ph type="body" sz="quarter" idx="40" hasCustomPrompt="1"/>
          </p:nvPr>
        </p:nvSpPr>
        <p:spPr>
          <a:xfrm>
            <a:off x="342931" y="5831714"/>
            <a:ext cx="1817657" cy="548203"/>
          </a:xfrm>
        </p:spPr>
        <p:txBody>
          <a:bodyPr/>
          <a:lstStyle>
            <a:lvl1pPr>
              <a:lnSpc>
                <a:spcPct val="110000"/>
              </a:lnSpc>
              <a:spcAft>
                <a:spcPts val="0"/>
              </a:spcAft>
              <a:defRPr sz="1200" b="1"/>
            </a:lvl1pPr>
          </a:lstStyle>
          <a:p>
            <a:pPr lvl="0"/>
            <a:r>
              <a:rPr lang="en-US"/>
              <a:t>First, Last Name</a:t>
            </a:r>
          </a:p>
          <a:p>
            <a:pPr lvl="0"/>
            <a:r>
              <a:rPr lang="en-US"/>
              <a:t>Position Title</a:t>
            </a:r>
          </a:p>
        </p:txBody>
      </p:sp>
      <p:sp>
        <p:nvSpPr>
          <p:cNvPr id="32" name="Picture Placeholder 6">
            <a:extLst>
              <a:ext uri="{FF2B5EF4-FFF2-40B4-BE49-F238E27FC236}">
                <a16:creationId xmlns:a16="http://schemas.microsoft.com/office/drawing/2014/main" id="{3470B6B6-976C-7108-770A-898FC17BF909}"/>
              </a:ext>
            </a:extLst>
          </p:cNvPr>
          <p:cNvSpPr>
            <a:spLocks noGrp="1"/>
          </p:cNvSpPr>
          <p:nvPr>
            <p:ph type="pic" sz="quarter" idx="41"/>
          </p:nvPr>
        </p:nvSpPr>
        <p:spPr>
          <a:xfrm>
            <a:off x="347663" y="4518566"/>
            <a:ext cx="1812925" cy="1221328"/>
          </a:xfrm>
          <a:solidFill>
            <a:srgbClr val="ECE5DC"/>
          </a:solidFill>
        </p:spPr>
        <p:txBody>
          <a:bodyPr/>
          <a:lstStyle>
            <a:lvl1pPr>
              <a:lnSpc>
                <a:spcPct val="110000"/>
              </a:lnSpc>
              <a:defRPr/>
            </a:lvl1pPr>
          </a:lstStyle>
          <a:p>
            <a:endParaRPr lang="en-US"/>
          </a:p>
        </p:txBody>
      </p:sp>
      <p:sp>
        <p:nvSpPr>
          <p:cNvPr id="33" name="Picture Placeholder 6">
            <a:extLst>
              <a:ext uri="{FF2B5EF4-FFF2-40B4-BE49-F238E27FC236}">
                <a16:creationId xmlns:a16="http://schemas.microsoft.com/office/drawing/2014/main" id="{08ABA18B-0D77-B595-8F45-E9E74E66584F}"/>
              </a:ext>
            </a:extLst>
          </p:cNvPr>
          <p:cNvSpPr>
            <a:spLocks noGrp="1"/>
          </p:cNvSpPr>
          <p:nvPr>
            <p:ph type="pic" sz="quarter" idx="42"/>
          </p:nvPr>
        </p:nvSpPr>
        <p:spPr>
          <a:xfrm>
            <a:off x="2306740" y="4518566"/>
            <a:ext cx="1800512" cy="1221328"/>
          </a:xfrm>
          <a:solidFill>
            <a:srgbClr val="ECE5DC"/>
          </a:solidFill>
        </p:spPr>
        <p:txBody>
          <a:bodyPr/>
          <a:lstStyle>
            <a:lvl1pPr>
              <a:lnSpc>
                <a:spcPct val="110000"/>
              </a:lnSpc>
              <a:defRPr/>
            </a:lvl1pPr>
          </a:lstStyle>
          <a:p>
            <a:endParaRPr lang="en-US"/>
          </a:p>
        </p:txBody>
      </p:sp>
      <p:sp>
        <p:nvSpPr>
          <p:cNvPr id="34" name="Picture Placeholder 6">
            <a:extLst>
              <a:ext uri="{FF2B5EF4-FFF2-40B4-BE49-F238E27FC236}">
                <a16:creationId xmlns:a16="http://schemas.microsoft.com/office/drawing/2014/main" id="{09B11C5E-5E54-A468-7C71-273DCDE45073}"/>
              </a:ext>
            </a:extLst>
          </p:cNvPr>
          <p:cNvSpPr>
            <a:spLocks noGrp="1"/>
          </p:cNvSpPr>
          <p:nvPr>
            <p:ph type="pic" sz="quarter" idx="43"/>
          </p:nvPr>
        </p:nvSpPr>
        <p:spPr>
          <a:xfrm>
            <a:off x="4239712" y="4518566"/>
            <a:ext cx="1800512" cy="1221328"/>
          </a:xfrm>
          <a:solidFill>
            <a:srgbClr val="ECE5DC"/>
          </a:solidFill>
        </p:spPr>
        <p:txBody>
          <a:bodyPr/>
          <a:lstStyle>
            <a:lvl1pPr>
              <a:lnSpc>
                <a:spcPct val="110000"/>
              </a:lnSpc>
              <a:defRPr/>
            </a:lvl1pPr>
          </a:lstStyle>
          <a:p>
            <a:endParaRPr lang="en-US"/>
          </a:p>
        </p:txBody>
      </p:sp>
      <p:sp>
        <p:nvSpPr>
          <p:cNvPr id="35" name="Picture Placeholder 6">
            <a:extLst>
              <a:ext uri="{FF2B5EF4-FFF2-40B4-BE49-F238E27FC236}">
                <a16:creationId xmlns:a16="http://schemas.microsoft.com/office/drawing/2014/main" id="{74118832-6D7D-0806-D3C7-C1758E72E6B4}"/>
              </a:ext>
            </a:extLst>
          </p:cNvPr>
          <p:cNvSpPr>
            <a:spLocks noGrp="1"/>
          </p:cNvSpPr>
          <p:nvPr>
            <p:ph type="pic" sz="quarter" idx="44"/>
          </p:nvPr>
        </p:nvSpPr>
        <p:spPr>
          <a:xfrm>
            <a:off x="6172684" y="4518566"/>
            <a:ext cx="1800512" cy="1221328"/>
          </a:xfrm>
          <a:solidFill>
            <a:srgbClr val="ECE5DC"/>
          </a:solidFill>
        </p:spPr>
        <p:txBody>
          <a:bodyPr/>
          <a:lstStyle>
            <a:lvl1pPr>
              <a:lnSpc>
                <a:spcPct val="110000"/>
              </a:lnSpc>
              <a:defRPr/>
            </a:lvl1pPr>
          </a:lstStyle>
          <a:p>
            <a:endParaRPr lang="en-US"/>
          </a:p>
        </p:txBody>
      </p:sp>
      <p:sp>
        <p:nvSpPr>
          <p:cNvPr id="36" name="Picture Placeholder 6">
            <a:extLst>
              <a:ext uri="{FF2B5EF4-FFF2-40B4-BE49-F238E27FC236}">
                <a16:creationId xmlns:a16="http://schemas.microsoft.com/office/drawing/2014/main" id="{8AAC5335-205B-DF5E-C922-6439EEA2F40D}"/>
              </a:ext>
            </a:extLst>
          </p:cNvPr>
          <p:cNvSpPr>
            <a:spLocks noGrp="1"/>
          </p:cNvSpPr>
          <p:nvPr>
            <p:ph type="pic" sz="quarter" idx="45"/>
          </p:nvPr>
        </p:nvSpPr>
        <p:spPr>
          <a:xfrm>
            <a:off x="8105656" y="4518566"/>
            <a:ext cx="1800512" cy="1221328"/>
          </a:xfrm>
          <a:solidFill>
            <a:srgbClr val="ECE5DC"/>
          </a:solidFill>
        </p:spPr>
        <p:txBody>
          <a:bodyPr/>
          <a:lstStyle>
            <a:lvl1pPr>
              <a:lnSpc>
                <a:spcPct val="110000"/>
              </a:lnSpc>
              <a:defRPr/>
            </a:lvl1pPr>
          </a:lstStyle>
          <a:p>
            <a:endParaRPr lang="en-US"/>
          </a:p>
        </p:txBody>
      </p:sp>
      <p:sp>
        <p:nvSpPr>
          <p:cNvPr id="37" name="Picture Placeholder 6">
            <a:extLst>
              <a:ext uri="{FF2B5EF4-FFF2-40B4-BE49-F238E27FC236}">
                <a16:creationId xmlns:a16="http://schemas.microsoft.com/office/drawing/2014/main" id="{9163BD93-AECA-B666-356F-1AE4769A9B77}"/>
              </a:ext>
            </a:extLst>
          </p:cNvPr>
          <p:cNvSpPr>
            <a:spLocks noGrp="1"/>
          </p:cNvSpPr>
          <p:nvPr>
            <p:ph type="pic" sz="quarter" idx="46"/>
          </p:nvPr>
        </p:nvSpPr>
        <p:spPr>
          <a:xfrm>
            <a:off x="10038628" y="4518566"/>
            <a:ext cx="1800512" cy="1221328"/>
          </a:xfrm>
          <a:solidFill>
            <a:srgbClr val="ECE5DC"/>
          </a:solidFill>
        </p:spPr>
        <p:txBody>
          <a:bodyPr/>
          <a:lstStyle>
            <a:lvl1pPr>
              <a:lnSpc>
                <a:spcPct val="110000"/>
              </a:lnSpc>
              <a:defRPr/>
            </a:lvl1pPr>
          </a:lstStyle>
          <a:p>
            <a:endParaRPr lang="en-US"/>
          </a:p>
        </p:txBody>
      </p:sp>
      <p:sp>
        <p:nvSpPr>
          <p:cNvPr id="38" name="Text Placeholder 2">
            <a:extLst>
              <a:ext uri="{FF2B5EF4-FFF2-40B4-BE49-F238E27FC236}">
                <a16:creationId xmlns:a16="http://schemas.microsoft.com/office/drawing/2014/main" id="{38030C46-CBA7-964B-2872-EA3529B86252}"/>
              </a:ext>
            </a:extLst>
          </p:cNvPr>
          <p:cNvSpPr>
            <a:spLocks noGrp="1"/>
          </p:cNvSpPr>
          <p:nvPr>
            <p:ph type="body" sz="quarter" idx="47" hasCustomPrompt="1"/>
          </p:nvPr>
        </p:nvSpPr>
        <p:spPr>
          <a:xfrm>
            <a:off x="2310628" y="5831714"/>
            <a:ext cx="1783536" cy="548203"/>
          </a:xfrm>
        </p:spPr>
        <p:txBody>
          <a:bodyPr/>
          <a:lstStyle>
            <a:lvl1pPr>
              <a:lnSpc>
                <a:spcPct val="110000"/>
              </a:lnSpc>
              <a:spcAft>
                <a:spcPts val="0"/>
              </a:spcAft>
              <a:defRPr sz="1200" b="1"/>
            </a:lvl1pPr>
          </a:lstStyle>
          <a:p>
            <a:pPr lvl="0"/>
            <a:r>
              <a:rPr lang="en-US"/>
              <a:t>First, Last Name</a:t>
            </a:r>
          </a:p>
          <a:p>
            <a:pPr lvl="0"/>
            <a:r>
              <a:rPr lang="en-US"/>
              <a:t>Position Title</a:t>
            </a:r>
          </a:p>
        </p:txBody>
      </p:sp>
      <p:sp>
        <p:nvSpPr>
          <p:cNvPr id="39" name="Text Placeholder 2">
            <a:extLst>
              <a:ext uri="{FF2B5EF4-FFF2-40B4-BE49-F238E27FC236}">
                <a16:creationId xmlns:a16="http://schemas.microsoft.com/office/drawing/2014/main" id="{1844794F-FDA7-824E-7836-2BA6A6F15759}"/>
              </a:ext>
            </a:extLst>
          </p:cNvPr>
          <p:cNvSpPr>
            <a:spLocks noGrp="1"/>
          </p:cNvSpPr>
          <p:nvPr>
            <p:ph type="body" sz="quarter" idx="48" hasCustomPrompt="1"/>
          </p:nvPr>
        </p:nvSpPr>
        <p:spPr>
          <a:xfrm>
            <a:off x="4243600" y="5831714"/>
            <a:ext cx="1783536" cy="548203"/>
          </a:xfrm>
        </p:spPr>
        <p:txBody>
          <a:bodyPr/>
          <a:lstStyle>
            <a:lvl1pPr>
              <a:lnSpc>
                <a:spcPct val="110000"/>
              </a:lnSpc>
              <a:spcAft>
                <a:spcPts val="0"/>
              </a:spcAft>
              <a:defRPr sz="1200" b="1"/>
            </a:lvl1pPr>
          </a:lstStyle>
          <a:p>
            <a:pPr lvl="0"/>
            <a:r>
              <a:rPr lang="en-US"/>
              <a:t>First, Last Name</a:t>
            </a:r>
          </a:p>
          <a:p>
            <a:pPr lvl="0"/>
            <a:r>
              <a:rPr lang="en-US"/>
              <a:t>Position Title</a:t>
            </a:r>
          </a:p>
        </p:txBody>
      </p:sp>
      <p:sp>
        <p:nvSpPr>
          <p:cNvPr id="40" name="Text Placeholder 2">
            <a:extLst>
              <a:ext uri="{FF2B5EF4-FFF2-40B4-BE49-F238E27FC236}">
                <a16:creationId xmlns:a16="http://schemas.microsoft.com/office/drawing/2014/main" id="{2D24174A-554C-2895-0DC5-6CB9BF52C80D}"/>
              </a:ext>
            </a:extLst>
          </p:cNvPr>
          <p:cNvSpPr>
            <a:spLocks noGrp="1"/>
          </p:cNvSpPr>
          <p:nvPr>
            <p:ph type="body" sz="quarter" idx="49" hasCustomPrompt="1"/>
          </p:nvPr>
        </p:nvSpPr>
        <p:spPr>
          <a:xfrm>
            <a:off x="6176572" y="5831714"/>
            <a:ext cx="1783536" cy="548203"/>
          </a:xfrm>
        </p:spPr>
        <p:txBody>
          <a:bodyPr/>
          <a:lstStyle>
            <a:lvl1pPr>
              <a:lnSpc>
                <a:spcPct val="110000"/>
              </a:lnSpc>
              <a:spcAft>
                <a:spcPts val="0"/>
              </a:spcAft>
              <a:defRPr sz="1200" b="1"/>
            </a:lvl1pPr>
          </a:lstStyle>
          <a:p>
            <a:pPr lvl="0"/>
            <a:r>
              <a:rPr lang="en-US"/>
              <a:t>First, Last Name</a:t>
            </a:r>
          </a:p>
          <a:p>
            <a:pPr lvl="0"/>
            <a:r>
              <a:rPr lang="en-US"/>
              <a:t>Position Title</a:t>
            </a:r>
          </a:p>
        </p:txBody>
      </p:sp>
      <p:sp>
        <p:nvSpPr>
          <p:cNvPr id="41" name="Text Placeholder 2">
            <a:extLst>
              <a:ext uri="{FF2B5EF4-FFF2-40B4-BE49-F238E27FC236}">
                <a16:creationId xmlns:a16="http://schemas.microsoft.com/office/drawing/2014/main" id="{4F18FE29-3510-36DC-53B3-335460918DE0}"/>
              </a:ext>
            </a:extLst>
          </p:cNvPr>
          <p:cNvSpPr>
            <a:spLocks noGrp="1"/>
          </p:cNvSpPr>
          <p:nvPr>
            <p:ph type="body" sz="quarter" idx="50" hasCustomPrompt="1"/>
          </p:nvPr>
        </p:nvSpPr>
        <p:spPr>
          <a:xfrm>
            <a:off x="8109764" y="5831714"/>
            <a:ext cx="1783536" cy="548203"/>
          </a:xfrm>
        </p:spPr>
        <p:txBody>
          <a:bodyPr/>
          <a:lstStyle>
            <a:lvl1pPr>
              <a:lnSpc>
                <a:spcPct val="110000"/>
              </a:lnSpc>
              <a:spcAft>
                <a:spcPts val="0"/>
              </a:spcAft>
              <a:defRPr sz="1200" b="1"/>
            </a:lvl1pPr>
          </a:lstStyle>
          <a:p>
            <a:pPr lvl="0"/>
            <a:r>
              <a:rPr lang="en-US"/>
              <a:t>First, Last Name</a:t>
            </a:r>
          </a:p>
          <a:p>
            <a:pPr lvl="0"/>
            <a:r>
              <a:rPr lang="en-US"/>
              <a:t>Position Title</a:t>
            </a:r>
          </a:p>
        </p:txBody>
      </p:sp>
      <p:sp>
        <p:nvSpPr>
          <p:cNvPr id="42" name="Text Placeholder 2">
            <a:extLst>
              <a:ext uri="{FF2B5EF4-FFF2-40B4-BE49-F238E27FC236}">
                <a16:creationId xmlns:a16="http://schemas.microsoft.com/office/drawing/2014/main" id="{7A82FF5E-B223-9D9F-65C9-B93170176442}"/>
              </a:ext>
            </a:extLst>
          </p:cNvPr>
          <p:cNvSpPr>
            <a:spLocks noGrp="1"/>
          </p:cNvSpPr>
          <p:nvPr>
            <p:ph type="body" sz="quarter" idx="51" hasCustomPrompt="1"/>
          </p:nvPr>
        </p:nvSpPr>
        <p:spPr>
          <a:xfrm>
            <a:off x="10042737" y="5831714"/>
            <a:ext cx="1783536" cy="548203"/>
          </a:xfrm>
        </p:spPr>
        <p:txBody>
          <a:bodyPr/>
          <a:lstStyle>
            <a:lvl1pPr>
              <a:lnSpc>
                <a:spcPct val="110000"/>
              </a:lnSpc>
              <a:spcAft>
                <a:spcPts val="0"/>
              </a:spcAft>
              <a:defRPr sz="1200" b="1"/>
            </a:lvl1pPr>
          </a:lstStyle>
          <a:p>
            <a:pPr lvl="0"/>
            <a:r>
              <a:rPr lang="en-US"/>
              <a:t>First, Last Name</a:t>
            </a:r>
          </a:p>
          <a:p>
            <a:pPr lvl="0"/>
            <a:r>
              <a:rPr lang="en-US"/>
              <a:t>Position Title</a:t>
            </a:r>
          </a:p>
        </p:txBody>
      </p:sp>
      <p:sp>
        <p:nvSpPr>
          <p:cNvPr id="6" name="Text Placeholder 8">
            <a:extLst>
              <a:ext uri="{FF2B5EF4-FFF2-40B4-BE49-F238E27FC236}">
                <a16:creationId xmlns:a16="http://schemas.microsoft.com/office/drawing/2014/main" id="{DA4E4B36-C49D-4796-87DE-70A2CE35B2A0}"/>
              </a:ext>
            </a:extLst>
          </p:cNvPr>
          <p:cNvSpPr>
            <a:spLocks noGrp="1"/>
          </p:cNvSpPr>
          <p:nvPr>
            <p:ph type="body" sz="quarter" idx="24" hasCustomPrompt="1"/>
          </p:nvPr>
        </p:nvSpPr>
        <p:spPr>
          <a:xfrm>
            <a:off x="348300" y="242888"/>
            <a:ext cx="4206240" cy="182284"/>
          </a:xfrm>
        </p:spPr>
        <p:txBody>
          <a:bodyPr tIns="0" bIns="0"/>
          <a:lstStyle>
            <a:lvl1pPr>
              <a:lnSpc>
                <a:spcPct val="100000"/>
              </a:lnSpc>
              <a:defRPr sz="700" spc="50" baseline="0">
                <a:solidFill>
                  <a:schemeClr val="tx2"/>
                </a:solidFill>
                <a:latin typeface="+mn-lt"/>
              </a:defRPr>
            </a:lvl1pPr>
          </a:lstStyle>
          <a:p>
            <a:pPr lvl="0"/>
            <a:r>
              <a:rPr lang="en-US"/>
              <a:t>SECTION TITLE HERE</a:t>
            </a:r>
          </a:p>
        </p:txBody>
      </p:sp>
      <p:sp>
        <p:nvSpPr>
          <p:cNvPr id="11" name="Title 1">
            <a:extLst>
              <a:ext uri="{FF2B5EF4-FFF2-40B4-BE49-F238E27FC236}">
                <a16:creationId xmlns:a16="http://schemas.microsoft.com/office/drawing/2014/main" id="{BDF606C6-CCF5-8B47-DEED-84E65B5ECCD3}"/>
              </a:ext>
            </a:extLst>
          </p:cNvPr>
          <p:cNvSpPr>
            <a:spLocks noGrp="1"/>
          </p:cNvSpPr>
          <p:nvPr>
            <p:ph type="title" hasCustomPrompt="1"/>
          </p:nvPr>
        </p:nvSpPr>
        <p:spPr>
          <a:xfrm>
            <a:off x="348299" y="548681"/>
            <a:ext cx="11164824" cy="594360"/>
          </a:xfrm>
        </p:spPr>
        <p:txBody>
          <a:bodyPr>
            <a:noAutofit/>
          </a:bodyPr>
          <a:lstStyle>
            <a:lvl1pPr algn="l">
              <a:lnSpc>
                <a:spcPct val="80000"/>
              </a:lnSpc>
              <a:defRPr>
                <a:solidFill>
                  <a:srgbClr val="3D441E"/>
                </a:solidFill>
              </a:defRPr>
            </a:lvl1pPr>
          </a:lstStyle>
          <a:p>
            <a:r>
              <a:rPr lang="en-US"/>
              <a:t>Insert Title Here</a:t>
            </a:r>
          </a:p>
        </p:txBody>
      </p:sp>
      <p:sp>
        <p:nvSpPr>
          <p:cNvPr id="16" name="Text Placeholder 14">
            <a:extLst>
              <a:ext uri="{FF2B5EF4-FFF2-40B4-BE49-F238E27FC236}">
                <a16:creationId xmlns:a16="http://schemas.microsoft.com/office/drawing/2014/main" id="{2BD79743-855F-26C1-6043-A660C15D9884}"/>
              </a:ext>
            </a:extLst>
          </p:cNvPr>
          <p:cNvSpPr>
            <a:spLocks noGrp="1"/>
          </p:cNvSpPr>
          <p:nvPr>
            <p:ph type="body" sz="quarter" idx="52" hasCustomPrompt="1"/>
          </p:nvPr>
        </p:nvSpPr>
        <p:spPr>
          <a:xfrm>
            <a:off x="348299" y="1166772"/>
            <a:ext cx="11164824" cy="393192"/>
          </a:xfrm>
        </p:spPr>
        <p:txBody>
          <a:bodyPr/>
          <a:lstStyle>
            <a:lvl1pPr>
              <a:lnSpc>
                <a:spcPct val="100000"/>
              </a:lnSpc>
              <a:defRPr sz="1600"/>
            </a:lvl1pPr>
          </a:lstStyle>
          <a:p>
            <a:pPr lvl="0"/>
            <a:r>
              <a:rPr lang="en-US"/>
              <a:t>Insert Subheading Here</a:t>
            </a:r>
          </a:p>
        </p:txBody>
      </p:sp>
    </p:spTree>
    <p:extLst>
      <p:ext uri="{BB962C8B-B14F-4D97-AF65-F5344CB8AC3E}">
        <p14:creationId xmlns:p14="http://schemas.microsoft.com/office/powerpoint/2010/main" val="3157078958"/>
      </p:ext>
    </p:extLst>
  </p:cSld>
  <p:clrMapOvr>
    <a:masterClrMapping/>
  </p:clrMapOvr>
  <p:extLst>
    <p:ext uri="{DCECCB84-F9BA-43D5-87BE-67443E8EF086}">
      <p15:sldGuideLst xmlns:p15="http://schemas.microsoft.com/office/powerpoint/2012/main">
        <p15:guide id="1" orient="horz" pos="4020">
          <p15:clr>
            <a:srgbClr val="FBAE40"/>
          </p15:clr>
        </p15:guide>
        <p15:guide id="2" orient="horz" pos="1979">
          <p15:clr>
            <a:srgbClr val="FBAE40"/>
          </p15:clr>
        </p15:guide>
        <p15:guide id="3" orient="horz" pos="39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 - Quote">
    <p:spTree>
      <p:nvGrpSpPr>
        <p:cNvPr id="1" name=""/>
        <p:cNvGrpSpPr/>
        <p:nvPr/>
      </p:nvGrpSpPr>
      <p:grpSpPr>
        <a:xfrm>
          <a:off x="0" y="0"/>
          <a:ext cx="0" cy="0"/>
          <a:chOff x="0" y="0"/>
          <a:chExt cx="0" cy="0"/>
        </a:xfrm>
      </p:grpSpPr>
      <p:pic>
        <p:nvPicPr>
          <p:cNvPr id="4" name="Picture 3" descr="A black tree with leaves&#10;&#10;Description automatically generated">
            <a:extLst>
              <a:ext uri="{FF2B5EF4-FFF2-40B4-BE49-F238E27FC236}">
                <a16:creationId xmlns:a16="http://schemas.microsoft.com/office/drawing/2014/main" id="{4BF725B0-734A-683D-5D7F-C5AA44A3B7F8}"/>
              </a:ext>
            </a:extLst>
          </p:cNvPr>
          <p:cNvPicPr>
            <a:picLocks noChangeAspect="1"/>
          </p:cNvPicPr>
          <p:nvPr userDrawn="1"/>
        </p:nvPicPr>
        <p:blipFill>
          <a:blip r:embed="rId2"/>
          <a:stretch>
            <a:fillRect/>
          </a:stretch>
        </p:blipFill>
        <p:spPr>
          <a:xfrm>
            <a:off x="11440401" y="188640"/>
            <a:ext cx="488247" cy="495124"/>
          </a:xfrm>
          <a:prstGeom prst="rect">
            <a:avLst/>
          </a:prstGeom>
        </p:spPr>
      </p:pic>
      <p:sp>
        <p:nvSpPr>
          <p:cNvPr id="9" name="Slide Number Placeholder 5">
            <a:extLst>
              <a:ext uri="{FF2B5EF4-FFF2-40B4-BE49-F238E27FC236}">
                <a16:creationId xmlns:a16="http://schemas.microsoft.com/office/drawing/2014/main" id="{CDDC2F1F-FD40-42E3-123C-BCA95A066345}"/>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US" smtClean="0"/>
              <a:pPr algn="r"/>
              <a:t>‹#›</a:t>
            </a:fld>
            <a:endParaRPr lang="en-US"/>
          </a:p>
        </p:txBody>
      </p:sp>
      <p:cxnSp>
        <p:nvCxnSpPr>
          <p:cNvPr id="10" name="Straight Connector 9">
            <a:extLst>
              <a:ext uri="{FF2B5EF4-FFF2-40B4-BE49-F238E27FC236}">
                <a16:creationId xmlns:a16="http://schemas.microsoft.com/office/drawing/2014/main" id="{1F12D094-7AEE-C14A-E381-E4EC56E95484}"/>
              </a:ext>
            </a:extLst>
          </p:cNvPr>
          <p:cNvCxnSpPr>
            <a:cxnSpLocks/>
          </p:cNvCxnSpPr>
          <p:nvPr userDrawn="1"/>
        </p:nvCxnSpPr>
        <p:spPr>
          <a:xfrm>
            <a:off x="335360" y="6629400"/>
            <a:ext cx="11220030"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3299E434-1D01-D6A7-3BDD-F577D3E5270C}"/>
              </a:ext>
            </a:extLst>
          </p:cNvPr>
          <p:cNvCxnSpPr>
            <a:cxnSpLocks/>
          </p:cNvCxnSpPr>
          <p:nvPr userDrawn="1"/>
        </p:nvCxnSpPr>
        <p:spPr>
          <a:xfrm>
            <a:off x="335360" y="444624"/>
            <a:ext cx="11105041"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2DBA8181-DC70-E296-CC4C-B7DE82BCF43C}"/>
              </a:ext>
            </a:extLst>
          </p:cNvPr>
          <p:cNvSpPr>
            <a:spLocks noGrp="1"/>
          </p:cNvSpPr>
          <p:nvPr>
            <p:ph type="title" hasCustomPrompt="1"/>
          </p:nvPr>
        </p:nvSpPr>
        <p:spPr>
          <a:xfrm>
            <a:off x="348300" y="548680"/>
            <a:ext cx="8578213" cy="3456384"/>
          </a:xfrm>
        </p:spPr>
        <p:txBody>
          <a:bodyPr>
            <a:noAutofit/>
          </a:bodyPr>
          <a:lstStyle>
            <a:lvl1pPr>
              <a:lnSpc>
                <a:spcPct val="90000"/>
              </a:lnSpc>
              <a:defRPr>
                <a:solidFill>
                  <a:srgbClr val="3D441E"/>
                </a:solidFill>
              </a:defRPr>
            </a:lvl1pPr>
          </a:lstStyle>
          <a:p>
            <a:r>
              <a:rPr lang="en-US"/>
              <a:t>Quote text here.</a:t>
            </a:r>
          </a:p>
        </p:txBody>
      </p:sp>
      <p:sp>
        <p:nvSpPr>
          <p:cNvPr id="3" name="Text Placeholder 6">
            <a:extLst>
              <a:ext uri="{FF2B5EF4-FFF2-40B4-BE49-F238E27FC236}">
                <a16:creationId xmlns:a16="http://schemas.microsoft.com/office/drawing/2014/main" id="{9A4E6CCA-CC73-6DBC-54B2-96F15115DBC2}"/>
              </a:ext>
            </a:extLst>
          </p:cNvPr>
          <p:cNvSpPr>
            <a:spLocks noGrp="1"/>
          </p:cNvSpPr>
          <p:nvPr>
            <p:ph type="body" sz="quarter" idx="22" hasCustomPrompt="1"/>
          </p:nvPr>
        </p:nvSpPr>
        <p:spPr>
          <a:xfrm>
            <a:off x="348822" y="5799444"/>
            <a:ext cx="2362802" cy="653892"/>
          </a:xfrm>
        </p:spPr>
        <p:txBody>
          <a:bodyPr anchor="b" anchorCtr="0"/>
          <a:lstStyle>
            <a:lvl3pPr>
              <a:lnSpc>
                <a:spcPts val="1600"/>
              </a:lnSpc>
              <a:spcAft>
                <a:spcPts val="500"/>
              </a:spcAft>
              <a:defRPr sz="1400" cap="none" spc="0" baseline="0">
                <a:solidFill>
                  <a:schemeClr val="bg1"/>
                </a:solidFill>
              </a:defRPr>
            </a:lvl3pPr>
            <a:lvl4pPr marL="0">
              <a:lnSpc>
                <a:spcPct val="110000"/>
              </a:lnSpc>
              <a:spcBef>
                <a:spcPts val="0"/>
              </a:spcBef>
              <a:defRPr sz="1200" b="1">
                <a:solidFill>
                  <a:srgbClr val="3D441E"/>
                </a:solidFill>
                <a:latin typeface="+mn-lt"/>
              </a:defRPr>
            </a:lvl4pPr>
          </a:lstStyle>
          <a:p>
            <a:pPr lvl="3"/>
            <a:r>
              <a:rPr lang="en-US"/>
              <a:t>Quote or subtext here</a:t>
            </a:r>
          </a:p>
        </p:txBody>
      </p:sp>
      <p:sp>
        <p:nvSpPr>
          <p:cNvPr id="6" name="Text Placeholder 8">
            <a:extLst>
              <a:ext uri="{FF2B5EF4-FFF2-40B4-BE49-F238E27FC236}">
                <a16:creationId xmlns:a16="http://schemas.microsoft.com/office/drawing/2014/main" id="{348DAF18-D215-C0F4-8F47-9BD2864B02AA}"/>
              </a:ext>
            </a:extLst>
          </p:cNvPr>
          <p:cNvSpPr>
            <a:spLocks noGrp="1"/>
          </p:cNvSpPr>
          <p:nvPr>
            <p:ph type="body" sz="quarter" idx="23" hasCustomPrompt="1"/>
          </p:nvPr>
        </p:nvSpPr>
        <p:spPr>
          <a:xfrm>
            <a:off x="348300" y="242888"/>
            <a:ext cx="4206240" cy="182284"/>
          </a:xfrm>
        </p:spPr>
        <p:txBody>
          <a:bodyPr tIns="0" bIns="0"/>
          <a:lstStyle>
            <a:lvl1pPr>
              <a:lnSpc>
                <a:spcPct val="100000"/>
              </a:lnSpc>
              <a:defRPr sz="700" spc="50" baseline="0">
                <a:solidFill>
                  <a:schemeClr val="tx2"/>
                </a:solidFill>
                <a:latin typeface="+mn-lt"/>
              </a:defRPr>
            </a:lvl1pPr>
          </a:lstStyle>
          <a:p>
            <a:pPr lvl="0"/>
            <a:r>
              <a:rPr lang="en-US"/>
              <a:t>SECTION TITLE HERE</a:t>
            </a:r>
          </a:p>
        </p:txBody>
      </p:sp>
    </p:spTree>
    <p:extLst>
      <p:ext uri="{BB962C8B-B14F-4D97-AF65-F5344CB8AC3E}">
        <p14:creationId xmlns:p14="http://schemas.microsoft.com/office/powerpoint/2010/main" val="3726632465"/>
      </p:ext>
    </p:extLst>
  </p:cSld>
  <p:clrMapOvr>
    <a:masterClrMapping/>
  </p:clrMapOvr>
  <p:extLst>
    <p:ext uri="{DCECCB84-F9BA-43D5-87BE-67443E8EF086}">
      <p15:sldGuideLst xmlns:p15="http://schemas.microsoft.com/office/powerpoint/2012/main">
        <p15:guide id="1" orient="horz" pos="391">
          <p15:clr>
            <a:srgbClr val="FBAE40"/>
          </p15:clr>
        </p15:guide>
        <p15:guide id="2" orient="horz" pos="402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B - Quote">
    <p:bg>
      <p:bgPr>
        <a:solidFill>
          <a:srgbClr val="3D441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BF24A-AEC7-FB88-549E-D80FB340C7D2}"/>
              </a:ext>
            </a:extLst>
          </p:cNvPr>
          <p:cNvSpPr>
            <a:spLocks noGrp="1"/>
          </p:cNvSpPr>
          <p:nvPr>
            <p:ph type="title" hasCustomPrompt="1"/>
          </p:nvPr>
        </p:nvSpPr>
        <p:spPr>
          <a:xfrm>
            <a:off x="2298700" y="2276872"/>
            <a:ext cx="7602441" cy="1040003"/>
          </a:xfrm>
        </p:spPr>
        <p:txBody>
          <a:bodyPr anchor="b" anchorCtr="0">
            <a:noAutofit/>
          </a:bodyPr>
          <a:lstStyle>
            <a:lvl1pPr algn="ctr">
              <a:lnSpc>
                <a:spcPct val="80000"/>
              </a:lnSpc>
              <a:defRPr i="0">
                <a:solidFill>
                  <a:schemeClr val="bg1"/>
                </a:solidFill>
              </a:defRPr>
            </a:lvl1pPr>
          </a:lstStyle>
          <a:p>
            <a:r>
              <a:rPr lang="en-US"/>
              <a:t>Insert Title Here</a:t>
            </a:r>
          </a:p>
        </p:txBody>
      </p:sp>
      <p:sp>
        <p:nvSpPr>
          <p:cNvPr id="5" name="Text Placeholder 4">
            <a:extLst>
              <a:ext uri="{FF2B5EF4-FFF2-40B4-BE49-F238E27FC236}">
                <a16:creationId xmlns:a16="http://schemas.microsoft.com/office/drawing/2014/main" id="{0A433740-384F-3A97-5ED4-683DB06E5672}"/>
              </a:ext>
            </a:extLst>
          </p:cNvPr>
          <p:cNvSpPr>
            <a:spLocks noGrp="1"/>
          </p:cNvSpPr>
          <p:nvPr>
            <p:ph type="body" sz="quarter" idx="10" hasCustomPrompt="1"/>
          </p:nvPr>
        </p:nvSpPr>
        <p:spPr>
          <a:xfrm>
            <a:off x="3740897" y="3644900"/>
            <a:ext cx="4710206" cy="2305050"/>
          </a:xfrm>
        </p:spPr>
        <p:txBody>
          <a:bodyPr/>
          <a:lstStyle>
            <a:lvl1pPr algn="ctr">
              <a:defRPr>
                <a:solidFill>
                  <a:schemeClr val="bg1"/>
                </a:solidFill>
              </a:defRPr>
            </a:lvl1pPr>
            <a:lvl2pPr algn="ctr">
              <a:lnSpc>
                <a:spcPct val="110000"/>
              </a:lnSpc>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1"/>
            <a:r>
              <a:rPr lang="en-US"/>
              <a:t>Insert text here</a:t>
            </a:r>
          </a:p>
        </p:txBody>
      </p:sp>
    </p:spTree>
    <p:extLst>
      <p:ext uri="{BB962C8B-B14F-4D97-AF65-F5344CB8AC3E}">
        <p14:creationId xmlns:p14="http://schemas.microsoft.com/office/powerpoint/2010/main" val="4129459933"/>
      </p:ext>
    </p:extLst>
  </p:cSld>
  <p:clrMapOvr>
    <a:masterClrMapping/>
  </p:clrMapOvr>
  <p:extLst>
    <p:ext uri="{DCECCB84-F9BA-43D5-87BE-67443E8EF086}">
      <p15:sldGuideLst xmlns:p15="http://schemas.microsoft.com/office/powerpoint/2012/main">
        <p15:guide id="1" orient="horz" pos="2296">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 - Media">
    <p:spTree>
      <p:nvGrpSpPr>
        <p:cNvPr id="1" name=""/>
        <p:cNvGrpSpPr/>
        <p:nvPr/>
      </p:nvGrpSpPr>
      <p:grpSpPr>
        <a:xfrm>
          <a:off x="0" y="0"/>
          <a:ext cx="0" cy="0"/>
          <a:chOff x="0" y="0"/>
          <a:chExt cx="0" cy="0"/>
        </a:xfrm>
      </p:grpSpPr>
      <p:sp>
        <p:nvSpPr>
          <p:cNvPr id="7" name="Media Placeholder 6">
            <a:extLst>
              <a:ext uri="{FF2B5EF4-FFF2-40B4-BE49-F238E27FC236}">
                <a16:creationId xmlns:a16="http://schemas.microsoft.com/office/drawing/2014/main" id="{2C026EEB-CFF0-6232-C0F0-351298571FE6}"/>
              </a:ext>
            </a:extLst>
          </p:cNvPr>
          <p:cNvSpPr>
            <a:spLocks noGrp="1"/>
          </p:cNvSpPr>
          <p:nvPr>
            <p:ph type="media" sz="quarter" idx="10"/>
          </p:nvPr>
        </p:nvSpPr>
        <p:spPr>
          <a:xfrm>
            <a:off x="0" y="1"/>
            <a:ext cx="12191999" cy="6858000"/>
          </a:xfrm>
          <a:solidFill>
            <a:schemeClr val="tx1"/>
          </a:solidFill>
        </p:spPr>
        <p:txBody>
          <a:bodyPr/>
          <a:lstStyle/>
          <a:p>
            <a:endParaRPr lang="en-US"/>
          </a:p>
        </p:txBody>
      </p:sp>
    </p:spTree>
    <p:extLst>
      <p:ext uri="{BB962C8B-B14F-4D97-AF65-F5344CB8AC3E}">
        <p14:creationId xmlns:p14="http://schemas.microsoft.com/office/powerpoint/2010/main" val="103218916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4B - Media">
    <p:bg>
      <p:bgPr>
        <a:solidFill>
          <a:schemeClr val="tx1"/>
        </a:solidFill>
        <a:effectLst/>
      </p:bgPr>
    </p:bg>
    <p:spTree>
      <p:nvGrpSpPr>
        <p:cNvPr id="1" name=""/>
        <p:cNvGrpSpPr/>
        <p:nvPr/>
      </p:nvGrpSpPr>
      <p:grpSpPr>
        <a:xfrm>
          <a:off x="0" y="0"/>
          <a:ext cx="0" cy="0"/>
          <a:chOff x="0" y="0"/>
          <a:chExt cx="0" cy="0"/>
        </a:xfrm>
      </p:grpSpPr>
      <p:sp>
        <p:nvSpPr>
          <p:cNvPr id="6" name="Media Placeholder 6">
            <a:extLst>
              <a:ext uri="{FF2B5EF4-FFF2-40B4-BE49-F238E27FC236}">
                <a16:creationId xmlns:a16="http://schemas.microsoft.com/office/drawing/2014/main" id="{41D4EE7A-84E2-8716-9686-1F584CD6A0C6}"/>
              </a:ext>
            </a:extLst>
          </p:cNvPr>
          <p:cNvSpPr>
            <a:spLocks noGrp="1"/>
          </p:cNvSpPr>
          <p:nvPr>
            <p:ph type="media" sz="quarter" idx="10"/>
          </p:nvPr>
        </p:nvSpPr>
        <p:spPr>
          <a:xfrm>
            <a:off x="1917230" y="2156884"/>
            <a:ext cx="8357540" cy="4701116"/>
          </a:xfrm>
          <a:solidFill>
            <a:schemeClr val="tx1"/>
          </a:solidFill>
        </p:spPr>
        <p:txBody>
          <a:bodyPr/>
          <a:lstStyle/>
          <a:p>
            <a:endParaRPr lang="en-US"/>
          </a:p>
        </p:txBody>
      </p:sp>
      <p:pic>
        <p:nvPicPr>
          <p:cNvPr id="7" name="Picture 6" descr="A white tree with leaves on it&#10;&#10;AI-generated content may be incorrect.">
            <a:extLst>
              <a:ext uri="{FF2B5EF4-FFF2-40B4-BE49-F238E27FC236}">
                <a16:creationId xmlns:a16="http://schemas.microsoft.com/office/drawing/2014/main" id="{55E3D8B4-B3CC-DDD4-0293-3744F16D3321}"/>
              </a:ext>
            </a:extLst>
          </p:cNvPr>
          <p:cNvPicPr>
            <a:picLocks noChangeAspect="1"/>
          </p:cNvPicPr>
          <p:nvPr userDrawn="1"/>
        </p:nvPicPr>
        <p:blipFill>
          <a:blip r:embed="rId2"/>
          <a:stretch>
            <a:fillRect/>
          </a:stretch>
        </p:blipFill>
        <p:spPr>
          <a:xfrm>
            <a:off x="11440401" y="188640"/>
            <a:ext cx="489899" cy="496799"/>
          </a:xfrm>
          <a:prstGeom prst="rect">
            <a:avLst/>
          </a:prstGeom>
        </p:spPr>
      </p:pic>
      <p:cxnSp>
        <p:nvCxnSpPr>
          <p:cNvPr id="8" name="Straight Connector 7">
            <a:extLst>
              <a:ext uri="{FF2B5EF4-FFF2-40B4-BE49-F238E27FC236}">
                <a16:creationId xmlns:a16="http://schemas.microsoft.com/office/drawing/2014/main" id="{E1D02EE3-7519-74D8-B7E3-34317C99B3B8}"/>
              </a:ext>
            </a:extLst>
          </p:cNvPr>
          <p:cNvCxnSpPr>
            <a:cxnSpLocks/>
          </p:cNvCxnSpPr>
          <p:nvPr userDrawn="1"/>
        </p:nvCxnSpPr>
        <p:spPr>
          <a:xfrm>
            <a:off x="335360" y="444624"/>
            <a:ext cx="11105041"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0" name="Text Placeholder 8">
            <a:extLst>
              <a:ext uri="{FF2B5EF4-FFF2-40B4-BE49-F238E27FC236}">
                <a16:creationId xmlns:a16="http://schemas.microsoft.com/office/drawing/2014/main" id="{79FCD109-5072-2E7B-23FB-0B6DD40869D1}"/>
              </a:ext>
            </a:extLst>
          </p:cNvPr>
          <p:cNvSpPr>
            <a:spLocks noGrp="1"/>
          </p:cNvSpPr>
          <p:nvPr>
            <p:ph type="body" sz="quarter" idx="30" hasCustomPrompt="1"/>
          </p:nvPr>
        </p:nvSpPr>
        <p:spPr>
          <a:xfrm>
            <a:off x="348300" y="242888"/>
            <a:ext cx="4206240" cy="182284"/>
          </a:xfrm>
        </p:spPr>
        <p:txBody>
          <a:bodyPr tIns="0" bIns="0"/>
          <a:lstStyle>
            <a:lvl1pPr>
              <a:lnSpc>
                <a:spcPct val="100000"/>
              </a:lnSpc>
              <a:defRPr sz="700" spc="50" baseline="0">
                <a:solidFill>
                  <a:schemeClr val="bg1"/>
                </a:solidFill>
                <a:latin typeface="+mn-lt"/>
              </a:defRPr>
            </a:lvl1pPr>
          </a:lstStyle>
          <a:p>
            <a:pPr lvl="0"/>
            <a:r>
              <a:rPr lang="en-US"/>
              <a:t>SECTION TITLE HERE</a:t>
            </a:r>
          </a:p>
        </p:txBody>
      </p:sp>
      <p:sp>
        <p:nvSpPr>
          <p:cNvPr id="12" name="Title 1">
            <a:extLst>
              <a:ext uri="{FF2B5EF4-FFF2-40B4-BE49-F238E27FC236}">
                <a16:creationId xmlns:a16="http://schemas.microsoft.com/office/drawing/2014/main" id="{7DFADD0E-E10E-BC36-4F61-82E9F16C5834}"/>
              </a:ext>
            </a:extLst>
          </p:cNvPr>
          <p:cNvSpPr>
            <a:spLocks noGrp="1"/>
          </p:cNvSpPr>
          <p:nvPr>
            <p:ph type="title" hasCustomPrompt="1"/>
          </p:nvPr>
        </p:nvSpPr>
        <p:spPr>
          <a:xfrm>
            <a:off x="348299" y="548680"/>
            <a:ext cx="11164824" cy="1042415"/>
          </a:xfrm>
        </p:spPr>
        <p:txBody>
          <a:bodyPr>
            <a:noAutofit/>
          </a:bodyPr>
          <a:lstStyle>
            <a:lvl1pPr>
              <a:lnSpc>
                <a:spcPct val="80000"/>
              </a:lnSpc>
              <a:defRPr>
                <a:solidFill>
                  <a:schemeClr val="bg1"/>
                </a:solidFill>
              </a:defRPr>
            </a:lvl1pPr>
          </a:lstStyle>
          <a:p>
            <a:r>
              <a:rPr lang="en-US"/>
              <a:t>Insert Title Here</a:t>
            </a:r>
          </a:p>
        </p:txBody>
      </p:sp>
    </p:spTree>
    <p:extLst>
      <p:ext uri="{BB962C8B-B14F-4D97-AF65-F5344CB8AC3E}">
        <p14:creationId xmlns:p14="http://schemas.microsoft.com/office/powerpoint/2010/main" val="375753710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5 - Moodboard">
    <p:spTree>
      <p:nvGrpSpPr>
        <p:cNvPr id="1" name=""/>
        <p:cNvGrpSpPr/>
        <p:nvPr/>
      </p:nvGrpSpPr>
      <p:grpSpPr>
        <a:xfrm>
          <a:off x="0" y="0"/>
          <a:ext cx="0" cy="0"/>
          <a:chOff x="0" y="0"/>
          <a:chExt cx="0" cy="0"/>
        </a:xfrm>
      </p:grpSpPr>
      <p:pic>
        <p:nvPicPr>
          <p:cNvPr id="4" name="Picture 3" descr="A black tree with leaves&#10;&#10;Description automatically generated">
            <a:extLst>
              <a:ext uri="{FF2B5EF4-FFF2-40B4-BE49-F238E27FC236}">
                <a16:creationId xmlns:a16="http://schemas.microsoft.com/office/drawing/2014/main" id="{4BF725B0-734A-683D-5D7F-C5AA44A3B7F8}"/>
              </a:ext>
            </a:extLst>
          </p:cNvPr>
          <p:cNvPicPr>
            <a:picLocks noChangeAspect="1"/>
          </p:cNvPicPr>
          <p:nvPr userDrawn="1"/>
        </p:nvPicPr>
        <p:blipFill>
          <a:blip r:embed="rId2"/>
          <a:stretch>
            <a:fillRect/>
          </a:stretch>
        </p:blipFill>
        <p:spPr>
          <a:xfrm>
            <a:off x="11440401" y="188640"/>
            <a:ext cx="488247" cy="495124"/>
          </a:xfrm>
          <a:prstGeom prst="rect">
            <a:avLst/>
          </a:prstGeom>
        </p:spPr>
      </p:pic>
      <p:sp>
        <p:nvSpPr>
          <p:cNvPr id="9" name="Slide Number Placeholder 5">
            <a:extLst>
              <a:ext uri="{FF2B5EF4-FFF2-40B4-BE49-F238E27FC236}">
                <a16:creationId xmlns:a16="http://schemas.microsoft.com/office/drawing/2014/main" id="{CDDC2F1F-FD40-42E3-123C-BCA95A066345}"/>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GB" smtClean="0"/>
              <a:pPr algn="r"/>
              <a:t>‹#›</a:t>
            </a:fld>
            <a:endParaRPr lang="en-GB"/>
          </a:p>
        </p:txBody>
      </p:sp>
      <p:cxnSp>
        <p:nvCxnSpPr>
          <p:cNvPr id="10" name="Straight Connector 9">
            <a:extLst>
              <a:ext uri="{FF2B5EF4-FFF2-40B4-BE49-F238E27FC236}">
                <a16:creationId xmlns:a16="http://schemas.microsoft.com/office/drawing/2014/main" id="{1F12D094-7AEE-C14A-E381-E4EC56E95484}"/>
              </a:ext>
            </a:extLst>
          </p:cNvPr>
          <p:cNvCxnSpPr>
            <a:cxnSpLocks/>
          </p:cNvCxnSpPr>
          <p:nvPr userDrawn="1"/>
        </p:nvCxnSpPr>
        <p:spPr>
          <a:xfrm>
            <a:off x="335360" y="6629400"/>
            <a:ext cx="11220030"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3299E434-1D01-D6A7-3BDD-F577D3E5270C}"/>
              </a:ext>
            </a:extLst>
          </p:cNvPr>
          <p:cNvCxnSpPr>
            <a:cxnSpLocks/>
          </p:cNvCxnSpPr>
          <p:nvPr userDrawn="1"/>
        </p:nvCxnSpPr>
        <p:spPr>
          <a:xfrm>
            <a:off x="335360" y="444624"/>
            <a:ext cx="11105041"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2DBA8181-DC70-E296-CC4C-B7DE82BCF43C}"/>
              </a:ext>
            </a:extLst>
          </p:cNvPr>
          <p:cNvSpPr>
            <a:spLocks noGrp="1"/>
          </p:cNvSpPr>
          <p:nvPr>
            <p:ph type="title" hasCustomPrompt="1"/>
          </p:nvPr>
        </p:nvSpPr>
        <p:spPr>
          <a:xfrm>
            <a:off x="348300" y="548680"/>
            <a:ext cx="11164824" cy="795528"/>
          </a:xfrm>
        </p:spPr>
        <p:txBody>
          <a:bodyPr>
            <a:noAutofit/>
          </a:bodyPr>
          <a:lstStyle>
            <a:lvl1pPr>
              <a:lnSpc>
                <a:spcPct val="80000"/>
              </a:lnSpc>
              <a:defRPr>
                <a:solidFill>
                  <a:srgbClr val="3D441E"/>
                </a:solidFill>
              </a:defRPr>
            </a:lvl1pPr>
          </a:lstStyle>
          <a:p>
            <a:r>
              <a:rPr lang="en-GB"/>
              <a:t>Insert </a:t>
            </a:r>
            <a:r>
              <a:rPr lang="en-GB" err="1"/>
              <a:t>Moodboard</a:t>
            </a:r>
            <a:r>
              <a:rPr lang="en-GB"/>
              <a:t> Title Here</a:t>
            </a:r>
          </a:p>
        </p:txBody>
      </p:sp>
      <p:sp>
        <p:nvSpPr>
          <p:cNvPr id="14" name="Picture Placeholder 13">
            <a:extLst>
              <a:ext uri="{FF2B5EF4-FFF2-40B4-BE49-F238E27FC236}">
                <a16:creationId xmlns:a16="http://schemas.microsoft.com/office/drawing/2014/main" id="{D8BC0A6F-B5B6-648D-D79F-68C8DEF664E3}"/>
              </a:ext>
            </a:extLst>
          </p:cNvPr>
          <p:cNvSpPr>
            <a:spLocks noGrp="1"/>
          </p:cNvSpPr>
          <p:nvPr>
            <p:ph type="pic" sz="quarter" idx="22"/>
          </p:nvPr>
        </p:nvSpPr>
        <p:spPr>
          <a:xfrm>
            <a:off x="347663" y="1773238"/>
            <a:ext cx="1812925" cy="2232025"/>
          </a:xfrm>
        </p:spPr>
        <p:txBody>
          <a:bodyPr/>
          <a:lstStyle/>
          <a:p>
            <a:endParaRPr lang="en-GB"/>
          </a:p>
        </p:txBody>
      </p:sp>
      <p:sp>
        <p:nvSpPr>
          <p:cNvPr id="16" name="Picture Placeholder 15">
            <a:extLst>
              <a:ext uri="{FF2B5EF4-FFF2-40B4-BE49-F238E27FC236}">
                <a16:creationId xmlns:a16="http://schemas.microsoft.com/office/drawing/2014/main" id="{FEF4877F-BDDA-84DE-2479-E6CD55CA8048}"/>
              </a:ext>
            </a:extLst>
          </p:cNvPr>
          <p:cNvSpPr>
            <a:spLocks noGrp="1"/>
          </p:cNvSpPr>
          <p:nvPr>
            <p:ph type="pic" sz="quarter" idx="23"/>
          </p:nvPr>
        </p:nvSpPr>
        <p:spPr>
          <a:xfrm>
            <a:off x="2298700" y="1773238"/>
            <a:ext cx="2762250" cy="2232025"/>
          </a:xfrm>
        </p:spPr>
        <p:txBody>
          <a:bodyPr/>
          <a:lstStyle/>
          <a:p>
            <a:endParaRPr lang="en-GB"/>
          </a:p>
        </p:txBody>
      </p:sp>
      <p:sp>
        <p:nvSpPr>
          <p:cNvPr id="18" name="Picture Placeholder 17">
            <a:extLst>
              <a:ext uri="{FF2B5EF4-FFF2-40B4-BE49-F238E27FC236}">
                <a16:creationId xmlns:a16="http://schemas.microsoft.com/office/drawing/2014/main" id="{B13F81BF-995D-8A8D-06C2-48494DC3DF68}"/>
              </a:ext>
            </a:extLst>
          </p:cNvPr>
          <p:cNvSpPr>
            <a:spLocks noGrp="1"/>
          </p:cNvSpPr>
          <p:nvPr>
            <p:ph type="pic" sz="quarter" idx="24"/>
          </p:nvPr>
        </p:nvSpPr>
        <p:spPr>
          <a:xfrm>
            <a:off x="5199061" y="1773238"/>
            <a:ext cx="1793875" cy="2232025"/>
          </a:xfrm>
        </p:spPr>
        <p:txBody>
          <a:bodyPr/>
          <a:lstStyle/>
          <a:p>
            <a:endParaRPr lang="en-GB"/>
          </a:p>
        </p:txBody>
      </p:sp>
      <p:sp>
        <p:nvSpPr>
          <p:cNvPr id="19" name="Picture Placeholder 15">
            <a:extLst>
              <a:ext uri="{FF2B5EF4-FFF2-40B4-BE49-F238E27FC236}">
                <a16:creationId xmlns:a16="http://schemas.microsoft.com/office/drawing/2014/main" id="{0E28E878-A41C-C6FB-A245-159AA30597EB}"/>
              </a:ext>
            </a:extLst>
          </p:cNvPr>
          <p:cNvSpPr>
            <a:spLocks noGrp="1"/>
          </p:cNvSpPr>
          <p:nvPr>
            <p:ph type="pic" sz="quarter" idx="25"/>
          </p:nvPr>
        </p:nvSpPr>
        <p:spPr>
          <a:xfrm>
            <a:off x="9070844" y="1773238"/>
            <a:ext cx="2753369" cy="2232025"/>
          </a:xfrm>
        </p:spPr>
        <p:txBody>
          <a:bodyPr/>
          <a:lstStyle/>
          <a:p>
            <a:endParaRPr lang="en-GB"/>
          </a:p>
        </p:txBody>
      </p:sp>
      <p:sp>
        <p:nvSpPr>
          <p:cNvPr id="20" name="Picture Placeholder 17">
            <a:extLst>
              <a:ext uri="{FF2B5EF4-FFF2-40B4-BE49-F238E27FC236}">
                <a16:creationId xmlns:a16="http://schemas.microsoft.com/office/drawing/2014/main" id="{94095649-D230-5433-F62B-E3247DA55D61}"/>
              </a:ext>
            </a:extLst>
          </p:cNvPr>
          <p:cNvSpPr>
            <a:spLocks noGrp="1"/>
          </p:cNvSpPr>
          <p:nvPr>
            <p:ph type="pic" sz="quarter" idx="26"/>
          </p:nvPr>
        </p:nvSpPr>
        <p:spPr>
          <a:xfrm>
            <a:off x="7134953" y="1773238"/>
            <a:ext cx="1793875" cy="2232025"/>
          </a:xfrm>
        </p:spPr>
        <p:txBody>
          <a:bodyPr/>
          <a:lstStyle/>
          <a:p>
            <a:endParaRPr lang="en-GB"/>
          </a:p>
        </p:txBody>
      </p:sp>
      <p:sp>
        <p:nvSpPr>
          <p:cNvPr id="21" name="Picture Placeholder 15">
            <a:extLst>
              <a:ext uri="{FF2B5EF4-FFF2-40B4-BE49-F238E27FC236}">
                <a16:creationId xmlns:a16="http://schemas.microsoft.com/office/drawing/2014/main" id="{3ACB25C3-1D0C-D6B7-DB9F-B3B41CCC9A3D}"/>
              </a:ext>
            </a:extLst>
          </p:cNvPr>
          <p:cNvSpPr>
            <a:spLocks noGrp="1"/>
          </p:cNvSpPr>
          <p:nvPr>
            <p:ph type="pic" sz="quarter" idx="27"/>
          </p:nvPr>
        </p:nvSpPr>
        <p:spPr>
          <a:xfrm>
            <a:off x="347663" y="4150678"/>
            <a:ext cx="2779712" cy="2232025"/>
          </a:xfrm>
        </p:spPr>
        <p:txBody>
          <a:bodyPr/>
          <a:lstStyle/>
          <a:p>
            <a:endParaRPr lang="en-GB"/>
          </a:p>
        </p:txBody>
      </p:sp>
      <p:sp>
        <p:nvSpPr>
          <p:cNvPr id="22" name="Picture Placeholder 17">
            <a:extLst>
              <a:ext uri="{FF2B5EF4-FFF2-40B4-BE49-F238E27FC236}">
                <a16:creationId xmlns:a16="http://schemas.microsoft.com/office/drawing/2014/main" id="{A19F3328-82A2-81EF-C2D3-5B4657CFE44E}"/>
              </a:ext>
            </a:extLst>
          </p:cNvPr>
          <p:cNvSpPr>
            <a:spLocks noGrp="1"/>
          </p:cNvSpPr>
          <p:nvPr>
            <p:ph type="pic" sz="quarter" idx="28"/>
          </p:nvPr>
        </p:nvSpPr>
        <p:spPr>
          <a:xfrm>
            <a:off x="3267075" y="4150678"/>
            <a:ext cx="1793875" cy="2232025"/>
          </a:xfrm>
        </p:spPr>
        <p:txBody>
          <a:bodyPr/>
          <a:lstStyle/>
          <a:p>
            <a:endParaRPr lang="en-GB"/>
          </a:p>
        </p:txBody>
      </p:sp>
      <p:sp>
        <p:nvSpPr>
          <p:cNvPr id="23" name="Picture Placeholder 15">
            <a:extLst>
              <a:ext uri="{FF2B5EF4-FFF2-40B4-BE49-F238E27FC236}">
                <a16:creationId xmlns:a16="http://schemas.microsoft.com/office/drawing/2014/main" id="{302AB9A9-A9A4-35FE-1656-74DAC067A3D8}"/>
              </a:ext>
            </a:extLst>
          </p:cNvPr>
          <p:cNvSpPr>
            <a:spLocks noGrp="1"/>
          </p:cNvSpPr>
          <p:nvPr>
            <p:ph type="pic" sz="quarter" idx="29"/>
          </p:nvPr>
        </p:nvSpPr>
        <p:spPr>
          <a:xfrm>
            <a:off x="5204143" y="4150678"/>
            <a:ext cx="2746598" cy="2232025"/>
          </a:xfrm>
        </p:spPr>
        <p:txBody>
          <a:bodyPr/>
          <a:lstStyle/>
          <a:p>
            <a:endParaRPr lang="en-GB"/>
          </a:p>
        </p:txBody>
      </p:sp>
      <p:sp>
        <p:nvSpPr>
          <p:cNvPr id="24" name="Picture Placeholder 15">
            <a:extLst>
              <a:ext uri="{FF2B5EF4-FFF2-40B4-BE49-F238E27FC236}">
                <a16:creationId xmlns:a16="http://schemas.microsoft.com/office/drawing/2014/main" id="{DD47A336-9A50-DA30-20F6-B7F23DF492D8}"/>
              </a:ext>
            </a:extLst>
          </p:cNvPr>
          <p:cNvSpPr>
            <a:spLocks noGrp="1"/>
          </p:cNvSpPr>
          <p:nvPr>
            <p:ph type="pic" sz="quarter" idx="30"/>
          </p:nvPr>
        </p:nvSpPr>
        <p:spPr>
          <a:xfrm>
            <a:off x="8096250" y="4150678"/>
            <a:ext cx="3735611" cy="2232025"/>
          </a:xfrm>
        </p:spPr>
        <p:txBody>
          <a:bodyPr/>
          <a:lstStyle/>
          <a:p>
            <a:endParaRPr lang="en-GB"/>
          </a:p>
        </p:txBody>
      </p:sp>
      <p:sp>
        <p:nvSpPr>
          <p:cNvPr id="6" name="Text Placeholder 8">
            <a:extLst>
              <a:ext uri="{FF2B5EF4-FFF2-40B4-BE49-F238E27FC236}">
                <a16:creationId xmlns:a16="http://schemas.microsoft.com/office/drawing/2014/main" id="{288F10C3-A9B6-CD03-A5D6-D320D0DE40E2}"/>
              </a:ext>
            </a:extLst>
          </p:cNvPr>
          <p:cNvSpPr>
            <a:spLocks noGrp="1"/>
          </p:cNvSpPr>
          <p:nvPr>
            <p:ph type="body" sz="quarter" idx="31" hasCustomPrompt="1"/>
          </p:nvPr>
        </p:nvSpPr>
        <p:spPr>
          <a:xfrm>
            <a:off x="348300" y="242888"/>
            <a:ext cx="4206240" cy="182284"/>
          </a:xfrm>
        </p:spPr>
        <p:txBody>
          <a:bodyPr tIns="0" bIns="0"/>
          <a:lstStyle>
            <a:lvl1pPr>
              <a:lnSpc>
                <a:spcPct val="100000"/>
              </a:lnSpc>
              <a:defRPr sz="700" spc="50" baseline="0">
                <a:solidFill>
                  <a:schemeClr val="tx2"/>
                </a:solidFill>
                <a:latin typeface="+mn-lt"/>
              </a:defRPr>
            </a:lvl1pPr>
          </a:lstStyle>
          <a:p>
            <a:pPr lvl="0"/>
            <a:r>
              <a:rPr lang="en-US"/>
              <a:t>SECTION TITLE HERE</a:t>
            </a:r>
          </a:p>
        </p:txBody>
      </p:sp>
    </p:spTree>
    <p:extLst>
      <p:ext uri="{BB962C8B-B14F-4D97-AF65-F5344CB8AC3E}">
        <p14:creationId xmlns:p14="http://schemas.microsoft.com/office/powerpoint/2010/main" val="3610053526"/>
      </p:ext>
    </p:extLst>
  </p:cSld>
  <p:clrMapOvr>
    <a:masterClrMapping/>
  </p:clrMapOvr>
  <p:extLst>
    <p:ext uri="{DCECCB84-F9BA-43D5-87BE-67443E8EF086}">
      <p15:sldGuideLst xmlns:p15="http://schemas.microsoft.com/office/powerpoint/2012/main">
        <p15:guide id="1" orient="horz" pos="391">
          <p15:clr>
            <a:srgbClr val="FBAE40"/>
          </p15:clr>
        </p15:guide>
        <p15:guide id="2" orient="horz" pos="1117">
          <p15:clr>
            <a:srgbClr val="FBAE40"/>
          </p15:clr>
        </p15:guide>
        <p15:guide id="3" orient="horz" pos="2614">
          <p15:clr>
            <a:srgbClr val="FBAE40"/>
          </p15:clr>
        </p15:guide>
        <p15:guide id="4" orient="horz" pos="2523">
          <p15:clr>
            <a:srgbClr val="FBAE40"/>
          </p15:clr>
        </p15:guide>
        <p15:guide id="5" orient="horz" pos="402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5B - Moodboard">
    <p:spTree>
      <p:nvGrpSpPr>
        <p:cNvPr id="1" name=""/>
        <p:cNvGrpSpPr/>
        <p:nvPr/>
      </p:nvGrpSpPr>
      <p:grpSpPr>
        <a:xfrm>
          <a:off x="0" y="0"/>
          <a:ext cx="0" cy="0"/>
          <a:chOff x="0" y="0"/>
          <a:chExt cx="0" cy="0"/>
        </a:xfrm>
      </p:grpSpPr>
      <p:pic>
        <p:nvPicPr>
          <p:cNvPr id="4" name="Picture 3" descr="A black tree with leaves&#10;&#10;Description automatically generated">
            <a:extLst>
              <a:ext uri="{FF2B5EF4-FFF2-40B4-BE49-F238E27FC236}">
                <a16:creationId xmlns:a16="http://schemas.microsoft.com/office/drawing/2014/main" id="{4BF725B0-734A-683D-5D7F-C5AA44A3B7F8}"/>
              </a:ext>
            </a:extLst>
          </p:cNvPr>
          <p:cNvPicPr>
            <a:picLocks noChangeAspect="1"/>
          </p:cNvPicPr>
          <p:nvPr userDrawn="1"/>
        </p:nvPicPr>
        <p:blipFill>
          <a:blip r:embed="rId2"/>
          <a:stretch>
            <a:fillRect/>
          </a:stretch>
        </p:blipFill>
        <p:spPr>
          <a:xfrm>
            <a:off x="11440401" y="188640"/>
            <a:ext cx="488247" cy="495124"/>
          </a:xfrm>
          <a:prstGeom prst="rect">
            <a:avLst/>
          </a:prstGeom>
        </p:spPr>
      </p:pic>
      <p:sp>
        <p:nvSpPr>
          <p:cNvPr id="9" name="Slide Number Placeholder 5">
            <a:extLst>
              <a:ext uri="{FF2B5EF4-FFF2-40B4-BE49-F238E27FC236}">
                <a16:creationId xmlns:a16="http://schemas.microsoft.com/office/drawing/2014/main" id="{CDDC2F1F-FD40-42E3-123C-BCA95A066345}"/>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US" smtClean="0"/>
              <a:pPr algn="r"/>
              <a:t>‹#›</a:t>
            </a:fld>
            <a:endParaRPr lang="en-US"/>
          </a:p>
        </p:txBody>
      </p:sp>
      <p:cxnSp>
        <p:nvCxnSpPr>
          <p:cNvPr id="10" name="Straight Connector 9">
            <a:extLst>
              <a:ext uri="{FF2B5EF4-FFF2-40B4-BE49-F238E27FC236}">
                <a16:creationId xmlns:a16="http://schemas.microsoft.com/office/drawing/2014/main" id="{1F12D094-7AEE-C14A-E381-E4EC56E95484}"/>
              </a:ext>
            </a:extLst>
          </p:cNvPr>
          <p:cNvCxnSpPr>
            <a:cxnSpLocks/>
          </p:cNvCxnSpPr>
          <p:nvPr userDrawn="1"/>
        </p:nvCxnSpPr>
        <p:spPr>
          <a:xfrm>
            <a:off x="335360" y="6629400"/>
            <a:ext cx="11220030"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3299E434-1D01-D6A7-3BDD-F577D3E5270C}"/>
              </a:ext>
            </a:extLst>
          </p:cNvPr>
          <p:cNvCxnSpPr>
            <a:cxnSpLocks/>
          </p:cNvCxnSpPr>
          <p:nvPr userDrawn="1"/>
        </p:nvCxnSpPr>
        <p:spPr>
          <a:xfrm>
            <a:off x="335360" y="444624"/>
            <a:ext cx="11105041"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2DBA8181-DC70-E296-CC4C-B7DE82BCF43C}"/>
              </a:ext>
            </a:extLst>
          </p:cNvPr>
          <p:cNvSpPr>
            <a:spLocks noGrp="1"/>
          </p:cNvSpPr>
          <p:nvPr>
            <p:ph type="title" hasCustomPrompt="1"/>
          </p:nvPr>
        </p:nvSpPr>
        <p:spPr>
          <a:xfrm>
            <a:off x="348299" y="548680"/>
            <a:ext cx="11164824" cy="795528"/>
          </a:xfrm>
        </p:spPr>
        <p:txBody>
          <a:bodyPr>
            <a:noAutofit/>
          </a:bodyPr>
          <a:lstStyle>
            <a:lvl1pPr>
              <a:lnSpc>
                <a:spcPct val="80000"/>
              </a:lnSpc>
              <a:defRPr>
                <a:solidFill>
                  <a:srgbClr val="3D441E"/>
                </a:solidFill>
              </a:defRPr>
            </a:lvl1pPr>
          </a:lstStyle>
          <a:p>
            <a:r>
              <a:rPr lang="en-US"/>
              <a:t>Insert </a:t>
            </a:r>
            <a:r>
              <a:rPr lang="en-US" err="1"/>
              <a:t>Moodboard</a:t>
            </a:r>
            <a:r>
              <a:rPr lang="en-US"/>
              <a:t> Title Here</a:t>
            </a:r>
          </a:p>
        </p:txBody>
      </p:sp>
      <p:sp>
        <p:nvSpPr>
          <p:cNvPr id="14" name="Picture Placeholder 13">
            <a:extLst>
              <a:ext uri="{FF2B5EF4-FFF2-40B4-BE49-F238E27FC236}">
                <a16:creationId xmlns:a16="http://schemas.microsoft.com/office/drawing/2014/main" id="{D8BC0A6F-B5B6-648D-D79F-68C8DEF664E3}"/>
              </a:ext>
            </a:extLst>
          </p:cNvPr>
          <p:cNvSpPr>
            <a:spLocks noGrp="1"/>
          </p:cNvSpPr>
          <p:nvPr>
            <p:ph type="pic" sz="quarter" idx="22"/>
          </p:nvPr>
        </p:nvSpPr>
        <p:spPr>
          <a:xfrm>
            <a:off x="3268345" y="1773238"/>
            <a:ext cx="1788699" cy="2232025"/>
          </a:xfrm>
        </p:spPr>
        <p:txBody>
          <a:bodyPr/>
          <a:lstStyle/>
          <a:p>
            <a:endParaRPr lang="en-US"/>
          </a:p>
        </p:txBody>
      </p:sp>
      <p:sp>
        <p:nvSpPr>
          <p:cNvPr id="16" name="Picture Placeholder 15">
            <a:extLst>
              <a:ext uri="{FF2B5EF4-FFF2-40B4-BE49-F238E27FC236}">
                <a16:creationId xmlns:a16="http://schemas.microsoft.com/office/drawing/2014/main" id="{FEF4877F-BDDA-84DE-2479-E6CD55CA8048}"/>
              </a:ext>
            </a:extLst>
          </p:cNvPr>
          <p:cNvSpPr>
            <a:spLocks noGrp="1"/>
          </p:cNvSpPr>
          <p:nvPr>
            <p:ph type="pic" sz="quarter" idx="23"/>
          </p:nvPr>
        </p:nvSpPr>
        <p:spPr>
          <a:xfrm>
            <a:off x="335359" y="1773238"/>
            <a:ext cx="2792015" cy="2232025"/>
          </a:xfrm>
        </p:spPr>
        <p:txBody>
          <a:bodyPr/>
          <a:lstStyle/>
          <a:p>
            <a:endParaRPr lang="en-US"/>
          </a:p>
        </p:txBody>
      </p:sp>
      <p:sp>
        <p:nvSpPr>
          <p:cNvPr id="19" name="Picture Placeholder 15">
            <a:extLst>
              <a:ext uri="{FF2B5EF4-FFF2-40B4-BE49-F238E27FC236}">
                <a16:creationId xmlns:a16="http://schemas.microsoft.com/office/drawing/2014/main" id="{0E28E878-A41C-C6FB-A245-159AA30597EB}"/>
              </a:ext>
            </a:extLst>
          </p:cNvPr>
          <p:cNvSpPr>
            <a:spLocks noGrp="1"/>
          </p:cNvSpPr>
          <p:nvPr>
            <p:ph type="pic" sz="quarter" idx="25"/>
          </p:nvPr>
        </p:nvSpPr>
        <p:spPr>
          <a:xfrm>
            <a:off x="6533314" y="1773238"/>
            <a:ext cx="3721138" cy="2232025"/>
          </a:xfrm>
        </p:spPr>
        <p:txBody>
          <a:bodyPr/>
          <a:lstStyle/>
          <a:p>
            <a:endParaRPr lang="en-US"/>
          </a:p>
        </p:txBody>
      </p:sp>
      <p:sp>
        <p:nvSpPr>
          <p:cNvPr id="20" name="Picture Placeholder 17">
            <a:extLst>
              <a:ext uri="{FF2B5EF4-FFF2-40B4-BE49-F238E27FC236}">
                <a16:creationId xmlns:a16="http://schemas.microsoft.com/office/drawing/2014/main" id="{94095649-D230-5433-F62B-E3247DA55D61}"/>
              </a:ext>
            </a:extLst>
          </p:cNvPr>
          <p:cNvSpPr>
            <a:spLocks noGrp="1"/>
          </p:cNvSpPr>
          <p:nvPr>
            <p:ph type="pic" sz="quarter" idx="26"/>
          </p:nvPr>
        </p:nvSpPr>
        <p:spPr>
          <a:xfrm>
            <a:off x="10389997" y="1773238"/>
            <a:ext cx="1425449" cy="2232025"/>
          </a:xfrm>
        </p:spPr>
        <p:txBody>
          <a:bodyPr/>
          <a:lstStyle/>
          <a:p>
            <a:endParaRPr lang="en-US"/>
          </a:p>
        </p:txBody>
      </p:sp>
      <p:sp>
        <p:nvSpPr>
          <p:cNvPr id="21" name="Picture Placeholder 15">
            <a:extLst>
              <a:ext uri="{FF2B5EF4-FFF2-40B4-BE49-F238E27FC236}">
                <a16:creationId xmlns:a16="http://schemas.microsoft.com/office/drawing/2014/main" id="{3ACB25C3-1D0C-D6B7-DB9F-B3B41CCC9A3D}"/>
              </a:ext>
            </a:extLst>
          </p:cNvPr>
          <p:cNvSpPr>
            <a:spLocks noGrp="1"/>
          </p:cNvSpPr>
          <p:nvPr>
            <p:ph type="pic" sz="quarter" idx="27"/>
          </p:nvPr>
        </p:nvSpPr>
        <p:spPr>
          <a:xfrm>
            <a:off x="347663" y="4150678"/>
            <a:ext cx="1812925" cy="2232025"/>
          </a:xfrm>
        </p:spPr>
        <p:txBody>
          <a:bodyPr/>
          <a:lstStyle/>
          <a:p>
            <a:endParaRPr lang="en-US"/>
          </a:p>
        </p:txBody>
      </p:sp>
      <p:sp>
        <p:nvSpPr>
          <p:cNvPr id="22" name="Picture Placeholder 17">
            <a:extLst>
              <a:ext uri="{FF2B5EF4-FFF2-40B4-BE49-F238E27FC236}">
                <a16:creationId xmlns:a16="http://schemas.microsoft.com/office/drawing/2014/main" id="{A19F3328-82A2-81EF-C2D3-5B4657CFE44E}"/>
              </a:ext>
            </a:extLst>
          </p:cNvPr>
          <p:cNvSpPr>
            <a:spLocks noGrp="1"/>
          </p:cNvSpPr>
          <p:nvPr>
            <p:ph type="pic" sz="quarter" idx="28"/>
          </p:nvPr>
        </p:nvSpPr>
        <p:spPr>
          <a:xfrm>
            <a:off x="7608168" y="4150678"/>
            <a:ext cx="1319326" cy="2232025"/>
          </a:xfrm>
        </p:spPr>
        <p:txBody>
          <a:bodyPr/>
          <a:lstStyle/>
          <a:p>
            <a:endParaRPr lang="en-US"/>
          </a:p>
        </p:txBody>
      </p:sp>
      <p:sp>
        <p:nvSpPr>
          <p:cNvPr id="23" name="Picture Placeholder 15">
            <a:extLst>
              <a:ext uri="{FF2B5EF4-FFF2-40B4-BE49-F238E27FC236}">
                <a16:creationId xmlns:a16="http://schemas.microsoft.com/office/drawing/2014/main" id="{302AB9A9-A9A4-35FE-1656-74DAC067A3D8}"/>
              </a:ext>
            </a:extLst>
          </p:cNvPr>
          <p:cNvSpPr>
            <a:spLocks noGrp="1"/>
          </p:cNvSpPr>
          <p:nvPr>
            <p:ph type="pic" sz="quarter" idx="29"/>
          </p:nvPr>
        </p:nvSpPr>
        <p:spPr>
          <a:xfrm>
            <a:off x="3745175" y="4150678"/>
            <a:ext cx="3727449" cy="2232025"/>
          </a:xfrm>
        </p:spPr>
        <p:txBody>
          <a:bodyPr/>
          <a:lstStyle/>
          <a:p>
            <a:endParaRPr lang="en-US"/>
          </a:p>
        </p:txBody>
      </p:sp>
      <p:sp>
        <p:nvSpPr>
          <p:cNvPr id="24" name="Picture Placeholder 15">
            <a:extLst>
              <a:ext uri="{FF2B5EF4-FFF2-40B4-BE49-F238E27FC236}">
                <a16:creationId xmlns:a16="http://schemas.microsoft.com/office/drawing/2014/main" id="{DD47A336-9A50-DA30-20F6-B7F23DF492D8}"/>
              </a:ext>
            </a:extLst>
          </p:cNvPr>
          <p:cNvSpPr>
            <a:spLocks noGrp="1"/>
          </p:cNvSpPr>
          <p:nvPr>
            <p:ph type="pic" sz="quarter" idx="30"/>
          </p:nvPr>
        </p:nvSpPr>
        <p:spPr>
          <a:xfrm>
            <a:off x="9063038" y="4150678"/>
            <a:ext cx="2768823" cy="2232025"/>
          </a:xfrm>
        </p:spPr>
        <p:txBody>
          <a:bodyPr/>
          <a:lstStyle/>
          <a:p>
            <a:endParaRPr lang="en-US"/>
          </a:p>
        </p:txBody>
      </p:sp>
      <p:sp>
        <p:nvSpPr>
          <p:cNvPr id="3" name="Picture Placeholder 17">
            <a:extLst>
              <a:ext uri="{FF2B5EF4-FFF2-40B4-BE49-F238E27FC236}">
                <a16:creationId xmlns:a16="http://schemas.microsoft.com/office/drawing/2014/main" id="{C98DB744-FBCC-5F8B-04F0-8FA2347FC24A}"/>
              </a:ext>
            </a:extLst>
          </p:cNvPr>
          <p:cNvSpPr>
            <a:spLocks noGrp="1"/>
          </p:cNvSpPr>
          <p:nvPr>
            <p:ph type="pic" sz="quarter" idx="31"/>
          </p:nvPr>
        </p:nvSpPr>
        <p:spPr>
          <a:xfrm>
            <a:off x="5208398" y="1773238"/>
            <a:ext cx="1189372" cy="2232025"/>
          </a:xfrm>
        </p:spPr>
        <p:txBody>
          <a:bodyPr/>
          <a:lstStyle/>
          <a:p>
            <a:endParaRPr lang="en-US"/>
          </a:p>
        </p:txBody>
      </p:sp>
      <p:sp>
        <p:nvSpPr>
          <p:cNvPr id="6" name="Picture Placeholder 17">
            <a:extLst>
              <a:ext uri="{FF2B5EF4-FFF2-40B4-BE49-F238E27FC236}">
                <a16:creationId xmlns:a16="http://schemas.microsoft.com/office/drawing/2014/main" id="{E9ED7FB8-CCBE-584B-1950-4992DB3B2CC6}"/>
              </a:ext>
            </a:extLst>
          </p:cNvPr>
          <p:cNvSpPr>
            <a:spLocks noGrp="1"/>
          </p:cNvSpPr>
          <p:nvPr>
            <p:ph type="pic" sz="quarter" idx="32"/>
          </p:nvPr>
        </p:nvSpPr>
        <p:spPr>
          <a:xfrm>
            <a:off x="2298700" y="4150678"/>
            <a:ext cx="1315114" cy="2232025"/>
          </a:xfrm>
        </p:spPr>
        <p:txBody>
          <a:bodyPr/>
          <a:lstStyle/>
          <a:p>
            <a:endParaRPr lang="en-US"/>
          </a:p>
        </p:txBody>
      </p:sp>
      <p:sp>
        <p:nvSpPr>
          <p:cNvPr id="8" name="Text Placeholder 8">
            <a:extLst>
              <a:ext uri="{FF2B5EF4-FFF2-40B4-BE49-F238E27FC236}">
                <a16:creationId xmlns:a16="http://schemas.microsoft.com/office/drawing/2014/main" id="{77165BA8-D05D-C9FA-7FC2-3EF78AB0FC48}"/>
              </a:ext>
            </a:extLst>
          </p:cNvPr>
          <p:cNvSpPr>
            <a:spLocks noGrp="1"/>
          </p:cNvSpPr>
          <p:nvPr>
            <p:ph type="body" sz="quarter" idx="24" hasCustomPrompt="1"/>
          </p:nvPr>
        </p:nvSpPr>
        <p:spPr>
          <a:xfrm>
            <a:off x="348300" y="242888"/>
            <a:ext cx="4206240" cy="182284"/>
          </a:xfrm>
        </p:spPr>
        <p:txBody>
          <a:bodyPr tIns="0" bIns="0"/>
          <a:lstStyle>
            <a:lvl1pPr>
              <a:lnSpc>
                <a:spcPct val="100000"/>
              </a:lnSpc>
              <a:defRPr sz="700" spc="50" baseline="0">
                <a:solidFill>
                  <a:schemeClr val="tx2"/>
                </a:solidFill>
                <a:latin typeface="+mn-lt"/>
              </a:defRPr>
            </a:lvl1pPr>
          </a:lstStyle>
          <a:p>
            <a:pPr lvl="0"/>
            <a:r>
              <a:rPr lang="en-US"/>
              <a:t>SECTION TITLE HERE</a:t>
            </a:r>
          </a:p>
        </p:txBody>
      </p:sp>
    </p:spTree>
    <p:extLst>
      <p:ext uri="{BB962C8B-B14F-4D97-AF65-F5344CB8AC3E}">
        <p14:creationId xmlns:p14="http://schemas.microsoft.com/office/powerpoint/2010/main" val="1625267372"/>
      </p:ext>
    </p:extLst>
  </p:cSld>
  <p:clrMapOvr>
    <a:masterClrMapping/>
  </p:clrMapOvr>
  <p:extLst>
    <p:ext uri="{DCECCB84-F9BA-43D5-87BE-67443E8EF086}">
      <p15:sldGuideLst xmlns:p15="http://schemas.microsoft.com/office/powerpoint/2012/main">
        <p15:guide id="1" orient="horz" pos="391">
          <p15:clr>
            <a:srgbClr val="FBAE40"/>
          </p15:clr>
        </p15:guide>
        <p15:guide id="2" orient="horz" pos="1117">
          <p15:clr>
            <a:srgbClr val="FBAE40"/>
          </p15:clr>
        </p15:guide>
        <p15:guide id="3" orient="horz" pos="2614">
          <p15:clr>
            <a:srgbClr val="FBAE40"/>
          </p15:clr>
        </p15:guide>
        <p15:guide id="4" orient="horz" pos="2523">
          <p15:clr>
            <a:srgbClr val="FBAE40"/>
          </p15:clr>
        </p15:guide>
        <p15:guide id="5" orient="horz" pos="402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5C - Moodboard">
    <p:spTree>
      <p:nvGrpSpPr>
        <p:cNvPr id="1" name=""/>
        <p:cNvGrpSpPr/>
        <p:nvPr/>
      </p:nvGrpSpPr>
      <p:grpSpPr>
        <a:xfrm>
          <a:off x="0" y="0"/>
          <a:ext cx="0" cy="0"/>
          <a:chOff x="0" y="0"/>
          <a:chExt cx="0" cy="0"/>
        </a:xfrm>
      </p:grpSpPr>
      <p:pic>
        <p:nvPicPr>
          <p:cNvPr id="4" name="Picture 3" descr="A black tree with leaves&#10;&#10;Description automatically generated">
            <a:extLst>
              <a:ext uri="{FF2B5EF4-FFF2-40B4-BE49-F238E27FC236}">
                <a16:creationId xmlns:a16="http://schemas.microsoft.com/office/drawing/2014/main" id="{4BF725B0-734A-683D-5D7F-C5AA44A3B7F8}"/>
              </a:ext>
            </a:extLst>
          </p:cNvPr>
          <p:cNvPicPr>
            <a:picLocks noChangeAspect="1"/>
          </p:cNvPicPr>
          <p:nvPr userDrawn="1"/>
        </p:nvPicPr>
        <p:blipFill>
          <a:blip r:embed="rId2"/>
          <a:stretch>
            <a:fillRect/>
          </a:stretch>
        </p:blipFill>
        <p:spPr>
          <a:xfrm>
            <a:off x="11440401" y="188640"/>
            <a:ext cx="488247" cy="495124"/>
          </a:xfrm>
          <a:prstGeom prst="rect">
            <a:avLst/>
          </a:prstGeom>
        </p:spPr>
      </p:pic>
      <p:cxnSp>
        <p:nvCxnSpPr>
          <p:cNvPr id="11" name="Straight Connector 10">
            <a:extLst>
              <a:ext uri="{FF2B5EF4-FFF2-40B4-BE49-F238E27FC236}">
                <a16:creationId xmlns:a16="http://schemas.microsoft.com/office/drawing/2014/main" id="{3299E434-1D01-D6A7-3BDD-F577D3E5270C}"/>
              </a:ext>
            </a:extLst>
          </p:cNvPr>
          <p:cNvCxnSpPr>
            <a:cxnSpLocks/>
          </p:cNvCxnSpPr>
          <p:nvPr userDrawn="1"/>
        </p:nvCxnSpPr>
        <p:spPr>
          <a:xfrm>
            <a:off x="335360" y="444624"/>
            <a:ext cx="11105041"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2DBA8181-DC70-E296-CC4C-B7DE82BCF43C}"/>
              </a:ext>
            </a:extLst>
          </p:cNvPr>
          <p:cNvSpPr>
            <a:spLocks noGrp="1"/>
          </p:cNvSpPr>
          <p:nvPr>
            <p:ph type="title" hasCustomPrompt="1"/>
          </p:nvPr>
        </p:nvSpPr>
        <p:spPr>
          <a:xfrm>
            <a:off x="348299" y="548680"/>
            <a:ext cx="11164824" cy="795528"/>
          </a:xfrm>
        </p:spPr>
        <p:txBody>
          <a:bodyPr>
            <a:noAutofit/>
          </a:bodyPr>
          <a:lstStyle>
            <a:lvl1pPr>
              <a:lnSpc>
                <a:spcPct val="80000"/>
              </a:lnSpc>
              <a:defRPr>
                <a:solidFill>
                  <a:srgbClr val="3D441E"/>
                </a:solidFill>
              </a:defRPr>
            </a:lvl1pPr>
          </a:lstStyle>
          <a:p>
            <a:r>
              <a:rPr lang="en-US"/>
              <a:t>Insert </a:t>
            </a:r>
            <a:r>
              <a:rPr lang="en-US" err="1"/>
              <a:t>Moodboard</a:t>
            </a:r>
            <a:r>
              <a:rPr lang="en-US"/>
              <a:t> Title Here</a:t>
            </a:r>
          </a:p>
        </p:txBody>
      </p:sp>
      <p:sp>
        <p:nvSpPr>
          <p:cNvPr id="5" name="Picture Placeholder 6">
            <a:extLst>
              <a:ext uri="{FF2B5EF4-FFF2-40B4-BE49-F238E27FC236}">
                <a16:creationId xmlns:a16="http://schemas.microsoft.com/office/drawing/2014/main" id="{4E03FB40-2826-758D-43BD-C0BB965C9C36}"/>
              </a:ext>
            </a:extLst>
          </p:cNvPr>
          <p:cNvSpPr>
            <a:spLocks noGrp="1"/>
          </p:cNvSpPr>
          <p:nvPr>
            <p:ph type="pic" sz="quarter" idx="31"/>
          </p:nvPr>
        </p:nvSpPr>
        <p:spPr>
          <a:xfrm>
            <a:off x="1" y="1773238"/>
            <a:ext cx="7959724" cy="5084762"/>
          </a:xfrm>
          <a:noFill/>
        </p:spPr>
        <p:txBody>
          <a:bodyPr/>
          <a:lstStyle/>
          <a:p>
            <a:endParaRPr lang="en-US"/>
          </a:p>
        </p:txBody>
      </p:sp>
      <p:sp>
        <p:nvSpPr>
          <p:cNvPr id="8" name="Picture Placeholder 6">
            <a:extLst>
              <a:ext uri="{FF2B5EF4-FFF2-40B4-BE49-F238E27FC236}">
                <a16:creationId xmlns:a16="http://schemas.microsoft.com/office/drawing/2014/main" id="{4C7031A3-76F5-C122-FA78-FAFEB7A3CF71}"/>
              </a:ext>
            </a:extLst>
          </p:cNvPr>
          <p:cNvSpPr>
            <a:spLocks noGrp="1"/>
          </p:cNvSpPr>
          <p:nvPr>
            <p:ph type="pic" sz="quarter" idx="32"/>
          </p:nvPr>
        </p:nvSpPr>
        <p:spPr>
          <a:xfrm>
            <a:off x="8096250" y="1773237"/>
            <a:ext cx="4095749" cy="2376487"/>
          </a:xfrm>
          <a:noFill/>
        </p:spPr>
        <p:txBody>
          <a:bodyPr/>
          <a:lstStyle/>
          <a:p>
            <a:endParaRPr lang="en-US"/>
          </a:p>
        </p:txBody>
      </p:sp>
      <p:sp>
        <p:nvSpPr>
          <p:cNvPr id="12" name="Picture Placeholder 6">
            <a:extLst>
              <a:ext uri="{FF2B5EF4-FFF2-40B4-BE49-F238E27FC236}">
                <a16:creationId xmlns:a16="http://schemas.microsoft.com/office/drawing/2014/main" id="{4E087AB4-BBAC-A8F7-B28C-E70FA63C7957}"/>
              </a:ext>
            </a:extLst>
          </p:cNvPr>
          <p:cNvSpPr>
            <a:spLocks noGrp="1"/>
          </p:cNvSpPr>
          <p:nvPr>
            <p:ph type="pic" sz="quarter" idx="35"/>
          </p:nvPr>
        </p:nvSpPr>
        <p:spPr>
          <a:xfrm>
            <a:off x="8095247" y="4293096"/>
            <a:ext cx="4095749" cy="2564904"/>
          </a:xfrm>
          <a:noFill/>
        </p:spPr>
        <p:txBody>
          <a:bodyPr/>
          <a:lstStyle/>
          <a:p>
            <a:endParaRPr lang="en-US"/>
          </a:p>
        </p:txBody>
      </p:sp>
      <p:sp>
        <p:nvSpPr>
          <p:cNvPr id="6" name="Text Placeholder 8">
            <a:extLst>
              <a:ext uri="{FF2B5EF4-FFF2-40B4-BE49-F238E27FC236}">
                <a16:creationId xmlns:a16="http://schemas.microsoft.com/office/drawing/2014/main" id="{04B7D12D-0850-51C0-18FC-7C8CB97C9CDF}"/>
              </a:ext>
            </a:extLst>
          </p:cNvPr>
          <p:cNvSpPr>
            <a:spLocks noGrp="1"/>
          </p:cNvSpPr>
          <p:nvPr>
            <p:ph type="body" sz="quarter" idx="24" hasCustomPrompt="1"/>
          </p:nvPr>
        </p:nvSpPr>
        <p:spPr>
          <a:xfrm>
            <a:off x="348300" y="242888"/>
            <a:ext cx="4206240" cy="182284"/>
          </a:xfrm>
        </p:spPr>
        <p:txBody>
          <a:bodyPr tIns="0" bIns="0"/>
          <a:lstStyle>
            <a:lvl1pPr>
              <a:lnSpc>
                <a:spcPct val="100000"/>
              </a:lnSpc>
              <a:defRPr sz="700" spc="50" baseline="0">
                <a:solidFill>
                  <a:schemeClr val="tx2"/>
                </a:solidFill>
                <a:latin typeface="+mn-lt"/>
              </a:defRPr>
            </a:lvl1pPr>
          </a:lstStyle>
          <a:p>
            <a:pPr lvl="0"/>
            <a:r>
              <a:rPr lang="en-US"/>
              <a:t>SECTION TITLE HERE</a:t>
            </a:r>
          </a:p>
        </p:txBody>
      </p:sp>
    </p:spTree>
    <p:extLst>
      <p:ext uri="{BB962C8B-B14F-4D97-AF65-F5344CB8AC3E}">
        <p14:creationId xmlns:p14="http://schemas.microsoft.com/office/powerpoint/2010/main" val="1753838352"/>
      </p:ext>
    </p:extLst>
  </p:cSld>
  <p:clrMapOvr>
    <a:masterClrMapping/>
  </p:clrMapOvr>
  <p:extLst>
    <p:ext uri="{DCECCB84-F9BA-43D5-87BE-67443E8EF086}">
      <p15:sldGuideLst xmlns:p15="http://schemas.microsoft.com/office/powerpoint/2012/main">
        <p15:guide id="1" orient="horz" pos="391">
          <p15:clr>
            <a:srgbClr val="FBAE40"/>
          </p15:clr>
        </p15:guide>
        <p15:guide id="2" orient="horz" pos="1117">
          <p15:clr>
            <a:srgbClr val="FBAE40"/>
          </p15:clr>
        </p15:guide>
        <p15:guide id="3" orient="horz" pos="2614">
          <p15:clr>
            <a:srgbClr val="FBAE40"/>
          </p15:clr>
        </p15:guide>
        <p15:guide id="4" orient="horz" pos="2523">
          <p15:clr>
            <a:srgbClr val="FBAE40"/>
          </p15:clr>
        </p15:guide>
        <p15:guide id="5" orient="horz" pos="402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5 - Image Full Bleed w/ Text Top">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7053CFC-215C-9C19-88A6-15E575A014A9}"/>
              </a:ext>
            </a:extLst>
          </p:cNvPr>
          <p:cNvSpPr>
            <a:spLocks noGrp="1"/>
          </p:cNvSpPr>
          <p:nvPr>
            <p:ph type="pic" sz="quarter" idx="14"/>
          </p:nvPr>
        </p:nvSpPr>
        <p:spPr>
          <a:xfrm>
            <a:off x="1" y="0"/>
            <a:ext cx="12192000" cy="6859889"/>
          </a:xfrm>
          <a:noFill/>
        </p:spPr>
        <p:txBody>
          <a:bodyPr anchor="ctr"/>
          <a:lstStyle>
            <a:lvl1pPr>
              <a:defRPr>
                <a:noFill/>
              </a:defRPr>
            </a:lvl1pPr>
          </a:lstStyle>
          <a:p>
            <a:endParaRPr lang="en-US"/>
          </a:p>
        </p:txBody>
      </p:sp>
      <p:sp>
        <p:nvSpPr>
          <p:cNvPr id="5" name="Text Placeholder 2">
            <a:extLst>
              <a:ext uri="{FF2B5EF4-FFF2-40B4-BE49-F238E27FC236}">
                <a16:creationId xmlns:a16="http://schemas.microsoft.com/office/drawing/2014/main" id="{21B11878-8CEF-3848-14B8-340722679C80}"/>
              </a:ext>
            </a:extLst>
          </p:cNvPr>
          <p:cNvSpPr>
            <a:spLocks noGrp="1"/>
          </p:cNvSpPr>
          <p:nvPr>
            <p:ph type="body" sz="quarter" idx="18" hasCustomPrompt="1"/>
          </p:nvPr>
        </p:nvSpPr>
        <p:spPr>
          <a:xfrm>
            <a:off x="335360" y="562243"/>
            <a:ext cx="3729038" cy="2310775"/>
          </a:xfrm>
        </p:spPr>
        <p:txBody>
          <a:bodyPr anchor="t" anchorCtr="0"/>
          <a:lstStyle>
            <a:lvl1pPr algn="l">
              <a:lnSpc>
                <a:spcPct val="110000"/>
              </a:lnSpc>
              <a:defRPr>
                <a:solidFill>
                  <a:schemeClr val="bg1"/>
                </a:solidFill>
              </a:defRPr>
            </a:lvl1pPr>
            <a:lvl5pPr>
              <a:defRPr/>
            </a:lvl5pPr>
          </a:lstStyle>
          <a:p>
            <a:pPr lvl="0"/>
            <a:r>
              <a:rPr lang="en-US"/>
              <a:t>Insert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Nunc id ante </a:t>
            </a:r>
            <a:r>
              <a:rPr lang="en-US" err="1"/>
              <a:t>metus</a:t>
            </a:r>
            <a:r>
              <a:rPr lang="en-US"/>
              <a:t>. </a:t>
            </a:r>
            <a:r>
              <a:rPr lang="en-US" err="1"/>
              <a:t>Nulla</a:t>
            </a:r>
            <a:r>
              <a:rPr lang="en-US"/>
              <a:t> </a:t>
            </a:r>
            <a:r>
              <a:rPr lang="en-US" err="1"/>
              <a:t>odio</a:t>
            </a:r>
            <a:r>
              <a:rPr lang="en-US"/>
              <a:t> </a:t>
            </a:r>
            <a:r>
              <a:rPr lang="en-US" err="1"/>
              <a:t>urna</a:t>
            </a:r>
            <a:r>
              <a:rPr lang="en-US"/>
              <a:t>, </a:t>
            </a:r>
            <a:r>
              <a:rPr lang="en-US" err="1"/>
              <a:t>mattis</a:t>
            </a:r>
            <a:r>
              <a:rPr lang="en-US"/>
              <a:t> </a:t>
            </a:r>
            <a:r>
              <a:rPr lang="en-US" err="1"/>
              <a:t>interdum</a:t>
            </a:r>
            <a:r>
              <a:rPr lang="en-US"/>
              <a:t> convallis ac, dictum </a:t>
            </a:r>
            <a:r>
              <a:rPr lang="en-US" err="1"/>
              <a:t>eget</a:t>
            </a:r>
            <a:r>
              <a:rPr lang="en-US"/>
              <a:t> </a:t>
            </a:r>
            <a:r>
              <a:rPr lang="en-US" err="1"/>
              <a:t>nisl</a:t>
            </a:r>
            <a:r>
              <a:rPr lang="en-US"/>
              <a:t>.</a:t>
            </a:r>
          </a:p>
        </p:txBody>
      </p:sp>
      <p:sp>
        <p:nvSpPr>
          <p:cNvPr id="4" name="Text Placeholder 8">
            <a:extLst>
              <a:ext uri="{FF2B5EF4-FFF2-40B4-BE49-F238E27FC236}">
                <a16:creationId xmlns:a16="http://schemas.microsoft.com/office/drawing/2014/main" id="{5817E118-9F27-919E-A6E3-B98A1A5E0705}"/>
              </a:ext>
            </a:extLst>
          </p:cNvPr>
          <p:cNvSpPr>
            <a:spLocks noGrp="1"/>
          </p:cNvSpPr>
          <p:nvPr>
            <p:ph type="body" sz="quarter" idx="24" hasCustomPrompt="1"/>
          </p:nvPr>
        </p:nvSpPr>
        <p:spPr>
          <a:xfrm>
            <a:off x="348300" y="242888"/>
            <a:ext cx="4206240" cy="182284"/>
          </a:xfrm>
        </p:spPr>
        <p:txBody>
          <a:bodyPr tIns="0" bIns="0"/>
          <a:lstStyle>
            <a:lvl1pPr>
              <a:lnSpc>
                <a:spcPct val="100000"/>
              </a:lnSpc>
              <a:defRPr sz="700" spc="50" baseline="0">
                <a:solidFill>
                  <a:schemeClr val="bg1"/>
                </a:solidFill>
                <a:latin typeface="+mn-lt"/>
              </a:defRPr>
            </a:lvl1pPr>
          </a:lstStyle>
          <a:p>
            <a:pPr lvl="0"/>
            <a:r>
              <a:rPr lang="en-US"/>
              <a:t>SECTION TITLE HERE</a:t>
            </a:r>
          </a:p>
        </p:txBody>
      </p:sp>
    </p:spTree>
    <p:extLst>
      <p:ext uri="{BB962C8B-B14F-4D97-AF65-F5344CB8AC3E}">
        <p14:creationId xmlns:p14="http://schemas.microsoft.com/office/powerpoint/2010/main" val="553227921"/>
      </p:ext>
    </p:extLst>
  </p:cSld>
  <p:clrMapOvr>
    <a:masterClrMapping/>
  </p:clrMapOvr>
  <p:extLst>
    <p:ext uri="{DCECCB84-F9BA-43D5-87BE-67443E8EF086}">
      <p15:sldGuideLst xmlns:p15="http://schemas.microsoft.com/office/powerpoint/2012/main">
        <p15:guide id="1" orient="horz" pos="346">
          <p15:clr>
            <a:srgbClr val="FBAE40"/>
          </p15:clr>
        </p15:guide>
        <p15:guide id="2" orient="horz" pos="2260">
          <p15:clr>
            <a:srgbClr val="FBAE40"/>
          </p15:clr>
        </p15:guide>
        <p15:guide id="3" orient="horz" pos="402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5 - Image Full Bleed w/ Text Bottom">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7053CFC-215C-9C19-88A6-15E575A014A9}"/>
              </a:ext>
            </a:extLst>
          </p:cNvPr>
          <p:cNvSpPr>
            <a:spLocks noGrp="1"/>
          </p:cNvSpPr>
          <p:nvPr>
            <p:ph type="pic" sz="quarter" idx="14"/>
          </p:nvPr>
        </p:nvSpPr>
        <p:spPr>
          <a:xfrm>
            <a:off x="1" y="0"/>
            <a:ext cx="12192000" cy="6859888"/>
          </a:xfrm>
          <a:noFill/>
        </p:spPr>
        <p:txBody>
          <a:bodyPr anchor="ctr"/>
          <a:lstStyle>
            <a:lvl1pPr>
              <a:defRPr>
                <a:noFill/>
              </a:defRPr>
            </a:lvl1pPr>
          </a:lstStyle>
          <a:p>
            <a:endParaRPr lang="en-US"/>
          </a:p>
        </p:txBody>
      </p:sp>
      <p:sp>
        <p:nvSpPr>
          <p:cNvPr id="5" name="Text Placeholder 2">
            <a:extLst>
              <a:ext uri="{FF2B5EF4-FFF2-40B4-BE49-F238E27FC236}">
                <a16:creationId xmlns:a16="http://schemas.microsoft.com/office/drawing/2014/main" id="{21B11878-8CEF-3848-14B8-340722679C80}"/>
              </a:ext>
            </a:extLst>
          </p:cNvPr>
          <p:cNvSpPr>
            <a:spLocks noGrp="1"/>
          </p:cNvSpPr>
          <p:nvPr>
            <p:ph type="body" sz="quarter" idx="18" hasCustomPrompt="1"/>
          </p:nvPr>
        </p:nvSpPr>
        <p:spPr>
          <a:xfrm>
            <a:off x="334963" y="4142561"/>
            <a:ext cx="3729038" cy="2310775"/>
          </a:xfrm>
        </p:spPr>
        <p:txBody>
          <a:bodyPr anchor="b" anchorCtr="0"/>
          <a:lstStyle>
            <a:lvl1pPr algn="l">
              <a:lnSpc>
                <a:spcPct val="110000"/>
              </a:lnSpc>
              <a:defRPr>
                <a:solidFill>
                  <a:schemeClr val="bg1"/>
                </a:solidFill>
              </a:defRPr>
            </a:lvl1pPr>
            <a:lvl5pPr>
              <a:defRPr/>
            </a:lvl5pPr>
          </a:lstStyle>
          <a:p>
            <a:pPr lvl="0"/>
            <a:r>
              <a:rPr lang="en-US"/>
              <a:t>Insert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Nunc id ante </a:t>
            </a:r>
            <a:r>
              <a:rPr lang="en-US" err="1"/>
              <a:t>metus</a:t>
            </a:r>
            <a:r>
              <a:rPr lang="en-US"/>
              <a:t>. </a:t>
            </a:r>
            <a:r>
              <a:rPr lang="en-US" err="1"/>
              <a:t>Nulla</a:t>
            </a:r>
            <a:r>
              <a:rPr lang="en-US"/>
              <a:t> </a:t>
            </a:r>
            <a:r>
              <a:rPr lang="en-US" err="1"/>
              <a:t>odio</a:t>
            </a:r>
            <a:r>
              <a:rPr lang="en-US"/>
              <a:t> </a:t>
            </a:r>
            <a:r>
              <a:rPr lang="en-US" err="1"/>
              <a:t>urna</a:t>
            </a:r>
            <a:r>
              <a:rPr lang="en-US"/>
              <a:t>, </a:t>
            </a:r>
            <a:r>
              <a:rPr lang="en-US" err="1"/>
              <a:t>mattis</a:t>
            </a:r>
            <a:r>
              <a:rPr lang="en-US"/>
              <a:t> </a:t>
            </a:r>
            <a:r>
              <a:rPr lang="en-US" err="1"/>
              <a:t>interdum</a:t>
            </a:r>
            <a:r>
              <a:rPr lang="en-US"/>
              <a:t> convallis ac, dictum </a:t>
            </a:r>
            <a:r>
              <a:rPr lang="en-US" err="1"/>
              <a:t>eget</a:t>
            </a:r>
            <a:r>
              <a:rPr lang="en-US"/>
              <a:t> </a:t>
            </a:r>
            <a:r>
              <a:rPr lang="en-US" err="1"/>
              <a:t>nisl</a:t>
            </a:r>
            <a:r>
              <a:rPr lang="en-US"/>
              <a:t>.</a:t>
            </a:r>
          </a:p>
        </p:txBody>
      </p:sp>
      <p:sp>
        <p:nvSpPr>
          <p:cNvPr id="4" name="Text Placeholder 8">
            <a:extLst>
              <a:ext uri="{FF2B5EF4-FFF2-40B4-BE49-F238E27FC236}">
                <a16:creationId xmlns:a16="http://schemas.microsoft.com/office/drawing/2014/main" id="{FE8DFA53-3150-E4FF-4D4B-06CD5D703430}"/>
              </a:ext>
            </a:extLst>
          </p:cNvPr>
          <p:cNvSpPr>
            <a:spLocks noGrp="1"/>
          </p:cNvSpPr>
          <p:nvPr>
            <p:ph type="body" sz="quarter" idx="24" hasCustomPrompt="1"/>
          </p:nvPr>
        </p:nvSpPr>
        <p:spPr>
          <a:xfrm>
            <a:off x="348300" y="242888"/>
            <a:ext cx="4206240" cy="182284"/>
          </a:xfrm>
        </p:spPr>
        <p:txBody>
          <a:bodyPr tIns="0" bIns="0"/>
          <a:lstStyle>
            <a:lvl1pPr>
              <a:lnSpc>
                <a:spcPct val="100000"/>
              </a:lnSpc>
              <a:defRPr sz="700" spc="50" baseline="0">
                <a:solidFill>
                  <a:schemeClr val="bg1"/>
                </a:solidFill>
                <a:latin typeface="+mn-lt"/>
              </a:defRPr>
            </a:lvl1pPr>
          </a:lstStyle>
          <a:p>
            <a:pPr lvl="0"/>
            <a:r>
              <a:rPr lang="en-US"/>
              <a:t>SECTION TITLE HERE</a:t>
            </a:r>
          </a:p>
        </p:txBody>
      </p:sp>
    </p:spTree>
    <p:extLst>
      <p:ext uri="{BB962C8B-B14F-4D97-AF65-F5344CB8AC3E}">
        <p14:creationId xmlns:p14="http://schemas.microsoft.com/office/powerpoint/2010/main" val="4285011688"/>
      </p:ext>
    </p:extLst>
  </p:cSld>
  <p:clrMapOvr>
    <a:masterClrMapping/>
  </p:clrMapOvr>
  <p:extLst>
    <p:ext uri="{DCECCB84-F9BA-43D5-87BE-67443E8EF086}">
      <p15:sldGuideLst xmlns:p15="http://schemas.microsoft.com/office/powerpoint/2012/main">
        <p15:guide id="1" orient="horz" pos="346">
          <p15:clr>
            <a:srgbClr val="FBAE40"/>
          </p15:clr>
        </p15:guide>
        <p15:guide id="2" orient="horz" pos="2260">
          <p15:clr>
            <a:srgbClr val="FBAE40"/>
          </p15:clr>
        </p15:guide>
        <p15:guide id="3" orient="horz" pos="402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5 - Image Full Bleed w/ Text Middle">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7053CFC-215C-9C19-88A6-15E575A014A9}"/>
              </a:ext>
            </a:extLst>
          </p:cNvPr>
          <p:cNvSpPr>
            <a:spLocks noGrp="1"/>
          </p:cNvSpPr>
          <p:nvPr>
            <p:ph type="pic" sz="quarter" idx="14"/>
          </p:nvPr>
        </p:nvSpPr>
        <p:spPr>
          <a:xfrm>
            <a:off x="1" y="0"/>
            <a:ext cx="12192000" cy="6859888"/>
          </a:xfrm>
          <a:noFill/>
        </p:spPr>
        <p:txBody>
          <a:bodyPr anchor="ctr"/>
          <a:lstStyle>
            <a:lvl1pPr>
              <a:defRPr>
                <a:noFill/>
              </a:defRPr>
            </a:lvl1pPr>
          </a:lstStyle>
          <a:p>
            <a:endParaRPr lang="en-US"/>
          </a:p>
        </p:txBody>
      </p:sp>
      <p:sp>
        <p:nvSpPr>
          <p:cNvPr id="5" name="Text Placeholder 2">
            <a:extLst>
              <a:ext uri="{FF2B5EF4-FFF2-40B4-BE49-F238E27FC236}">
                <a16:creationId xmlns:a16="http://schemas.microsoft.com/office/drawing/2014/main" id="{21B11878-8CEF-3848-14B8-340722679C80}"/>
              </a:ext>
            </a:extLst>
          </p:cNvPr>
          <p:cNvSpPr>
            <a:spLocks noGrp="1"/>
          </p:cNvSpPr>
          <p:nvPr>
            <p:ph type="body" sz="quarter" idx="18" hasCustomPrompt="1"/>
          </p:nvPr>
        </p:nvSpPr>
        <p:spPr>
          <a:xfrm>
            <a:off x="334963" y="2432362"/>
            <a:ext cx="3729038" cy="2310775"/>
          </a:xfrm>
        </p:spPr>
        <p:txBody>
          <a:bodyPr anchor="ctr" anchorCtr="0"/>
          <a:lstStyle>
            <a:lvl1pPr algn="l">
              <a:lnSpc>
                <a:spcPct val="110000"/>
              </a:lnSpc>
              <a:defRPr>
                <a:solidFill>
                  <a:schemeClr val="bg1"/>
                </a:solidFill>
              </a:defRPr>
            </a:lvl1pPr>
            <a:lvl5pPr>
              <a:defRPr/>
            </a:lvl5pPr>
          </a:lstStyle>
          <a:p>
            <a:pPr lvl="0"/>
            <a:r>
              <a:rPr lang="en-US"/>
              <a:t>Insert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Nunc id ante </a:t>
            </a:r>
            <a:r>
              <a:rPr lang="en-US" err="1"/>
              <a:t>metus</a:t>
            </a:r>
            <a:r>
              <a:rPr lang="en-US"/>
              <a:t>. </a:t>
            </a:r>
            <a:r>
              <a:rPr lang="en-US" err="1"/>
              <a:t>Nulla</a:t>
            </a:r>
            <a:r>
              <a:rPr lang="en-US"/>
              <a:t> </a:t>
            </a:r>
            <a:r>
              <a:rPr lang="en-US" err="1"/>
              <a:t>odio</a:t>
            </a:r>
            <a:r>
              <a:rPr lang="en-US"/>
              <a:t> </a:t>
            </a:r>
            <a:r>
              <a:rPr lang="en-US" err="1"/>
              <a:t>urna</a:t>
            </a:r>
            <a:r>
              <a:rPr lang="en-US"/>
              <a:t>, </a:t>
            </a:r>
            <a:r>
              <a:rPr lang="en-US" err="1"/>
              <a:t>mattis</a:t>
            </a:r>
            <a:r>
              <a:rPr lang="en-US"/>
              <a:t> </a:t>
            </a:r>
            <a:r>
              <a:rPr lang="en-US" err="1"/>
              <a:t>interdum</a:t>
            </a:r>
            <a:r>
              <a:rPr lang="en-US"/>
              <a:t> convallis ac, dictum </a:t>
            </a:r>
            <a:r>
              <a:rPr lang="en-US" err="1"/>
              <a:t>eget</a:t>
            </a:r>
            <a:r>
              <a:rPr lang="en-US"/>
              <a:t> </a:t>
            </a:r>
            <a:r>
              <a:rPr lang="en-US" err="1"/>
              <a:t>nisl</a:t>
            </a:r>
            <a:r>
              <a:rPr lang="en-US"/>
              <a:t>.</a:t>
            </a:r>
          </a:p>
        </p:txBody>
      </p:sp>
      <p:sp>
        <p:nvSpPr>
          <p:cNvPr id="4" name="Text Placeholder 8">
            <a:extLst>
              <a:ext uri="{FF2B5EF4-FFF2-40B4-BE49-F238E27FC236}">
                <a16:creationId xmlns:a16="http://schemas.microsoft.com/office/drawing/2014/main" id="{9C45F4EA-8766-4C53-0F23-051B473F4C4B}"/>
              </a:ext>
            </a:extLst>
          </p:cNvPr>
          <p:cNvSpPr>
            <a:spLocks noGrp="1"/>
          </p:cNvSpPr>
          <p:nvPr>
            <p:ph type="body" sz="quarter" idx="24" hasCustomPrompt="1"/>
          </p:nvPr>
        </p:nvSpPr>
        <p:spPr>
          <a:xfrm>
            <a:off x="348300" y="242888"/>
            <a:ext cx="4206240" cy="182284"/>
          </a:xfrm>
        </p:spPr>
        <p:txBody>
          <a:bodyPr tIns="0" bIns="0"/>
          <a:lstStyle>
            <a:lvl1pPr>
              <a:lnSpc>
                <a:spcPct val="100000"/>
              </a:lnSpc>
              <a:defRPr sz="700" spc="50" baseline="0">
                <a:solidFill>
                  <a:schemeClr val="bg1"/>
                </a:solidFill>
                <a:latin typeface="+mn-lt"/>
              </a:defRPr>
            </a:lvl1pPr>
          </a:lstStyle>
          <a:p>
            <a:pPr lvl="0"/>
            <a:r>
              <a:rPr lang="en-US"/>
              <a:t>SECTION TITLE HERE</a:t>
            </a:r>
          </a:p>
        </p:txBody>
      </p:sp>
    </p:spTree>
    <p:extLst>
      <p:ext uri="{BB962C8B-B14F-4D97-AF65-F5344CB8AC3E}">
        <p14:creationId xmlns:p14="http://schemas.microsoft.com/office/powerpoint/2010/main" val="431123257"/>
      </p:ext>
    </p:extLst>
  </p:cSld>
  <p:clrMapOvr>
    <a:masterClrMapping/>
  </p:clrMapOvr>
  <p:extLst>
    <p:ext uri="{DCECCB84-F9BA-43D5-87BE-67443E8EF086}">
      <p15:sldGuideLst xmlns:p15="http://schemas.microsoft.com/office/powerpoint/2012/main">
        <p15:guide id="1" orient="horz" pos="346">
          <p15:clr>
            <a:srgbClr val="FBAE40"/>
          </p15:clr>
        </p15:guide>
        <p15:guide id="2" orient="horz" pos="2260">
          <p15:clr>
            <a:srgbClr val="FBAE40"/>
          </p15:clr>
        </p15:guide>
        <p15:guide id="3" orient="horz" pos="402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5 - Diptych Images Full Bleed w/ Text Top">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7053CFC-215C-9C19-88A6-15E575A014A9}"/>
              </a:ext>
            </a:extLst>
          </p:cNvPr>
          <p:cNvSpPr>
            <a:spLocks noGrp="1"/>
          </p:cNvSpPr>
          <p:nvPr>
            <p:ph type="pic" sz="quarter" idx="14"/>
          </p:nvPr>
        </p:nvSpPr>
        <p:spPr>
          <a:xfrm>
            <a:off x="-10161" y="0"/>
            <a:ext cx="6106161" cy="6859888"/>
          </a:xfrm>
          <a:noFill/>
        </p:spPr>
        <p:txBody>
          <a:bodyPr anchor="ctr"/>
          <a:lstStyle>
            <a:lvl1pPr>
              <a:defRPr>
                <a:noFill/>
              </a:defRPr>
            </a:lvl1pPr>
          </a:lstStyle>
          <a:p>
            <a:endParaRPr lang="en-US"/>
          </a:p>
        </p:txBody>
      </p:sp>
      <p:sp>
        <p:nvSpPr>
          <p:cNvPr id="5" name="Text Placeholder 2">
            <a:extLst>
              <a:ext uri="{FF2B5EF4-FFF2-40B4-BE49-F238E27FC236}">
                <a16:creationId xmlns:a16="http://schemas.microsoft.com/office/drawing/2014/main" id="{21B11878-8CEF-3848-14B8-340722679C80}"/>
              </a:ext>
            </a:extLst>
          </p:cNvPr>
          <p:cNvSpPr>
            <a:spLocks noGrp="1"/>
          </p:cNvSpPr>
          <p:nvPr>
            <p:ph type="body" sz="quarter" idx="18" hasCustomPrompt="1"/>
          </p:nvPr>
        </p:nvSpPr>
        <p:spPr>
          <a:xfrm>
            <a:off x="334963" y="563235"/>
            <a:ext cx="3729038" cy="2310775"/>
          </a:xfrm>
        </p:spPr>
        <p:txBody>
          <a:bodyPr anchor="t" anchorCtr="0"/>
          <a:lstStyle>
            <a:lvl1pPr algn="l">
              <a:lnSpc>
                <a:spcPct val="110000"/>
              </a:lnSpc>
              <a:defRPr>
                <a:solidFill>
                  <a:schemeClr val="bg1"/>
                </a:solidFill>
              </a:defRPr>
            </a:lvl1pPr>
            <a:lvl5pPr>
              <a:defRPr/>
            </a:lvl5pPr>
          </a:lstStyle>
          <a:p>
            <a:pPr lvl="0"/>
            <a:r>
              <a:rPr lang="en-US"/>
              <a:t>Insert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Nunc id ante </a:t>
            </a:r>
            <a:r>
              <a:rPr lang="en-US" err="1"/>
              <a:t>metus</a:t>
            </a:r>
            <a:r>
              <a:rPr lang="en-US"/>
              <a:t>. </a:t>
            </a:r>
            <a:r>
              <a:rPr lang="en-US" err="1"/>
              <a:t>Nulla</a:t>
            </a:r>
            <a:r>
              <a:rPr lang="en-US"/>
              <a:t> </a:t>
            </a:r>
            <a:r>
              <a:rPr lang="en-US" err="1"/>
              <a:t>odio</a:t>
            </a:r>
            <a:r>
              <a:rPr lang="en-US"/>
              <a:t> </a:t>
            </a:r>
            <a:r>
              <a:rPr lang="en-US" err="1"/>
              <a:t>urna</a:t>
            </a:r>
            <a:r>
              <a:rPr lang="en-US"/>
              <a:t>, </a:t>
            </a:r>
            <a:r>
              <a:rPr lang="en-US" err="1"/>
              <a:t>mattis</a:t>
            </a:r>
            <a:r>
              <a:rPr lang="en-US"/>
              <a:t> </a:t>
            </a:r>
            <a:r>
              <a:rPr lang="en-US" err="1"/>
              <a:t>interdum</a:t>
            </a:r>
            <a:r>
              <a:rPr lang="en-US"/>
              <a:t> convallis ac, dictum </a:t>
            </a:r>
            <a:r>
              <a:rPr lang="en-US" err="1"/>
              <a:t>eget</a:t>
            </a:r>
            <a:r>
              <a:rPr lang="en-US"/>
              <a:t> </a:t>
            </a:r>
            <a:r>
              <a:rPr lang="en-US" err="1"/>
              <a:t>nisl</a:t>
            </a:r>
            <a:r>
              <a:rPr lang="en-US"/>
              <a:t>.</a:t>
            </a:r>
          </a:p>
        </p:txBody>
      </p:sp>
      <p:sp>
        <p:nvSpPr>
          <p:cNvPr id="2" name="Picture Placeholder 6">
            <a:extLst>
              <a:ext uri="{FF2B5EF4-FFF2-40B4-BE49-F238E27FC236}">
                <a16:creationId xmlns:a16="http://schemas.microsoft.com/office/drawing/2014/main" id="{C34F0A7C-CB23-E730-D076-2BD0D5A17438}"/>
              </a:ext>
            </a:extLst>
          </p:cNvPr>
          <p:cNvSpPr>
            <a:spLocks noGrp="1"/>
          </p:cNvSpPr>
          <p:nvPr>
            <p:ph type="pic" sz="quarter" idx="22"/>
          </p:nvPr>
        </p:nvSpPr>
        <p:spPr>
          <a:xfrm>
            <a:off x="6096000" y="0"/>
            <a:ext cx="6106161" cy="6872462"/>
          </a:xfrm>
          <a:noFill/>
        </p:spPr>
        <p:txBody>
          <a:bodyPr anchor="ctr"/>
          <a:lstStyle>
            <a:lvl1pPr>
              <a:defRPr>
                <a:noFill/>
              </a:defRPr>
            </a:lvl1pPr>
          </a:lstStyle>
          <a:p>
            <a:endParaRPr lang="en-US"/>
          </a:p>
        </p:txBody>
      </p:sp>
      <p:sp>
        <p:nvSpPr>
          <p:cNvPr id="6" name="Text Placeholder 8">
            <a:extLst>
              <a:ext uri="{FF2B5EF4-FFF2-40B4-BE49-F238E27FC236}">
                <a16:creationId xmlns:a16="http://schemas.microsoft.com/office/drawing/2014/main" id="{DE5C82E6-3F85-4D0A-D564-642F68F08978}"/>
              </a:ext>
            </a:extLst>
          </p:cNvPr>
          <p:cNvSpPr>
            <a:spLocks noGrp="1"/>
          </p:cNvSpPr>
          <p:nvPr>
            <p:ph type="body" sz="quarter" idx="24" hasCustomPrompt="1"/>
          </p:nvPr>
        </p:nvSpPr>
        <p:spPr>
          <a:xfrm>
            <a:off x="348300" y="242888"/>
            <a:ext cx="4206240" cy="182284"/>
          </a:xfrm>
        </p:spPr>
        <p:txBody>
          <a:bodyPr tIns="0" bIns="0"/>
          <a:lstStyle>
            <a:lvl1pPr>
              <a:lnSpc>
                <a:spcPct val="100000"/>
              </a:lnSpc>
              <a:defRPr sz="700" spc="50" baseline="0">
                <a:solidFill>
                  <a:schemeClr val="bg1"/>
                </a:solidFill>
                <a:latin typeface="+mn-lt"/>
              </a:defRPr>
            </a:lvl1pPr>
          </a:lstStyle>
          <a:p>
            <a:pPr lvl="0"/>
            <a:r>
              <a:rPr lang="en-US"/>
              <a:t>SECTION TITLE HERE</a:t>
            </a:r>
          </a:p>
        </p:txBody>
      </p:sp>
    </p:spTree>
    <p:extLst>
      <p:ext uri="{BB962C8B-B14F-4D97-AF65-F5344CB8AC3E}">
        <p14:creationId xmlns:p14="http://schemas.microsoft.com/office/powerpoint/2010/main" val="425802691"/>
      </p:ext>
    </p:extLst>
  </p:cSld>
  <p:clrMapOvr>
    <a:masterClrMapping/>
  </p:clrMapOvr>
  <p:extLst>
    <p:ext uri="{DCECCB84-F9BA-43D5-87BE-67443E8EF086}">
      <p15:sldGuideLst xmlns:p15="http://schemas.microsoft.com/office/powerpoint/2012/main">
        <p15:guide id="1" orient="horz" pos="346">
          <p15:clr>
            <a:srgbClr val="FBAE40"/>
          </p15:clr>
        </p15:guide>
        <p15:guide id="2" orient="horz" pos="2260">
          <p15:clr>
            <a:srgbClr val="FBAE40"/>
          </p15:clr>
        </p15:guide>
        <p15:guide id="3" orient="horz" pos="4020">
          <p15:clr>
            <a:srgbClr val="FBAE40"/>
          </p15:clr>
        </p15:guide>
        <p15:guide id="4" pos="384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5 - Diptych Images Full Bleed w/ Text Bottom">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7053CFC-215C-9C19-88A6-15E575A014A9}"/>
              </a:ext>
            </a:extLst>
          </p:cNvPr>
          <p:cNvSpPr>
            <a:spLocks noGrp="1"/>
          </p:cNvSpPr>
          <p:nvPr>
            <p:ph type="pic" sz="quarter" idx="14"/>
          </p:nvPr>
        </p:nvSpPr>
        <p:spPr>
          <a:xfrm>
            <a:off x="-10161" y="0"/>
            <a:ext cx="6106161" cy="6859888"/>
          </a:xfrm>
          <a:noFill/>
        </p:spPr>
        <p:txBody>
          <a:bodyPr anchor="ctr"/>
          <a:lstStyle>
            <a:lvl1pPr>
              <a:defRPr>
                <a:noFill/>
              </a:defRPr>
            </a:lvl1pPr>
          </a:lstStyle>
          <a:p>
            <a:endParaRPr lang="en-US"/>
          </a:p>
        </p:txBody>
      </p:sp>
      <p:sp>
        <p:nvSpPr>
          <p:cNvPr id="5" name="Text Placeholder 2">
            <a:extLst>
              <a:ext uri="{FF2B5EF4-FFF2-40B4-BE49-F238E27FC236}">
                <a16:creationId xmlns:a16="http://schemas.microsoft.com/office/drawing/2014/main" id="{21B11878-8CEF-3848-14B8-340722679C80}"/>
              </a:ext>
            </a:extLst>
          </p:cNvPr>
          <p:cNvSpPr>
            <a:spLocks noGrp="1"/>
          </p:cNvSpPr>
          <p:nvPr>
            <p:ph type="body" sz="quarter" idx="18" hasCustomPrompt="1"/>
          </p:nvPr>
        </p:nvSpPr>
        <p:spPr>
          <a:xfrm>
            <a:off x="334963" y="4142561"/>
            <a:ext cx="3729038" cy="2310775"/>
          </a:xfrm>
        </p:spPr>
        <p:txBody>
          <a:bodyPr anchor="b" anchorCtr="0"/>
          <a:lstStyle>
            <a:lvl1pPr algn="l">
              <a:lnSpc>
                <a:spcPct val="110000"/>
              </a:lnSpc>
              <a:defRPr>
                <a:solidFill>
                  <a:schemeClr val="bg1"/>
                </a:solidFill>
              </a:defRPr>
            </a:lvl1pPr>
            <a:lvl5pPr>
              <a:defRPr/>
            </a:lvl5pPr>
          </a:lstStyle>
          <a:p>
            <a:pPr lvl="0"/>
            <a:r>
              <a:rPr lang="en-US"/>
              <a:t>Insert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Nunc id ante </a:t>
            </a:r>
            <a:r>
              <a:rPr lang="en-US" err="1"/>
              <a:t>metus</a:t>
            </a:r>
            <a:r>
              <a:rPr lang="en-US"/>
              <a:t>. </a:t>
            </a:r>
            <a:r>
              <a:rPr lang="en-US" err="1"/>
              <a:t>Nulla</a:t>
            </a:r>
            <a:r>
              <a:rPr lang="en-US"/>
              <a:t> </a:t>
            </a:r>
            <a:r>
              <a:rPr lang="en-US" err="1"/>
              <a:t>odio</a:t>
            </a:r>
            <a:r>
              <a:rPr lang="en-US"/>
              <a:t> </a:t>
            </a:r>
            <a:r>
              <a:rPr lang="en-US" err="1"/>
              <a:t>urna</a:t>
            </a:r>
            <a:r>
              <a:rPr lang="en-US"/>
              <a:t>, </a:t>
            </a:r>
            <a:r>
              <a:rPr lang="en-US" err="1"/>
              <a:t>mattis</a:t>
            </a:r>
            <a:r>
              <a:rPr lang="en-US"/>
              <a:t> </a:t>
            </a:r>
            <a:r>
              <a:rPr lang="en-US" err="1"/>
              <a:t>interdum</a:t>
            </a:r>
            <a:r>
              <a:rPr lang="en-US"/>
              <a:t> convallis ac, dictum </a:t>
            </a:r>
            <a:r>
              <a:rPr lang="en-US" err="1"/>
              <a:t>eget</a:t>
            </a:r>
            <a:r>
              <a:rPr lang="en-US"/>
              <a:t> </a:t>
            </a:r>
            <a:r>
              <a:rPr lang="en-US" err="1"/>
              <a:t>nisl</a:t>
            </a:r>
            <a:r>
              <a:rPr lang="en-US"/>
              <a:t>.</a:t>
            </a:r>
          </a:p>
        </p:txBody>
      </p:sp>
      <p:sp>
        <p:nvSpPr>
          <p:cNvPr id="2" name="Picture Placeholder 6">
            <a:extLst>
              <a:ext uri="{FF2B5EF4-FFF2-40B4-BE49-F238E27FC236}">
                <a16:creationId xmlns:a16="http://schemas.microsoft.com/office/drawing/2014/main" id="{C34F0A7C-CB23-E730-D076-2BD0D5A17438}"/>
              </a:ext>
            </a:extLst>
          </p:cNvPr>
          <p:cNvSpPr>
            <a:spLocks noGrp="1"/>
          </p:cNvSpPr>
          <p:nvPr>
            <p:ph type="pic" sz="quarter" idx="22"/>
          </p:nvPr>
        </p:nvSpPr>
        <p:spPr>
          <a:xfrm>
            <a:off x="6096000" y="0"/>
            <a:ext cx="6106161" cy="6872462"/>
          </a:xfrm>
          <a:noFill/>
        </p:spPr>
        <p:txBody>
          <a:bodyPr anchor="ctr"/>
          <a:lstStyle>
            <a:lvl1pPr>
              <a:defRPr>
                <a:noFill/>
              </a:defRPr>
            </a:lvl1pPr>
          </a:lstStyle>
          <a:p>
            <a:endParaRPr lang="en-US"/>
          </a:p>
        </p:txBody>
      </p:sp>
      <p:sp>
        <p:nvSpPr>
          <p:cNvPr id="6" name="Text Placeholder 8">
            <a:extLst>
              <a:ext uri="{FF2B5EF4-FFF2-40B4-BE49-F238E27FC236}">
                <a16:creationId xmlns:a16="http://schemas.microsoft.com/office/drawing/2014/main" id="{45696FE6-7F9E-08FC-2C75-D80F69BFDDB1}"/>
              </a:ext>
            </a:extLst>
          </p:cNvPr>
          <p:cNvSpPr>
            <a:spLocks noGrp="1"/>
          </p:cNvSpPr>
          <p:nvPr>
            <p:ph type="body" sz="quarter" idx="24" hasCustomPrompt="1"/>
          </p:nvPr>
        </p:nvSpPr>
        <p:spPr>
          <a:xfrm>
            <a:off x="348300" y="242888"/>
            <a:ext cx="4206240" cy="182284"/>
          </a:xfrm>
        </p:spPr>
        <p:txBody>
          <a:bodyPr tIns="0" bIns="0"/>
          <a:lstStyle>
            <a:lvl1pPr>
              <a:lnSpc>
                <a:spcPct val="100000"/>
              </a:lnSpc>
              <a:defRPr sz="700" spc="50" baseline="0">
                <a:solidFill>
                  <a:schemeClr val="bg1"/>
                </a:solidFill>
                <a:latin typeface="+mn-lt"/>
              </a:defRPr>
            </a:lvl1pPr>
          </a:lstStyle>
          <a:p>
            <a:pPr lvl="0"/>
            <a:r>
              <a:rPr lang="en-US"/>
              <a:t>SECTION TITLE HERE</a:t>
            </a:r>
          </a:p>
        </p:txBody>
      </p:sp>
    </p:spTree>
    <p:extLst>
      <p:ext uri="{BB962C8B-B14F-4D97-AF65-F5344CB8AC3E}">
        <p14:creationId xmlns:p14="http://schemas.microsoft.com/office/powerpoint/2010/main" val="4021362464"/>
      </p:ext>
    </p:extLst>
  </p:cSld>
  <p:clrMapOvr>
    <a:masterClrMapping/>
  </p:clrMapOvr>
  <p:extLst>
    <p:ext uri="{DCECCB84-F9BA-43D5-87BE-67443E8EF086}">
      <p15:sldGuideLst xmlns:p15="http://schemas.microsoft.com/office/powerpoint/2012/main">
        <p15:guide id="1" orient="horz" pos="346">
          <p15:clr>
            <a:srgbClr val="FBAE40"/>
          </p15:clr>
        </p15:guide>
        <p15:guide id="2" orient="horz" pos="2260">
          <p15:clr>
            <a:srgbClr val="FBAE40"/>
          </p15:clr>
        </p15:guide>
        <p15:guide id="3" orient="horz" pos="4020">
          <p15:clr>
            <a:srgbClr val="FBAE40"/>
          </p15:clr>
        </p15:guide>
        <p15:guide id="4" pos="384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5 - Diptych Images Full Bleed w/ Text Middle">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7053CFC-215C-9C19-88A6-15E575A014A9}"/>
              </a:ext>
            </a:extLst>
          </p:cNvPr>
          <p:cNvSpPr>
            <a:spLocks noGrp="1"/>
          </p:cNvSpPr>
          <p:nvPr>
            <p:ph type="pic" sz="quarter" idx="14"/>
          </p:nvPr>
        </p:nvSpPr>
        <p:spPr>
          <a:xfrm>
            <a:off x="-10161" y="0"/>
            <a:ext cx="6106161" cy="6859888"/>
          </a:xfrm>
          <a:noFill/>
        </p:spPr>
        <p:txBody>
          <a:bodyPr anchor="ctr"/>
          <a:lstStyle>
            <a:lvl1pPr>
              <a:defRPr>
                <a:noFill/>
              </a:defRPr>
            </a:lvl1pPr>
          </a:lstStyle>
          <a:p>
            <a:endParaRPr lang="en-US"/>
          </a:p>
        </p:txBody>
      </p:sp>
      <p:sp>
        <p:nvSpPr>
          <p:cNvPr id="2" name="Picture Placeholder 6">
            <a:extLst>
              <a:ext uri="{FF2B5EF4-FFF2-40B4-BE49-F238E27FC236}">
                <a16:creationId xmlns:a16="http://schemas.microsoft.com/office/drawing/2014/main" id="{C34F0A7C-CB23-E730-D076-2BD0D5A17438}"/>
              </a:ext>
            </a:extLst>
          </p:cNvPr>
          <p:cNvSpPr>
            <a:spLocks noGrp="1"/>
          </p:cNvSpPr>
          <p:nvPr>
            <p:ph type="pic" sz="quarter" idx="22"/>
          </p:nvPr>
        </p:nvSpPr>
        <p:spPr>
          <a:xfrm>
            <a:off x="6096000" y="0"/>
            <a:ext cx="6106161" cy="6872462"/>
          </a:xfrm>
          <a:noFill/>
        </p:spPr>
        <p:txBody>
          <a:bodyPr anchor="ctr"/>
          <a:lstStyle>
            <a:lvl1pPr>
              <a:defRPr>
                <a:noFill/>
              </a:defRPr>
            </a:lvl1pPr>
          </a:lstStyle>
          <a:p>
            <a:endParaRPr lang="en-US"/>
          </a:p>
        </p:txBody>
      </p:sp>
      <p:sp>
        <p:nvSpPr>
          <p:cNvPr id="4" name="Text Placeholder 2">
            <a:extLst>
              <a:ext uri="{FF2B5EF4-FFF2-40B4-BE49-F238E27FC236}">
                <a16:creationId xmlns:a16="http://schemas.microsoft.com/office/drawing/2014/main" id="{60A475A6-306B-FEFF-EF76-71C02ACF766C}"/>
              </a:ext>
            </a:extLst>
          </p:cNvPr>
          <p:cNvSpPr>
            <a:spLocks noGrp="1"/>
          </p:cNvSpPr>
          <p:nvPr>
            <p:ph type="body" sz="quarter" idx="18" hasCustomPrompt="1"/>
          </p:nvPr>
        </p:nvSpPr>
        <p:spPr>
          <a:xfrm>
            <a:off x="334963" y="2432362"/>
            <a:ext cx="3729038" cy="2310775"/>
          </a:xfrm>
        </p:spPr>
        <p:txBody>
          <a:bodyPr anchor="ctr" anchorCtr="0"/>
          <a:lstStyle>
            <a:lvl1pPr algn="l">
              <a:lnSpc>
                <a:spcPct val="110000"/>
              </a:lnSpc>
              <a:defRPr>
                <a:solidFill>
                  <a:schemeClr val="bg1"/>
                </a:solidFill>
              </a:defRPr>
            </a:lvl1pPr>
            <a:lvl5pPr>
              <a:defRPr/>
            </a:lvl5pPr>
          </a:lstStyle>
          <a:p>
            <a:pPr lvl="0"/>
            <a:r>
              <a:rPr lang="en-US"/>
              <a:t>Insert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Nunc id ante </a:t>
            </a:r>
            <a:r>
              <a:rPr lang="en-US" err="1"/>
              <a:t>metus</a:t>
            </a:r>
            <a:r>
              <a:rPr lang="en-US"/>
              <a:t>. </a:t>
            </a:r>
            <a:r>
              <a:rPr lang="en-US" err="1"/>
              <a:t>Nulla</a:t>
            </a:r>
            <a:r>
              <a:rPr lang="en-US"/>
              <a:t> </a:t>
            </a:r>
            <a:r>
              <a:rPr lang="en-US" err="1"/>
              <a:t>odio</a:t>
            </a:r>
            <a:r>
              <a:rPr lang="en-US"/>
              <a:t> </a:t>
            </a:r>
            <a:r>
              <a:rPr lang="en-US" err="1"/>
              <a:t>urna</a:t>
            </a:r>
            <a:r>
              <a:rPr lang="en-US"/>
              <a:t>, </a:t>
            </a:r>
            <a:r>
              <a:rPr lang="en-US" err="1"/>
              <a:t>mattis</a:t>
            </a:r>
            <a:r>
              <a:rPr lang="en-US"/>
              <a:t> </a:t>
            </a:r>
            <a:r>
              <a:rPr lang="en-US" err="1"/>
              <a:t>interdum</a:t>
            </a:r>
            <a:r>
              <a:rPr lang="en-US"/>
              <a:t> convallis ac, dictum </a:t>
            </a:r>
            <a:r>
              <a:rPr lang="en-US" err="1"/>
              <a:t>eget</a:t>
            </a:r>
            <a:r>
              <a:rPr lang="en-US"/>
              <a:t> </a:t>
            </a:r>
            <a:r>
              <a:rPr lang="en-US" err="1"/>
              <a:t>nisl</a:t>
            </a:r>
            <a:r>
              <a:rPr lang="en-US"/>
              <a:t>.</a:t>
            </a:r>
          </a:p>
        </p:txBody>
      </p:sp>
      <p:sp>
        <p:nvSpPr>
          <p:cNvPr id="6" name="Text Placeholder 8">
            <a:extLst>
              <a:ext uri="{FF2B5EF4-FFF2-40B4-BE49-F238E27FC236}">
                <a16:creationId xmlns:a16="http://schemas.microsoft.com/office/drawing/2014/main" id="{A1CE10FC-6A70-FF22-3E46-EF34235B901A}"/>
              </a:ext>
            </a:extLst>
          </p:cNvPr>
          <p:cNvSpPr>
            <a:spLocks noGrp="1"/>
          </p:cNvSpPr>
          <p:nvPr>
            <p:ph type="body" sz="quarter" idx="24" hasCustomPrompt="1"/>
          </p:nvPr>
        </p:nvSpPr>
        <p:spPr>
          <a:xfrm>
            <a:off x="348300" y="242888"/>
            <a:ext cx="4206240" cy="182284"/>
          </a:xfrm>
        </p:spPr>
        <p:txBody>
          <a:bodyPr tIns="0" bIns="0"/>
          <a:lstStyle>
            <a:lvl1pPr>
              <a:lnSpc>
                <a:spcPct val="100000"/>
              </a:lnSpc>
              <a:defRPr sz="700" spc="50" baseline="0">
                <a:solidFill>
                  <a:schemeClr val="bg1"/>
                </a:solidFill>
                <a:latin typeface="+mn-lt"/>
              </a:defRPr>
            </a:lvl1pPr>
          </a:lstStyle>
          <a:p>
            <a:pPr lvl="0"/>
            <a:r>
              <a:rPr lang="en-US"/>
              <a:t>SECTION TITLE HERE</a:t>
            </a:r>
          </a:p>
        </p:txBody>
      </p:sp>
    </p:spTree>
    <p:extLst>
      <p:ext uri="{BB962C8B-B14F-4D97-AF65-F5344CB8AC3E}">
        <p14:creationId xmlns:p14="http://schemas.microsoft.com/office/powerpoint/2010/main" val="45661454"/>
      </p:ext>
    </p:extLst>
  </p:cSld>
  <p:clrMapOvr>
    <a:masterClrMapping/>
  </p:clrMapOvr>
  <p:extLst>
    <p:ext uri="{DCECCB84-F9BA-43D5-87BE-67443E8EF086}">
      <p15:sldGuideLst xmlns:p15="http://schemas.microsoft.com/office/powerpoint/2012/main">
        <p15:guide id="1" orient="horz" pos="346">
          <p15:clr>
            <a:srgbClr val="FBAE40"/>
          </p15:clr>
        </p15:guide>
        <p15:guide id="2" orient="horz" pos="2260">
          <p15:clr>
            <a:srgbClr val="FBAE40"/>
          </p15:clr>
        </p15:guide>
        <p15:guide id="3" orient="horz" pos="4020">
          <p15:clr>
            <a:srgbClr val="FBAE40"/>
          </p15:clr>
        </p15:guide>
        <p15:guide id="4" pos="384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6 - Blank Slide">
    <p:spTree>
      <p:nvGrpSpPr>
        <p:cNvPr id="1" name=""/>
        <p:cNvGrpSpPr/>
        <p:nvPr/>
      </p:nvGrpSpPr>
      <p:grpSpPr>
        <a:xfrm>
          <a:off x="0" y="0"/>
          <a:ext cx="0" cy="0"/>
          <a:chOff x="0" y="0"/>
          <a:chExt cx="0" cy="0"/>
        </a:xfrm>
      </p:grpSpPr>
      <p:pic>
        <p:nvPicPr>
          <p:cNvPr id="4" name="Picture 3" descr="A black tree with leaves&#10;&#10;Description automatically generated">
            <a:extLst>
              <a:ext uri="{FF2B5EF4-FFF2-40B4-BE49-F238E27FC236}">
                <a16:creationId xmlns:a16="http://schemas.microsoft.com/office/drawing/2014/main" id="{4BF725B0-734A-683D-5D7F-C5AA44A3B7F8}"/>
              </a:ext>
            </a:extLst>
          </p:cNvPr>
          <p:cNvPicPr>
            <a:picLocks noChangeAspect="1"/>
          </p:cNvPicPr>
          <p:nvPr userDrawn="1"/>
        </p:nvPicPr>
        <p:blipFill>
          <a:blip r:embed="rId2"/>
          <a:stretch>
            <a:fillRect/>
          </a:stretch>
        </p:blipFill>
        <p:spPr>
          <a:xfrm>
            <a:off x="11440401" y="188640"/>
            <a:ext cx="488247" cy="495124"/>
          </a:xfrm>
          <a:prstGeom prst="rect">
            <a:avLst/>
          </a:prstGeom>
        </p:spPr>
      </p:pic>
      <p:sp>
        <p:nvSpPr>
          <p:cNvPr id="9" name="Slide Number Placeholder 5">
            <a:extLst>
              <a:ext uri="{FF2B5EF4-FFF2-40B4-BE49-F238E27FC236}">
                <a16:creationId xmlns:a16="http://schemas.microsoft.com/office/drawing/2014/main" id="{CDDC2F1F-FD40-42E3-123C-BCA95A066345}"/>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US" smtClean="0"/>
              <a:pPr algn="r"/>
              <a:t>‹#›</a:t>
            </a:fld>
            <a:endParaRPr lang="en-US"/>
          </a:p>
        </p:txBody>
      </p:sp>
      <p:cxnSp>
        <p:nvCxnSpPr>
          <p:cNvPr id="10" name="Straight Connector 9">
            <a:extLst>
              <a:ext uri="{FF2B5EF4-FFF2-40B4-BE49-F238E27FC236}">
                <a16:creationId xmlns:a16="http://schemas.microsoft.com/office/drawing/2014/main" id="{1F12D094-7AEE-C14A-E381-E4EC56E95484}"/>
              </a:ext>
            </a:extLst>
          </p:cNvPr>
          <p:cNvCxnSpPr>
            <a:cxnSpLocks/>
          </p:cNvCxnSpPr>
          <p:nvPr userDrawn="1"/>
        </p:nvCxnSpPr>
        <p:spPr>
          <a:xfrm>
            <a:off x="335360" y="6629400"/>
            <a:ext cx="11220030"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3299E434-1D01-D6A7-3BDD-F577D3E5270C}"/>
              </a:ext>
            </a:extLst>
          </p:cNvPr>
          <p:cNvCxnSpPr>
            <a:cxnSpLocks/>
          </p:cNvCxnSpPr>
          <p:nvPr userDrawn="1"/>
        </p:nvCxnSpPr>
        <p:spPr>
          <a:xfrm>
            <a:off x="335360" y="444624"/>
            <a:ext cx="11105041"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8" name="Text Placeholder 8">
            <a:extLst>
              <a:ext uri="{FF2B5EF4-FFF2-40B4-BE49-F238E27FC236}">
                <a16:creationId xmlns:a16="http://schemas.microsoft.com/office/drawing/2014/main" id="{9AD6926C-20C5-99A4-279C-64F024674A2A}"/>
              </a:ext>
            </a:extLst>
          </p:cNvPr>
          <p:cNvSpPr>
            <a:spLocks noGrp="1"/>
          </p:cNvSpPr>
          <p:nvPr>
            <p:ph type="body" sz="quarter" idx="24" hasCustomPrompt="1"/>
          </p:nvPr>
        </p:nvSpPr>
        <p:spPr>
          <a:xfrm>
            <a:off x="348300" y="242888"/>
            <a:ext cx="4206240" cy="182284"/>
          </a:xfrm>
        </p:spPr>
        <p:txBody>
          <a:bodyPr tIns="0" bIns="0"/>
          <a:lstStyle>
            <a:lvl1pPr>
              <a:lnSpc>
                <a:spcPct val="100000"/>
              </a:lnSpc>
              <a:defRPr sz="700" spc="50" baseline="0">
                <a:solidFill>
                  <a:schemeClr val="tx2"/>
                </a:solidFill>
                <a:latin typeface="+mn-lt"/>
              </a:defRPr>
            </a:lvl1pPr>
          </a:lstStyle>
          <a:p>
            <a:pPr lvl="0"/>
            <a:r>
              <a:rPr lang="en-US"/>
              <a:t>SECTION TITLE HERE</a:t>
            </a:r>
          </a:p>
        </p:txBody>
      </p:sp>
      <p:sp>
        <p:nvSpPr>
          <p:cNvPr id="13" name="Title 1">
            <a:extLst>
              <a:ext uri="{FF2B5EF4-FFF2-40B4-BE49-F238E27FC236}">
                <a16:creationId xmlns:a16="http://schemas.microsoft.com/office/drawing/2014/main" id="{0A8CBEE8-E3FD-4DD0-C2A2-397E1F601B6F}"/>
              </a:ext>
            </a:extLst>
          </p:cNvPr>
          <p:cNvSpPr>
            <a:spLocks noGrp="1"/>
          </p:cNvSpPr>
          <p:nvPr>
            <p:ph type="title" hasCustomPrompt="1"/>
          </p:nvPr>
        </p:nvSpPr>
        <p:spPr>
          <a:xfrm>
            <a:off x="348299" y="548681"/>
            <a:ext cx="11164824" cy="594360"/>
          </a:xfrm>
        </p:spPr>
        <p:txBody>
          <a:bodyPr>
            <a:noAutofit/>
          </a:bodyPr>
          <a:lstStyle>
            <a:lvl1pPr>
              <a:lnSpc>
                <a:spcPct val="80000"/>
              </a:lnSpc>
              <a:defRPr>
                <a:solidFill>
                  <a:srgbClr val="3D441E"/>
                </a:solidFill>
              </a:defRPr>
            </a:lvl1pPr>
          </a:lstStyle>
          <a:p>
            <a:r>
              <a:rPr lang="en-US"/>
              <a:t>Insert Title Here</a:t>
            </a:r>
          </a:p>
        </p:txBody>
      </p:sp>
      <p:sp>
        <p:nvSpPr>
          <p:cNvPr id="15" name="Text Placeholder 14">
            <a:extLst>
              <a:ext uri="{FF2B5EF4-FFF2-40B4-BE49-F238E27FC236}">
                <a16:creationId xmlns:a16="http://schemas.microsoft.com/office/drawing/2014/main" id="{211ED3A1-D8B7-1AC0-4681-D383EA1A1C44}"/>
              </a:ext>
            </a:extLst>
          </p:cNvPr>
          <p:cNvSpPr>
            <a:spLocks noGrp="1"/>
          </p:cNvSpPr>
          <p:nvPr>
            <p:ph type="body" sz="quarter" idx="26" hasCustomPrompt="1"/>
          </p:nvPr>
        </p:nvSpPr>
        <p:spPr>
          <a:xfrm>
            <a:off x="348299" y="1166772"/>
            <a:ext cx="11164824" cy="393192"/>
          </a:xfrm>
        </p:spPr>
        <p:txBody>
          <a:bodyPr/>
          <a:lstStyle>
            <a:lvl1pPr>
              <a:lnSpc>
                <a:spcPct val="100000"/>
              </a:lnSpc>
              <a:defRPr sz="1600"/>
            </a:lvl1pPr>
          </a:lstStyle>
          <a:p>
            <a:pPr lvl="0"/>
            <a:r>
              <a:rPr lang="en-US"/>
              <a:t>Insert Subheading Here</a:t>
            </a:r>
          </a:p>
        </p:txBody>
      </p:sp>
    </p:spTree>
    <p:extLst>
      <p:ext uri="{BB962C8B-B14F-4D97-AF65-F5344CB8AC3E}">
        <p14:creationId xmlns:p14="http://schemas.microsoft.com/office/powerpoint/2010/main" val="2314507576"/>
      </p:ext>
    </p:extLst>
  </p:cSld>
  <p:clrMapOvr>
    <a:masterClrMapping/>
  </p:clrMapOvr>
  <p:extLst>
    <p:ext uri="{DCECCB84-F9BA-43D5-87BE-67443E8EF086}">
      <p15:sldGuideLst xmlns:p15="http://schemas.microsoft.com/office/powerpoint/2012/main">
        <p15:guide id="1" orient="horz" pos="391">
          <p15:clr>
            <a:srgbClr val="FBAE40"/>
          </p15:clr>
        </p15:guide>
        <p15:guide id="2" orient="horz" pos="402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6 - Charts">
    <p:spTree>
      <p:nvGrpSpPr>
        <p:cNvPr id="1" name=""/>
        <p:cNvGrpSpPr/>
        <p:nvPr/>
      </p:nvGrpSpPr>
      <p:grpSpPr>
        <a:xfrm>
          <a:off x="0" y="0"/>
          <a:ext cx="0" cy="0"/>
          <a:chOff x="0" y="0"/>
          <a:chExt cx="0" cy="0"/>
        </a:xfrm>
      </p:grpSpPr>
      <p:pic>
        <p:nvPicPr>
          <p:cNvPr id="4" name="Picture 3" descr="A black tree with leaves&#10;&#10;Description automatically generated">
            <a:extLst>
              <a:ext uri="{FF2B5EF4-FFF2-40B4-BE49-F238E27FC236}">
                <a16:creationId xmlns:a16="http://schemas.microsoft.com/office/drawing/2014/main" id="{E65DAE3D-DD0F-BBC0-2763-49B3BA60C864}"/>
              </a:ext>
            </a:extLst>
          </p:cNvPr>
          <p:cNvPicPr>
            <a:picLocks noChangeAspect="1"/>
          </p:cNvPicPr>
          <p:nvPr userDrawn="1"/>
        </p:nvPicPr>
        <p:blipFill>
          <a:blip r:embed="rId2"/>
          <a:stretch>
            <a:fillRect/>
          </a:stretch>
        </p:blipFill>
        <p:spPr>
          <a:xfrm>
            <a:off x="11440401" y="188640"/>
            <a:ext cx="488247" cy="495124"/>
          </a:xfrm>
          <a:prstGeom prst="rect">
            <a:avLst/>
          </a:prstGeom>
        </p:spPr>
      </p:pic>
      <p:sp>
        <p:nvSpPr>
          <p:cNvPr id="10" name="Slide Number Placeholder 5">
            <a:extLst>
              <a:ext uri="{FF2B5EF4-FFF2-40B4-BE49-F238E27FC236}">
                <a16:creationId xmlns:a16="http://schemas.microsoft.com/office/drawing/2014/main" id="{60168804-0547-CF34-B414-95D0E583B2F5}"/>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US" smtClean="0"/>
              <a:pPr algn="r"/>
              <a:t>‹#›</a:t>
            </a:fld>
            <a:endParaRPr lang="en-US"/>
          </a:p>
        </p:txBody>
      </p:sp>
      <p:cxnSp>
        <p:nvCxnSpPr>
          <p:cNvPr id="11" name="Straight Connector 10">
            <a:extLst>
              <a:ext uri="{FF2B5EF4-FFF2-40B4-BE49-F238E27FC236}">
                <a16:creationId xmlns:a16="http://schemas.microsoft.com/office/drawing/2014/main" id="{0468A196-78C4-FD03-5917-5DE2FCC0AA23}"/>
              </a:ext>
            </a:extLst>
          </p:cNvPr>
          <p:cNvCxnSpPr>
            <a:cxnSpLocks/>
          </p:cNvCxnSpPr>
          <p:nvPr userDrawn="1"/>
        </p:nvCxnSpPr>
        <p:spPr>
          <a:xfrm>
            <a:off x="335360" y="6629400"/>
            <a:ext cx="11220030"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BFCAA3A0-9A2A-0C7D-0ED8-DB9C31154ABA}"/>
              </a:ext>
            </a:extLst>
          </p:cNvPr>
          <p:cNvCxnSpPr>
            <a:cxnSpLocks/>
          </p:cNvCxnSpPr>
          <p:nvPr userDrawn="1"/>
        </p:nvCxnSpPr>
        <p:spPr>
          <a:xfrm>
            <a:off x="335360" y="444624"/>
            <a:ext cx="11105041"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8" name="Text Placeholder 8">
            <a:extLst>
              <a:ext uri="{FF2B5EF4-FFF2-40B4-BE49-F238E27FC236}">
                <a16:creationId xmlns:a16="http://schemas.microsoft.com/office/drawing/2014/main" id="{DC2903B7-1EED-16D6-4EB0-9BAED875D0BB}"/>
              </a:ext>
            </a:extLst>
          </p:cNvPr>
          <p:cNvSpPr>
            <a:spLocks noGrp="1"/>
          </p:cNvSpPr>
          <p:nvPr>
            <p:ph type="body" sz="quarter" idx="24" hasCustomPrompt="1"/>
          </p:nvPr>
        </p:nvSpPr>
        <p:spPr>
          <a:xfrm>
            <a:off x="348300" y="242888"/>
            <a:ext cx="4206240" cy="182284"/>
          </a:xfrm>
        </p:spPr>
        <p:txBody>
          <a:bodyPr tIns="0" bIns="0"/>
          <a:lstStyle>
            <a:lvl1pPr>
              <a:lnSpc>
                <a:spcPct val="100000"/>
              </a:lnSpc>
              <a:defRPr sz="700" spc="50" baseline="0">
                <a:solidFill>
                  <a:schemeClr val="tx2"/>
                </a:solidFill>
                <a:latin typeface="+mn-lt"/>
              </a:defRPr>
            </a:lvl1pPr>
          </a:lstStyle>
          <a:p>
            <a:pPr lvl="0"/>
            <a:r>
              <a:rPr lang="en-US"/>
              <a:t>SECTION TITLE HERE</a:t>
            </a:r>
          </a:p>
        </p:txBody>
      </p:sp>
      <p:sp>
        <p:nvSpPr>
          <p:cNvPr id="13" name="Table Placeholder 2">
            <a:extLst>
              <a:ext uri="{FF2B5EF4-FFF2-40B4-BE49-F238E27FC236}">
                <a16:creationId xmlns:a16="http://schemas.microsoft.com/office/drawing/2014/main" id="{D15B2818-B3ED-62B7-27CF-C5DD03A7807D}"/>
              </a:ext>
            </a:extLst>
          </p:cNvPr>
          <p:cNvSpPr>
            <a:spLocks noGrp="1"/>
          </p:cNvSpPr>
          <p:nvPr>
            <p:ph type="tbl" sz="quarter" idx="22"/>
          </p:nvPr>
        </p:nvSpPr>
        <p:spPr>
          <a:xfrm>
            <a:off x="335360" y="2205316"/>
            <a:ext cx="11494008" cy="4178808"/>
          </a:xfrm>
        </p:spPr>
        <p:txBody>
          <a:bodyPr/>
          <a:lstStyle/>
          <a:p>
            <a:endParaRPr lang="en-US"/>
          </a:p>
        </p:txBody>
      </p:sp>
      <p:sp>
        <p:nvSpPr>
          <p:cNvPr id="15" name="Title 1">
            <a:extLst>
              <a:ext uri="{FF2B5EF4-FFF2-40B4-BE49-F238E27FC236}">
                <a16:creationId xmlns:a16="http://schemas.microsoft.com/office/drawing/2014/main" id="{0CC5CF3D-3F98-E252-96A3-610E3C6D37B5}"/>
              </a:ext>
            </a:extLst>
          </p:cNvPr>
          <p:cNvSpPr>
            <a:spLocks noGrp="1"/>
          </p:cNvSpPr>
          <p:nvPr>
            <p:ph type="title" hasCustomPrompt="1"/>
          </p:nvPr>
        </p:nvSpPr>
        <p:spPr>
          <a:xfrm>
            <a:off x="348299" y="548681"/>
            <a:ext cx="11164824" cy="594360"/>
          </a:xfrm>
        </p:spPr>
        <p:txBody>
          <a:bodyPr>
            <a:noAutofit/>
          </a:bodyPr>
          <a:lstStyle>
            <a:lvl1pPr>
              <a:lnSpc>
                <a:spcPct val="80000"/>
              </a:lnSpc>
              <a:defRPr>
                <a:solidFill>
                  <a:srgbClr val="3D441E"/>
                </a:solidFill>
              </a:defRPr>
            </a:lvl1pPr>
          </a:lstStyle>
          <a:p>
            <a:r>
              <a:rPr lang="en-US"/>
              <a:t>Insert Title Here</a:t>
            </a:r>
          </a:p>
        </p:txBody>
      </p:sp>
      <p:sp>
        <p:nvSpPr>
          <p:cNvPr id="16" name="Text Placeholder 14">
            <a:extLst>
              <a:ext uri="{FF2B5EF4-FFF2-40B4-BE49-F238E27FC236}">
                <a16:creationId xmlns:a16="http://schemas.microsoft.com/office/drawing/2014/main" id="{C4038286-CBBF-83BC-330D-61FDE2756F21}"/>
              </a:ext>
            </a:extLst>
          </p:cNvPr>
          <p:cNvSpPr>
            <a:spLocks noGrp="1"/>
          </p:cNvSpPr>
          <p:nvPr>
            <p:ph type="body" sz="quarter" idx="26" hasCustomPrompt="1"/>
          </p:nvPr>
        </p:nvSpPr>
        <p:spPr>
          <a:xfrm>
            <a:off x="348299" y="1166772"/>
            <a:ext cx="11164824" cy="393192"/>
          </a:xfrm>
        </p:spPr>
        <p:txBody>
          <a:bodyPr/>
          <a:lstStyle>
            <a:lvl1pPr>
              <a:lnSpc>
                <a:spcPct val="100000"/>
              </a:lnSpc>
              <a:defRPr sz="1600"/>
            </a:lvl1pPr>
          </a:lstStyle>
          <a:p>
            <a:pPr lvl="0"/>
            <a:r>
              <a:rPr lang="en-US"/>
              <a:t>Insert Subheading Here</a:t>
            </a:r>
          </a:p>
        </p:txBody>
      </p:sp>
    </p:spTree>
    <p:extLst>
      <p:ext uri="{BB962C8B-B14F-4D97-AF65-F5344CB8AC3E}">
        <p14:creationId xmlns:p14="http://schemas.microsoft.com/office/powerpoint/2010/main" val="364560310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6 - Chart Comparison">
    <p:spTree>
      <p:nvGrpSpPr>
        <p:cNvPr id="1" name=""/>
        <p:cNvGrpSpPr/>
        <p:nvPr/>
      </p:nvGrpSpPr>
      <p:grpSpPr>
        <a:xfrm>
          <a:off x="0" y="0"/>
          <a:ext cx="0" cy="0"/>
          <a:chOff x="0" y="0"/>
          <a:chExt cx="0" cy="0"/>
        </a:xfrm>
      </p:grpSpPr>
      <p:pic>
        <p:nvPicPr>
          <p:cNvPr id="6" name="Picture 5" descr="A black tree with leaves&#10;&#10;Description automatically generated">
            <a:extLst>
              <a:ext uri="{FF2B5EF4-FFF2-40B4-BE49-F238E27FC236}">
                <a16:creationId xmlns:a16="http://schemas.microsoft.com/office/drawing/2014/main" id="{FA38F9CD-D51A-E5CB-9076-D01C6C818BAE}"/>
              </a:ext>
            </a:extLst>
          </p:cNvPr>
          <p:cNvPicPr>
            <a:picLocks noChangeAspect="1"/>
          </p:cNvPicPr>
          <p:nvPr userDrawn="1"/>
        </p:nvPicPr>
        <p:blipFill>
          <a:blip r:embed="rId2"/>
          <a:stretch>
            <a:fillRect/>
          </a:stretch>
        </p:blipFill>
        <p:spPr>
          <a:xfrm>
            <a:off x="11440401" y="188640"/>
            <a:ext cx="488247" cy="495124"/>
          </a:xfrm>
          <a:prstGeom prst="rect">
            <a:avLst/>
          </a:prstGeom>
        </p:spPr>
      </p:pic>
      <p:cxnSp>
        <p:nvCxnSpPr>
          <p:cNvPr id="7" name="Straight Connector 6">
            <a:extLst>
              <a:ext uri="{FF2B5EF4-FFF2-40B4-BE49-F238E27FC236}">
                <a16:creationId xmlns:a16="http://schemas.microsoft.com/office/drawing/2014/main" id="{67747821-F3B4-740C-3D21-9559C1DA0FE5}"/>
              </a:ext>
            </a:extLst>
          </p:cNvPr>
          <p:cNvCxnSpPr>
            <a:cxnSpLocks/>
          </p:cNvCxnSpPr>
          <p:nvPr userDrawn="1"/>
        </p:nvCxnSpPr>
        <p:spPr>
          <a:xfrm flipV="1">
            <a:off x="5058056" y="2276872"/>
            <a:ext cx="0" cy="4104878"/>
          </a:xfrm>
          <a:prstGeom prst="line">
            <a:avLst/>
          </a:prstGeom>
          <a:ln>
            <a:solidFill>
              <a:srgbClr val="CBC4BC"/>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A1FAB22C-E011-A8C5-82C2-C853C6103E8A}"/>
              </a:ext>
            </a:extLst>
          </p:cNvPr>
          <p:cNvCxnSpPr>
            <a:cxnSpLocks/>
          </p:cNvCxnSpPr>
          <p:nvPr userDrawn="1"/>
        </p:nvCxnSpPr>
        <p:spPr>
          <a:xfrm flipV="1">
            <a:off x="9892230" y="2276872"/>
            <a:ext cx="0" cy="4104878"/>
          </a:xfrm>
          <a:prstGeom prst="line">
            <a:avLst/>
          </a:prstGeom>
          <a:ln>
            <a:solidFill>
              <a:srgbClr val="CBC4BC"/>
            </a:solidFill>
          </a:ln>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16694EE1-FF0C-EBC6-B048-B764F4CF1F9D}"/>
              </a:ext>
            </a:extLst>
          </p:cNvPr>
          <p:cNvCxnSpPr>
            <a:cxnSpLocks/>
          </p:cNvCxnSpPr>
          <p:nvPr userDrawn="1"/>
        </p:nvCxnSpPr>
        <p:spPr>
          <a:xfrm flipV="1">
            <a:off x="335360" y="2096032"/>
            <a:ext cx="11489926" cy="36823"/>
          </a:xfrm>
          <a:prstGeom prst="line">
            <a:avLst/>
          </a:prstGeom>
          <a:ln>
            <a:solidFill>
              <a:srgbClr val="CBC4BC"/>
            </a:solidFill>
          </a:ln>
        </p:spPr>
        <p:style>
          <a:lnRef idx="1">
            <a:schemeClr val="dk1"/>
          </a:lnRef>
          <a:fillRef idx="0">
            <a:schemeClr val="dk1"/>
          </a:fillRef>
          <a:effectRef idx="0">
            <a:schemeClr val="dk1"/>
          </a:effectRef>
          <a:fontRef idx="minor">
            <a:schemeClr val="tx1"/>
          </a:fontRef>
        </p:style>
      </p:cxnSp>
      <p:sp>
        <p:nvSpPr>
          <p:cNvPr id="10" name="Chart Placeholder 10">
            <a:extLst>
              <a:ext uri="{FF2B5EF4-FFF2-40B4-BE49-F238E27FC236}">
                <a16:creationId xmlns:a16="http://schemas.microsoft.com/office/drawing/2014/main" id="{525E6799-B057-517E-C7FD-20A728688915}"/>
              </a:ext>
            </a:extLst>
          </p:cNvPr>
          <p:cNvSpPr>
            <a:spLocks noGrp="1"/>
          </p:cNvSpPr>
          <p:nvPr>
            <p:ph type="chart" sz="quarter" idx="22"/>
          </p:nvPr>
        </p:nvSpPr>
        <p:spPr>
          <a:xfrm>
            <a:off x="357284" y="3177818"/>
            <a:ext cx="4556053" cy="3170322"/>
          </a:xfrm>
        </p:spPr>
        <p:txBody>
          <a:bodyPr/>
          <a:lstStyle/>
          <a:p>
            <a:endParaRPr lang="en-US"/>
          </a:p>
        </p:txBody>
      </p:sp>
      <p:sp>
        <p:nvSpPr>
          <p:cNvPr id="11" name="Chart Placeholder 10">
            <a:extLst>
              <a:ext uri="{FF2B5EF4-FFF2-40B4-BE49-F238E27FC236}">
                <a16:creationId xmlns:a16="http://schemas.microsoft.com/office/drawing/2014/main" id="{505F58B1-B049-5B9C-AED7-A46B9D539BD0}"/>
              </a:ext>
            </a:extLst>
          </p:cNvPr>
          <p:cNvSpPr>
            <a:spLocks noGrp="1"/>
          </p:cNvSpPr>
          <p:nvPr>
            <p:ph type="chart" sz="quarter" idx="23"/>
          </p:nvPr>
        </p:nvSpPr>
        <p:spPr>
          <a:xfrm>
            <a:off x="5203604" y="3177818"/>
            <a:ext cx="4556053" cy="3170322"/>
          </a:xfrm>
        </p:spPr>
        <p:txBody>
          <a:bodyPr/>
          <a:lstStyle/>
          <a:p>
            <a:endParaRPr lang="en-US"/>
          </a:p>
        </p:txBody>
      </p:sp>
      <p:sp>
        <p:nvSpPr>
          <p:cNvPr id="12" name="Text Placeholder 13">
            <a:extLst>
              <a:ext uri="{FF2B5EF4-FFF2-40B4-BE49-F238E27FC236}">
                <a16:creationId xmlns:a16="http://schemas.microsoft.com/office/drawing/2014/main" id="{69CCF75D-A0ED-056D-1FB8-4399C8354DD7}"/>
              </a:ext>
            </a:extLst>
          </p:cNvPr>
          <p:cNvSpPr>
            <a:spLocks noGrp="1"/>
          </p:cNvSpPr>
          <p:nvPr>
            <p:ph type="body" sz="quarter" idx="24" hasCustomPrompt="1"/>
          </p:nvPr>
        </p:nvSpPr>
        <p:spPr>
          <a:xfrm>
            <a:off x="357284" y="2220380"/>
            <a:ext cx="3759200" cy="360363"/>
          </a:xfrm>
        </p:spPr>
        <p:txBody>
          <a:bodyPr/>
          <a:lstStyle>
            <a:lvl1pPr>
              <a:lnSpc>
                <a:spcPts val="1700"/>
              </a:lnSpc>
              <a:spcBef>
                <a:spcPts val="0"/>
              </a:spcBef>
              <a:defRPr sz="1300"/>
            </a:lvl1pPr>
          </a:lstStyle>
          <a:p>
            <a:pPr lvl="0"/>
            <a:r>
              <a:rPr lang="en-US"/>
              <a:t>Description of data below</a:t>
            </a:r>
          </a:p>
        </p:txBody>
      </p:sp>
      <p:sp>
        <p:nvSpPr>
          <p:cNvPr id="13" name="Text Placeholder 13">
            <a:extLst>
              <a:ext uri="{FF2B5EF4-FFF2-40B4-BE49-F238E27FC236}">
                <a16:creationId xmlns:a16="http://schemas.microsoft.com/office/drawing/2014/main" id="{3F668E53-3B93-4ECE-058F-2F5F82576C30}"/>
              </a:ext>
            </a:extLst>
          </p:cNvPr>
          <p:cNvSpPr>
            <a:spLocks noGrp="1"/>
          </p:cNvSpPr>
          <p:nvPr>
            <p:ph type="body" sz="quarter" idx="25" hasCustomPrompt="1"/>
          </p:nvPr>
        </p:nvSpPr>
        <p:spPr>
          <a:xfrm>
            <a:off x="357284" y="1732700"/>
            <a:ext cx="3759200" cy="360363"/>
          </a:xfrm>
        </p:spPr>
        <p:txBody>
          <a:bodyPr/>
          <a:lstStyle>
            <a:lvl1pPr>
              <a:lnSpc>
                <a:spcPts val="1700"/>
              </a:lnSpc>
              <a:spcBef>
                <a:spcPts val="0"/>
              </a:spcBef>
              <a:defRPr sz="1300"/>
            </a:lvl1pPr>
          </a:lstStyle>
          <a:p>
            <a:pPr lvl="0"/>
            <a:r>
              <a:rPr lang="en-US"/>
              <a:t>Text here</a:t>
            </a:r>
          </a:p>
        </p:txBody>
      </p:sp>
      <p:sp>
        <p:nvSpPr>
          <p:cNvPr id="14" name="Text Placeholder 13">
            <a:extLst>
              <a:ext uri="{FF2B5EF4-FFF2-40B4-BE49-F238E27FC236}">
                <a16:creationId xmlns:a16="http://schemas.microsoft.com/office/drawing/2014/main" id="{942766DE-A7C0-C17A-BD3C-EA6F2F9B1E63}"/>
              </a:ext>
            </a:extLst>
          </p:cNvPr>
          <p:cNvSpPr>
            <a:spLocks noGrp="1"/>
          </p:cNvSpPr>
          <p:nvPr>
            <p:ph type="body" sz="quarter" idx="26" hasCustomPrompt="1"/>
          </p:nvPr>
        </p:nvSpPr>
        <p:spPr>
          <a:xfrm>
            <a:off x="5203604" y="2220380"/>
            <a:ext cx="3759200" cy="360363"/>
          </a:xfrm>
        </p:spPr>
        <p:txBody>
          <a:bodyPr/>
          <a:lstStyle>
            <a:lvl1pPr>
              <a:lnSpc>
                <a:spcPts val="1700"/>
              </a:lnSpc>
              <a:spcBef>
                <a:spcPts val="0"/>
              </a:spcBef>
              <a:defRPr sz="1300"/>
            </a:lvl1pPr>
          </a:lstStyle>
          <a:p>
            <a:pPr lvl="0"/>
            <a:r>
              <a:rPr lang="en-US"/>
              <a:t>Description of data below</a:t>
            </a:r>
          </a:p>
        </p:txBody>
      </p:sp>
      <p:sp>
        <p:nvSpPr>
          <p:cNvPr id="15" name="Text Placeholder 13">
            <a:extLst>
              <a:ext uri="{FF2B5EF4-FFF2-40B4-BE49-F238E27FC236}">
                <a16:creationId xmlns:a16="http://schemas.microsoft.com/office/drawing/2014/main" id="{543F2222-755E-AB06-5F7A-43ECD48787BD}"/>
              </a:ext>
            </a:extLst>
          </p:cNvPr>
          <p:cNvSpPr>
            <a:spLocks noGrp="1"/>
          </p:cNvSpPr>
          <p:nvPr>
            <p:ph type="body" sz="quarter" idx="27" hasCustomPrompt="1"/>
          </p:nvPr>
        </p:nvSpPr>
        <p:spPr>
          <a:xfrm>
            <a:off x="10056440" y="2173682"/>
            <a:ext cx="1263598" cy="360363"/>
          </a:xfrm>
        </p:spPr>
        <p:txBody>
          <a:bodyPr/>
          <a:lstStyle>
            <a:lvl1pPr>
              <a:lnSpc>
                <a:spcPts val="1400"/>
              </a:lnSpc>
              <a:spcBef>
                <a:spcPts val="0"/>
              </a:spcBef>
              <a:defRPr sz="800" b="1" cap="all" spc="50" baseline="0"/>
            </a:lvl1pPr>
          </a:lstStyle>
          <a:p>
            <a:pPr lvl="0"/>
            <a:r>
              <a:rPr lang="en-US"/>
              <a:t>Commentary</a:t>
            </a:r>
          </a:p>
        </p:txBody>
      </p:sp>
      <p:sp>
        <p:nvSpPr>
          <p:cNvPr id="16" name="Text Placeholder 13">
            <a:extLst>
              <a:ext uri="{FF2B5EF4-FFF2-40B4-BE49-F238E27FC236}">
                <a16:creationId xmlns:a16="http://schemas.microsoft.com/office/drawing/2014/main" id="{CD027F4D-8400-E4A8-CA0A-879126E55D16}"/>
              </a:ext>
            </a:extLst>
          </p:cNvPr>
          <p:cNvSpPr>
            <a:spLocks noGrp="1"/>
          </p:cNvSpPr>
          <p:nvPr>
            <p:ph type="body" sz="quarter" idx="28" hasCustomPrompt="1"/>
          </p:nvPr>
        </p:nvSpPr>
        <p:spPr>
          <a:xfrm>
            <a:off x="10029604" y="2677580"/>
            <a:ext cx="1795684" cy="3670560"/>
          </a:xfrm>
        </p:spPr>
        <p:txBody>
          <a:bodyPr/>
          <a:lstStyle>
            <a:lvl1pPr marL="126000" indent="-126000">
              <a:lnSpc>
                <a:spcPts val="1500"/>
              </a:lnSpc>
              <a:spcBef>
                <a:spcPts val="0"/>
              </a:spcBef>
              <a:spcAft>
                <a:spcPts val="600"/>
              </a:spcAft>
              <a:buFont typeface="Arial" panose="020B0604020202020204" pitchFamily="34" charset="0"/>
              <a:buChar char="•"/>
              <a:defRPr sz="1300"/>
            </a:lvl1pPr>
          </a:lstStyle>
          <a:p>
            <a:pPr lvl="0"/>
            <a:r>
              <a:rPr lang="en-US"/>
              <a:t>…</a:t>
            </a:r>
          </a:p>
          <a:p>
            <a:pPr lvl="0"/>
            <a:r>
              <a:rPr lang="en-US"/>
              <a:t>…</a:t>
            </a:r>
          </a:p>
          <a:p>
            <a:pPr lvl="0"/>
            <a:r>
              <a:rPr lang="en-US"/>
              <a:t>…</a:t>
            </a:r>
          </a:p>
        </p:txBody>
      </p:sp>
      <p:sp>
        <p:nvSpPr>
          <p:cNvPr id="17" name="Slide Number Placeholder 5">
            <a:extLst>
              <a:ext uri="{FF2B5EF4-FFF2-40B4-BE49-F238E27FC236}">
                <a16:creationId xmlns:a16="http://schemas.microsoft.com/office/drawing/2014/main" id="{BE92E73E-C595-2466-046A-76FA015D31A3}"/>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US" smtClean="0"/>
              <a:pPr algn="r"/>
              <a:t>‹#›</a:t>
            </a:fld>
            <a:endParaRPr lang="en-US"/>
          </a:p>
        </p:txBody>
      </p:sp>
      <p:cxnSp>
        <p:nvCxnSpPr>
          <p:cNvPr id="18" name="Straight Connector 17">
            <a:extLst>
              <a:ext uri="{FF2B5EF4-FFF2-40B4-BE49-F238E27FC236}">
                <a16:creationId xmlns:a16="http://schemas.microsoft.com/office/drawing/2014/main" id="{8B778525-82F7-4B98-7CC3-5D206676FF22}"/>
              </a:ext>
            </a:extLst>
          </p:cNvPr>
          <p:cNvCxnSpPr>
            <a:cxnSpLocks/>
          </p:cNvCxnSpPr>
          <p:nvPr userDrawn="1"/>
        </p:nvCxnSpPr>
        <p:spPr>
          <a:xfrm>
            <a:off x="335360" y="6629400"/>
            <a:ext cx="11220030"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DA2E3D33-41BC-5CC6-8FB5-8494C8A4E6F2}"/>
              </a:ext>
            </a:extLst>
          </p:cNvPr>
          <p:cNvCxnSpPr>
            <a:cxnSpLocks/>
          </p:cNvCxnSpPr>
          <p:nvPr userDrawn="1"/>
        </p:nvCxnSpPr>
        <p:spPr>
          <a:xfrm>
            <a:off x="335360" y="444624"/>
            <a:ext cx="11105041"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20" name="Text Placeholder 8">
            <a:extLst>
              <a:ext uri="{FF2B5EF4-FFF2-40B4-BE49-F238E27FC236}">
                <a16:creationId xmlns:a16="http://schemas.microsoft.com/office/drawing/2014/main" id="{DBD42743-C2BF-9CBF-5DF0-A3C7ED1ABA20}"/>
              </a:ext>
            </a:extLst>
          </p:cNvPr>
          <p:cNvSpPr>
            <a:spLocks noGrp="1"/>
          </p:cNvSpPr>
          <p:nvPr>
            <p:ph type="body" sz="quarter" idx="29" hasCustomPrompt="1"/>
          </p:nvPr>
        </p:nvSpPr>
        <p:spPr>
          <a:xfrm>
            <a:off x="348300" y="242888"/>
            <a:ext cx="4206240" cy="182284"/>
          </a:xfrm>
        </p:spPr>
        <p:txBody>
          <a:bodyPr tIns="0" bIns="0"/>
          <a:lstStyle>
            <a:lvl1pPr>
              <a:lnSpc>
                <a:spcPct val="100000"/>
              </a:lnSpc>
              <a:defRPr sz="700" spc="50" baseline="0">
                <a:solidFill>
                  <a:schemeClr val="tx2"/>
                </a:solidFill>
                <a:latin typeface="+mn-lt"/>
              </a:defRPr>
            </a:lvl1pPr>
          </a:lstStyle>
          <a:p>
            <a:pPr lvl="0"/>
            <a:r>
              <a:rPr lang="en-US"/>
              <a:t>SECTION TITLE HERE</a:t>
            </a:r>
          </a:p>
        </p:txBody>
      </p:sp>
      <p:sp>
        <p:nvSpPr>
          <p:cNvPr id="21" name="Title 1">
            <a:extLst>
              <a:ext uri="{FF2B5EF4-FFF2-40B4-BE49-F238E27FC236}">
                <a16:creationId xmlns:a16="http://schemas.microsoft.com/office/drawing/2014/main" id="{22567B45-DAA4-796F-9A4C-A9736EB9A4C4}"/>
              </a:ext>
            </a:extLst>
          </p:cNvPr>
          <p:cNvSpPr>
            <a:spLocks noGrp="1"/>
          </p:cNvSpPr>
          <p:nvPr>
            <p:ph type="title" hasCustomPrompt="1"/>
          </p:nvPr>
        </p:nvSpPr>
        <p:spPr>
          <a:xfrm>
            <a:off x="348299" y="548681"/>
            <a:ext cx="11164824" cy="594360"/>
          </a:xfrm>
        </p:spPr>
        <p:txBody>
          <a:bodyPr>
            <a:noAutofit/>
          </a:bodyPr>
          <a:lstStyle>
            <a:lvl1pPr algn="l">
              <a:lnSpc>
                <a:spcPct val="80000"/>
              </a:lnSpc>
              <a:defRPr>
                <a:solidFill>
                  <a:srgbClr val="3D441E"/>
                </a:solidFill>
              </a:defRPr>
            </a:lvl1pPr>
          </a:lstStyle>
          <a:p>
            <a:r>
              <a:rPr lang="en-US"/>
              <a:t>Insert Title Here</a:t>
            </a:r>
          </a:p>
        </p:txBody>
      </p:sp>
    </p:spTree>
    <p:extLst>
      <p:ext uri="{BB962C8B-B14F-4D97-AF65-F5344CB8AC3E}">
        <p14:creationId xmlns:p14="http://schemas.microsoft.com/office/powerpoint/2010/main" val="166768658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6 - Map Landscape">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CDDC2F1F-FD40-42E3-123C-BCA95A066345}"/>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US" smtClean="0"/>
              <a:pPr algn="r"/>
              <a:t>‹#›</a:t>
            </a:fld>
            <a:endParaRPr lang="en-US"/>
          </a:p>
        </p:txBody>
      </p:sp>
      <p:cxnSp>
        <p:nvCxnSpPr>
          <p:cNvPr id="10" name="Straight Connector 9">
            <a:extLst>
              <a:ext uri="{FF2B5EF4-FFF2-40B4-BE49-F238E27FC236}">
                <a16:creationId xmlns:a16="http://schemas.microsoft.com/office/drawing/2014/main" id="{1F12D094-7AEE-C14A-E381-E4EC56E95484}"/>
              </a:ext>
            </a:extLst>
          </p:cNvPr>
          <p:cNvCxnSpPr>
            <a:cxnSpLocks/>
          </p:cNvCxnSpPr>
          <p:nvPr userDrawn="1"/>
        </p:nvCxnSpPr>
        <p:spPr>
          <a:xfrm>
            <a:off x="335360" y="6629400"/>
            <a:ext cx="11220030"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2DBA8181-DC70-E296-CC4C-B7DE82BCF43C}"/>
              </a:ext>
            </a:extLst>
          </p:cNvPr>
          <p:cNvSpPr>
            <a:spLocks noGrp="1"/>
          </p:cNvSpPr>
          <p:nvPr>
            <p:ph type="title" hasCustomPrompt="1"/>
          </p:nvPr>
        </p:nvSpPr>
        <p:spPr>
          <a:xfrm>
            <a:off x="342241" y="548680"/>
            <a:ext cx="4313599" cy="1040003"/>
          </a:xfrm>
        </p:spPr>
        <p:txBody>
          <a:bodyPr>
            <a:noAutofit/>
          </a:bodyPr>
          <a:lstStyle>
            <a:lvl1pPr>
              <a:lnSpc>
                <a:spcPct val="80000"/>
              </a:lnSpc>
              <a:defRPr>
                <a:solidFill>
                  <a:srgbClr val="3D441E"/>
                </a:solidFill>
              </a:defRPr>
            </a:lvl1pPr>
          </a:lstStyle>
          <a:p>
            <a:r>
              <a:rPr lang="en-US"/>
              <a:t>Insert Title Here</a:t>
            </a:r>
          </a:p>
        </p:txBody>
      </p:sp>
      <p:sp>
        <p:nvSpPr>
          <p:cNvPr id="7" name="Text Placeholder 6">
            <a:extLst>
              <a:ext uri="{FF2B5EF4-FFF2-40B4-BE49-F238E27FC236}">
                <a16:creationId xmlns:a16="http://schemas.microsoft.com/office/drawing/2014/main" id="{A7897ADF-6287-3772-480C-2821CC6E5C0E}"/>
              </a:ext>
            </a:extLst>
          </p:cNvPr>
          <p:cNvSpPr>
            <a:spLocks noGrp="1"/>
          </p:cNvSpPr>
          <p:nvPr>
            <p:ph type="body" sz="quarter" idx="22" hasCustomPrompt="1"/>
          </p:nvPr>
        </p:nvSpPr>
        <p:spPr>
          <a:xfrm>
            <a:off x="9063038" y="1773238"/>
            <a:ext cx="2649581" cy="4616992"/>
          </a:xfrm>
        </p:spPr>
        <p:txBody>
          <a:bodyPr anchor="b" anchorCtr="0"/>
          <a:lstStyle>
            <a:lvl1pPr marL="180000" marR="0" indent="-180000" algn="l" defTabSz="914400" rtl="0" eaLnBrk="1" fontAlgn="auto" latinLnBrk="0" hangingPunct="1">
              <a:lnSpc>
                <a:spcPct val="110000"/>
              </a:lnSpc>
              <a:spcBef>
                <a:spcPts val="0"/>
              </a:spcBef>
              <a:spcAft>
                <a:spcPts val="0"/>
              </a:spcAft>
              <a:buClrTx/>
              <a:buSzTx/>
              <a:buFont typeface="Arial" panose="020B0604020202020204" pitchFamily="34" charset="0"/>
              <a:buNone/>
              <a:tabLst/>
              <a:defRPr/>
            </a:lvl1pPr>
          </a:lstStyle>
          <a:p>
            <a:pPr marL="180000" marR="0" lvl="0" indent="-180000" algn="l" defTabSz="914400" rtl="0" eaLnBrk="1" fontAlgn="auto" latinLnBrk="0" hangingPunct="1">
              <a:lnSpc>
                <a:spcPts val="1600"/>
              </a:lnSpc>
              <a:spcBef>
                <a:spcPts val="0"/>
              </a:spcBef>
              <a:spcAft>
                <a:spcPts val="500"/>
              </a:spcAft>
              <a:buClrTx/>
              <a:buSzTx/>
              <a:buFont typeface="Arial" panose="020B0604020202020204" pitchFamily="34" charset="0"/>
              <a:buChar char="•"/>
              <a:tabLst/>
              <a:defRPr/>
            </a:pPr>
            <a:r>
              <a:rPr lang="en-US"/>
              <a:t>Insert text here</a:t>
            </a:r>
          </a:p>
          <a:p>
            <a:pPr marL="180000" marR="0" lvl="0" indent="-180000" algn="l" defTabSz="914400" rtl="0" eaLnBrk="1" fontAlgn="auto" latinLnBrk="0" hangingPunct="1">
              <a:lnSpc>
                <a:spcPts val="1600"/>
              </a:lnSpc>
              <a:spcBef>
                <a:spcPts val="0"/>
              </a:spcBef>
              <a:spcAft>
                <a:spcPts val="500"/>
              </a:spcAft>
              <a:buClrTx/>
              <a:buSzTx/>
              <a:buFont typeface="Arial" panose="020B0604020202020204" pitchFamily="34" charset="0"/>
              <a:buChar char="•"/>
              <a:tabLst/>
              <a:defRPr/>
            </a:pPr>
            <a:r>
              <a:rPr lang="en-US"/>
              <a:t>Insert text here</a:t>
            </a:r>
          </a:p>
          <a:p>
            <a:pPr marL="180000" marR="0" lvl="0" indent="-180000" algn="l" defTabSz="914400" rtl="0" eaLnBrk="1" fontAlgn="auto" latinLnBrk="0" hangingPunct="1">
              <a:lnSpc>
                <a:spcPts val="1600"/>
              </a:lnSpc>
              <a:spcBef>
                <a:spcPts val="0"/>
              </a:spcBef>
              <a:spcAft>
                <a:spcPts val="500"/>
              </a:spcAft>
              <a:buClrTx/>
              <a:buSzTx/>
              <a:buFont typeface="Arial" panose="020B0604020202020204" pitchFamily="34" charset="0"/>
              <a:buChar char="•"/>
              <a:tabLst/>
              <a:defRPr/>
            </a:pPr>
            <a:r>
              <a:rPr lang="en-US"/>
              <a:t>Insert text here</a:t>
            </a:r>
          </a:p>
        </p:txBody>
      </p:sp>
      <p:cxnSp>
        <p:nvCxnSpPr>
          <p:cNvPr id="8" name="Straight Connector 7">
            <a:extLst>
              <a:ext uri="{FF2B5EF4-FFF2-40B4-BE49-F238E27FC236}">
                <a16:creationId xmlns:a16="http://schemas.microsoft.com/office/drawing/2014/main" id="{89DE8CC1-6E90-19BA-FC6E-7669134126DA}"/>
              </a:ext>
            </a:extLst>
          </p:cNvPr>
          <p:cNvCxnSpPr/>
          <p:nvPr userDrawn="1"/>
        </p:nvCxnSpPr>
        <p:spPr>
          <a:xfrm>
            <a:off x="8926513" y="620713"/>
            <a:ext cx="0" cy="5769546"/>
          </a:xfrm>
          <a:prstGeom prst="line">
            <a:avLst/>
          </a:prstGeom>
          <a:ln>
            <a:solidFill>
              <a:srgbClr val="CBC4BC"/>
            </a:solidFill>
          </a:ln>
        </p:spPr>
        <p:style>
          <a:lnRef idx="1">
            <a:schemeClr val="accent1"/>
          </a:lnRef>
          <a:fillRef idx="0">
            <a:schemeClr val="accent1"/>
          </a:fillRef>
          <a:effectRef idx="0">
            <a:schemeClr val="accent1"/>
          </a:effectRef>
          <a:fontRef idx="minor">
            <a:schemeClr val="tx1"/>
          </a:fontRef>
        </p:style>
      </p:cxnSp>
      <p:pic>
        <p:nvPicPr>
          <p:cNvPr id="4" name="Picture 3" descr="A black tree with leaves&#10;&#10;Description automatically generated">
            <a:extLst>
              <a:ext uri="{FF2B5EF4-FFF2-40B4-BE49-F238E27FC236}">
                <a16:creationId xmlns:a16="http://schemas.microsoft.com/office/drawing/2014/main" id="{3E3C06BD-BB7E-F9C2-BB58-31F93AE9506A}"/>
              </a:ext>
            </a:extLst>
          </p:cNvPr>
          <p:cNvPicPr>
            <a:picLocks noChangeAspect="1"/>
          </p:cNvPicPr>
          <p:nvPr userDrawn="1"/>
        </p:nvPicPr>
        <p:blipFill>
          <a:blip r:embed="rId2"/>
          <a:stretch>
            <a:fillRect/>
          </a:stretch>
        </p:blipFill>
        <p:spPr>
          <a:xfrm>
            <a:off x="11440401" y="188640"/>
            <a:ext cx="488247" cy="495124"/>
          </a:xfrm>
          <a:prstGeom prst="rect">
            <a:avLst/>
          </a:prstGeom>
        </p:spPr>
      </p:pic>
      <p:cxnSp>
        <p:nvCxnSpPr>
          <p:cNvPr id="12" name="Straight Connector 11">
            <a:extLst>
              <a:ext uri="{FF2B5EF4-FFF2-40B4-BE49-F238E27FC236}">
                <a16:creationId xmlns:a16="http://schemas.microsoft.com/office/drawing/2014/main" id="{DDF7272B-6336-9073-916F-074D1B315014}"/>
              </a:ext>
            </a:extLst>
          </p:cNvPr>
          <p:cNvCxnSpPr>
            <a:cxnSpLocks/>
          </p:cNvCxnSpPr>
          <p:nvPr userDrawn="1"/>
        </p:nvCxnSpPr>
        <p:spPr>
          <a:xfrm>
            <a:off x="335360" y="444624"/>
            <a:ext cx="11105041"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3" name="Picture Placeholder 15">
            <a:extLst>
              <a:ext uri="{FF2B5EF4-FFF2-40B4-BE49-F238E27FC236}">
                <a16:creationId xmlns:a16="http://schemas.microsoft.com/office/drawing/2014/main" id="{5A32053B-E2CD-7F84-ABED-D676A4DDDC33}"/>
              </a:ext>
            </a:extLst>
          </p:cNvPr>
          <p:cNvSpPr>
            <a:spLocks noGrp="1"/>
          </p:cNvSpPr>
          <p:nvPr>
            <p:ph type="pic" sz="quarter" idx="23"/>
          </p:nvPr>
        </p:nvSpPr>
        <p:spPr>
          <a:xfrm>
            <a:off x="335359" y="1773238"/>
            <a:ext cx="8454625" cy="4616988"/>
          </a:xfrm>
          <a:solidFill>
            <a:schemeClr val="accent2">
              <a:alpha val="20000"/>
            </a:schemeClr>
          </a:solidFill>
        </p:spPr>
        <p:txBody>
          <a:bodyPr/>
          <a:lstStyle/>
          <a:p>
            <a:endParaRPr lang="en-US"/>
          </a:p>
        </p:txBody>
      </p:sp>
      <p:sp>
        <p:nvSpPr>
          <p:cNvPr id="11" name="Text Placeholder 8">
            <a:extLst>
              <a:ext uri="{FF2B5EF4-FFF2-40B4-BE49-F238E27FC236}">
                <a16:creationId xmlns:a16="http://schemas.microsoft.com/office/drawing/2014/main" id="{FE45C724-C9D2-ACE3-7F60-22D8922FDC4A}"/>
              </a:ext>
            </a:extLst>
          </p:cNvPr>
          <p:cNvSpPr>
            <a:spLocks noGrp="1"/>
          </p:cNvSpPr>
          <p:nvPr>
            <p:ph type="body" sz="quarter" idx="24" hasCustomPrompt="1"/>
          </p:nvPr>
        </p:nvSpPr>
        <p:spPr>
          <a:xfrm>
            <a:off x="348300" y="242888"/>
            <a:ext cx="4206240" cy="182284"/>
          </a:xfrm>
        </p:spPr>
        <p:txBody>
          <a:bodyPr tIns="0" bIns="0"/>
          <a:lstStyle>
            <a:lvl1pPr>
              <a:lnSpc>
                <a:spcPct val="100000"/>
              </a:lnSpc>
              <a:defRPr sz="700" spc="50" baseline="0">
                <a:solidFill>
                  <a:schemeClr val="tx2"/>
                </a:solidFill>
                <a:latin typeface="+mn-lt"/>
              </a:defRPr>
            </a:lvl1pPr>
          </a:lstStyle>
          <a:p>
            <a:pPr lvl="0"/>
            <a:r>
              <a:rPr lang="en-US"/>
              <a:t>SECTION TITLE HERE</a:t>
            </a:r>
          </a:p>
        </p:txBody>
      </p:sp>
    </p:spTree>
    <p:extLst>
      <p:ext uri="{BB962C8B-B14F-4D97-AF65-F5344CB8AC3E}">
        <p14:creationId xmlns:p14="http://schemas.microsoft.com/office/powerpoint/2010/main" val="3376047355"/>
      </p:ext>
    </p:extLst>
  </p:cSld>
  <p:clrMapOvr>
    <a:masterClrMapping/>
  </p:clrMapOvr>
  <p:extLst>
    <p:ext uri="{DCECCB84-F9BA-43D5-87BE-67443E8EF086}">
      <p15:sldGuideLst xmlns:p15="http://schemas.microsoft.com/office/powerpoint/2012/main">
        <p15:guide id="1" orient="horz" pos="391">
          <p15:clr>
            <a:srgbClr val="FBAE40"/>
          </p15:clr>
        </p15:guide>
        <p15:guide id="2" orient="horz" pos="4020">
          <p15:clr>
            <a:srgbClr val="FBAE40"/>
          </p15:clr>
        </p15:guide>
        <p15:guide id="3" orient="horz" pos="216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6 - Map Portrait">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CDDC2F1F-FD40-42E3-123C-BCA95A066345}"/>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US" smtClean="0"/>
              <a:pPr algn="r"/>
              <a:t>‹#›</a:t>
            </a:fld>
            <a:endParaRPr lang="en-US"/>
          </a:p>
        </p:txBody>
      </p:sp>
      <p:cxnSp>
        <p:nvCxnSpPr>
          <p:cNvPr id="10" name="Straight Connector 9">
            <a:extLst>
              <a:ext uri="{FF2B5EF4-FFF2-40B4-BE49-F238E27FC236}">
                <a16:creationId xmlns:a16="http://schemas.microsoft.com/office/drawing/2014/main" id="{1F12D094-7AEE-C14A-E381-E4EC56E95484}"/>
              </a:ext>
            </a:extLst>
          </p:cNvPr>
          <p:cNvCxnSpPr>
            <a:cxnSpLocks/>
          </p:cNvCxnSpPr>
          <p:nvPr userDrawn="1"/>
        </p:nvCxnSpPr>
        <p:spPr>
          <a:xfrm>
            <a:off x="335360" y="6629400"/>
            <a:ext cx="11220030"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2DBA8181-DC70-E296-CC4C-B7DE82BCF43C}"/>
              </a:ext>
            </a:extLst>
          </p:cNvPr>
          <p:cNvSpPr>
            <a:spLocks noGrp="1"/>
          </p:cNvSpPr>
          <p:nvPr>
            <p:ph type="title" hasCustomPrompt="1"/>
          </p:nvPr>
        </p:nvSpPr>
        <p:spPr>
          <a:xfrm>
            <a:off x="342241" y="548680"/>
            <a:ext cx="4313599" cy="1040003"/>
          </a:xfrm>
        </p:spPr>
        <p:txBody>
          <a:bodyPr>
            <a:noAutofit/>
          </a:bodyPr>
          <a:lstStyle>
            <a:lvl1pPr>
              <a:lnSpc>
                <a:spcPct val="80000"/>
              </a:lnSpc>
              <a:defRPr>
                <a:solidFill>
                  <a:srgbClr val="3D441E"/>
                </a:solidFill>
              </a:defRPr>
            </a:lvl1pPr>
          </a:lstStyle>
          <a:p>
            <a:r>
              <a:rPr lang="en-US"/>
              <a:t>Insert Title Here</a:t>
            </a:r>
          </a:p>
        </p:txBody>
      </p:sp>
      <p:sp>
        <p:nvSpPr>
          <p:cNvPr id="7" name="Text Placeholder 6">
            <a:extLst>
              <a:ext uri="{FF2B5EF4-FFF2-40B4-BE49-F238E27FC236}">
                <a16:creationId xmlns:a16="http://schemas.microsoft.com/office/drawing/2014/main" id="{A7897ADF-6287-3772-480C-2821CC6E5C0E}"/>
              </a:ext>
            </a:extLst>
          </p:cNvPr>
          <p:cNvSpPr>
            <a:spLocks noGrp="1"/>
          </p:cNvSpPr>
          <p:nvPr>
            <p:ph type="body" sz="quarter" idx="22" hasCustomPrompt="1"/>
          </p:nvPr>
        </p:nvSpPr>
        <p:spPr>
          <a:xfrm>
            <a:off x="357988" y="1773238"/>
            <a:ext cx="3605199" cy="4616992"/>
          </a:xfrm>
        </p:spPr>
        <p:txBody>
          <a:bodyPr anchor="b" anchorCtr="0"/>
          <a:lstStyle>
            <a:lvl1pPr marL="180000" marR="0" indent="-180000" algn="l" defTabSz="914400" rtl="0" eaLnBrk="1" fontAlgn="auto" latinLnBrk="0" hangingPunct="1">
              <a:lnSpc>
                <a:spcPct val="110000"/>
              </a:lnSpc>
              <a:spcBef>
                <a:spcPts val="0"/>
              </a:spcBef>
              <a:spcAft>
                <a:spcPts val="500"/>
              </a:spcAft>
              <a:buClrTx/>
              <a:buSzTx/>
              <a:buFont typeface="Arial" panose="020B0604020202020204" pitchFamily="34" charset="0"/>
              <a:buNone/>
              <a:tabLst/>
              <a:defRPr/>
            </a:lvl1pPr>
          </a:lstStyle>
          <a:p>
            <a:pPr marL="180000" marR="0" lvl="0" indent="-180000" algn="l" defTabSz="914400" rtl="0" eaLnBrk="1" fontAlgn="auto" latinLnBrk="0" hangingPunct="1">
              <a:lnSpc>
                <a:spcPts val="1600"/>
              </a:lnSpc>
              <a:spcBef>
                <a:spcPts val="0"/>
              </a:spcBef>
              <a:spcAft>
                <a:spcPts val="500"/>
              </a:spcAft>
              <a:buClrTx/>
              <a:buSzTx/>
              <a:buFont typeface="Arial" panose="020B0604020202020204" pitchFamily="34" charset="0"/>
              <a:buChar char="•"/>
              <a:tabLst/>
              <a:defRPr/>
            </a:pPr>
            <a:r>
              <a:rPr lang="en-US"/>
              <a:t>Insert text here</a:t>
            </a:r>
          </a:p>
          <a:p>
            <a:pPr marL="180000" marR="0" lvl="0" indent="-180000" algn="l" defTabSz="914400" rtl="0" eaLnBrk="1" fontAlgn="auto" latinLnBrk="0" hangingPunct="1">
              <a:lnSpc>
                <a:spcPts val="1600"/>
              </a:lnSpc>
              <a:spcBef>
                <a:spcPts val="0"/>
              </a:spcBef>
              <a:spcAft>
                <a:spcPts val="500"/>
              </a:spcAft>
              <a:buClrTx/>
              <a:buSzTx/>
              <a:buFont typeface="Arial" panose="020B0604020202020204" pitchFamily="34" charset="0"/>
              <a:buChar char="•"/>
              <a:tabLst/>
              <a:defRPr/>
            </a:pPr>
            <a:r>
              <a:rPr lang="en-US"/>
              <a:t>Insert text here</a:t>
            </a:r>
          </a:p>
          <a:p>
            <a:pPr marL="180000" marR="0" lvl="0" indent="-180000" algn="l" defTabSz="914400" rtl="0" eaLnBrk="1" fontAlgn="auto" latinLnBrk="0" hangingPunct="1">
              <a:lnSpc>
                <a:spcPts val="1600"/>
              </a:lnSpc>
              <a:spcBef>
                <a:spcPts val="0"/>
              </a:spcBef>
              <a:spcAft>
                <a:spcPts val="500"/>
              </a:spcAft>
              <a:buClrTx/>
              <a:buSzTx/>
              <a:buFont typeface="Arial" panose="020B0604020202020204" pitchFamily="34" charset="0"/>
              <a:buChar char="•"/>
              <a:tabLst/>
              <a:defRPr/>
            </a:pPr>
            <a:r>
              <a:rPr lang="en-US"/>
              <a:t>Insert text here</a:t>
            </a:r>
          </a:p>
        </p:txBody>
      </p:sp>
      <p:cxnSp>
        <p:nvCxnSpPr>
          <p:cNvPr id="8" name="Straight Connector 7">
            <a:extLst>
              <a:ext uri="{FF2B5EF4-FFF2-40B4-BE49-F238E27FC236}">
                <a16:creationId xmlns:a16="http://schemas.microsoft.com/office/drawing/2014/main" id="{89DE8CC1-6E90-19BA-FC6E-7669134126DA}"/>
              </a:ext>
            </a:extLst>
          </p:cNvPr>
          <p:cNvCxnSpPr/>
          <p:nvPr userDrawn="1"/>
        </p:nvCxnSpPr>
        <p:spPr>
          <a:xfrm>
            <a:off x="4231958" y="620713"/>
            <a:ext cx="0" cy="5769546"/>
          </a:xfrm>
          <a:prstGeom prst="line">
            <a:avLst/>
          </a:prstGeom>
          <a:ln>
            <a:solidFill>
              <a:srgbClr val="CBC4BC"/>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DF7272B-6336-9073-916F-074D1B315014}"/>
              </a:ext>
            </a:extLst>
          </p:cNvPr>
          <p:cNvCxnSpPr>
            <a:cxnSpLocks/>
          </p:cNvCxnSpPr>
          <p:nvPr userDrawn="1"/>
        </p:nvCxnSpPr>
        <p:spPr>
          <a:xfrm>
            <a:off x="335360" y="444624"/>
            <a:ext cx="11498652"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3" name="Picture Placeholder 15">
            <a:extLst>
              <a:ext uri="{FF2B5EF4-FFF2-40B4-BE49-F238E27FC236}">
                <a16:creationId xmlns:a16="http://schemas.microsoft.com/office/drawing/2014/main" id="{5A32053B-E2CD-7F84-ABED-D676A4DDDC33}"/>
              </a:ext>
            </a:extLst>
          </p:cNvPr>
          <p:cNvSpPr>
            <a:spLocks noGrp="1"/>
          </p:cNvSpPr>
          <p:nvPr>
            <p:ph type="pic" sz="quarter" idx="23"/>
          </p:nvPr>
        </p:nvSpPr>
        <p:spPr>
          <a:xfrm>
            <a:off x="5197481" y="620713"/>
            <a:ext cx="6636532" cy="5769513"/>
          </a:xfrm>
          <a:solidFill>
            <a:schemeClr val="accent2">
              <a:alpha val="20000"/>
            </a:schemeClr>
          </a:solidFill>
        </p:spPr>
        <p:txBody>
          <a:bodyPr/>
          <a:lstStyle/>
          <a:p>
            <a:endParaRPr lang="en-US"/>
          </a:p>
        </p:txBody>
      </p:sp>
      <p:sp>
        <p:nvSpPr>
          <p:cNvPr id="6" name="Text Placeholder 8">
            <a:extLst>
              <a:ext uri="{FF2B5EF4-FFF2-40B4-BE49-F238E27FC236}">
                <a16:creationId xmlns:a16="http://schemas.microsoft.com/office/drawing/2014/main" id="{38A5C314-FE57-A23C-7550-3B45567FB51B}"/>
              </a:ext>
            </a:extLst>
          </p:cNvPr>
          <p:cNvSpPr>
            <a:spLocks noGrp="1"/>
          </p:cNvSpPr>
          <p:nvPr>
            <p:ph type="body" sz="quarter" idx="25" hasCustomPrompt="1"/>
          </p:nvPr>
        </p:nvSpPr>
        <p:spPr>
          <a:xfrm>
            <a:off x="348300" y="242888"/>
            <a:ext cx="4206240" cy="182284"/>
          </a:xfrm>
        </p:spPr>
        <p:txBody>
          <a:bodyPr tIns="0" bIns="0"/>
          <a:lstStyle>
            <a:lvl1pPr>
              <a:lnSpc>
                <a:spcPct val="100000"/>
              </a:lnSpc>
              <a:defRPr sz="700" spc="50" baseline="0">
                <a:solidFill>
                  <a:schemeClr val="tx2"/>
                </a:solidFill>
                <a:latin typeface="+mn-lt"/>
              </a:defRPr>
            </a:lvl1pPr>
          </a:lstStyle>
          <a:p>
            <a:pPr lvl="0"/>
            <a:r>
              <a:rPr lang="en-US"/>
              <a:t>SECTION TITLE HERE</a:t>
            </a:r>
          </a:p>
        </p:txBody>
      </p:sp>
    </p:spTree>
    <p:extLst>
      <p:ext uri="{BB962C8B-B14F-4D97-AF65-F5344CB8AC3E}">
        <p14:creationId xmlns:p14="http://schemas.microsoft.com/office/powerpoint/2010/main" val="1490549005"/>
      </p:ext>
    </p:extLst>
  </p:cSld>
  <p:clrMapOvr>
    <a:masterClrMapping/>
  </p:clrMapOvr>
  <p:extLst>
    <p:ext uri="{DCECCB84-F9BA-43D5-87BE-67443E8EF086}">
      <p15:sldGuideLst xmlns:p15="http://schemas.microsoft.com/office/powerpoint/2012/main">
        <p15:guide id="1" orient="horz" pos="391">
          <p15:clr>
            <a:srgbClr val="FBAE40"/>
          </p15:clr>
        </p15:guide>
        <p15:guide id="2" orient="horz" pos="4020">
          <p15:clr>
            <a:srgbClr val="FBAE40"/>
          </p15:clr>
        </p15:guide>
        <p15:guide id="3" orient="horz" pos="216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6 - 2 Col / 5 Row (Preset)">
    <p:spTree>
      <p:nvGrpSpPr>
        <p:cNvPr id="1" name=""/>
        <p:cNvGrpSpPr/>
        <p:nvPr/>
      </p:nvGrpSpPr>
      <p:grpSpPr>
        <a:xfrm>
          <a:off x="0" y="0"/>
          <a:ext cx="0" cy="0"/>
          <a:chOff x="0" y="0"/>
          <a:chExt cx="0" cy="0"/>
        </a:xfrm>
      </p:grpSpPr>
      <p:pic>
        <p:nvPicPr>
          <p:cNvPr id="4" name="Picture 3" descr="A black tree with leaves&#10;&#10;Description automatically generated">
            <a:extLst>
              <a:ext uri="{FF2B5EF4-FFF2-40B4-BE49-F238E27FC236}">
                <a16:creationId xmlns:a16="http://schemas.microsoft.com/office/drawing/2014/main" id="{4BF725B0-734A-683D-5D7F-C5AA44A3B7F8}"/>
              </a:ext>
            </a:extLst>
          </p:cNvPr>
          <p:cNvPicPr>
            <a:picLocks noChangeAspect="1"/>
          </p:cNvPicPr>
          <p:nvPr userDrawn="1"/>
        </p:nvPicPr>
        <p:blipFill>
          <a:blip r:embed="rId2"/>
          <a:stretch>
            <a:fillRect/>
          </a:stretch>
        </p:blipFill>
        <p:spPr>
          <a:xfrm>
            <a:off x="11440401" y="188640"/>
            <a:ext cx="488247" cy="495124"/>
          </a:xfrm>
          <a:prstGeom prst="rect">
            <a:avLst/>
          </a:prstGeom>
        </p:spPr>
      </p:pic>
      <p:sp>
        <p:nvSpPr>
          <p:cNvPr id="9" name="Slide Number Placeholder 5">
            <a:extLst>
              <a:ext uri="{FF2B5EF4-FFF2-40B4-BE49-F238E27FC236}">
                <a16:creationId xmlns:a16="http://schemas.microsoft.com/office/drawing/2014/main" id="{CDDC2F1F-FD40-42E3-123C-BCA95A066345}"/>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US" smtClean="0"/>
              <a:pPr algn="r"/>
              <a:t>‹#›</a:t>
            </a:fld>
            <a:endParaRPr lang="en-US"/>
          </a:p>
        </p:txBody>
      </p:sp>
      <p:cxnSp>
        <p:nvCxnSpPr>
          <p:cNvPr id="10" name="Straight Connector 9">
            <a:extLst>
              <a:ext uri="{FF2B5EF4-FFF2-40B4-BE49-F238E27FC236}">
                <a16:creationId xmlns:a16="http://schemas.microsoft.com/office/drawing/2014/main" id="{1F12D094-7AEE-C14A-E381-E4EC56E95484}"/>
              </a:ext>
            </a:extLst>
          </p:cNvPr>
          <p:cNvCxnSpPr>
            <a:cxnSpLocks/>
          </p:cNvCxnSpPr>
          <p:nvPr userDrawn="1"/>
        </p:nvCxnSpPr>
        <p:spPr>
          <a:xfrm>
            <a:off x="335360" y="6629400"/>
            <a:ext cx="11220030"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3299E434-1D01-D6A7-3BDD-F577D3E5270C}"/>
              </a:ext>
            </a:extLst>
          </p:cNvPr>
          <p:cNvCxnSpPr>
            <a:cxnSpLocks/>
          </p:cNvCxnSpPr>
          <p:nvPr userDrawn="1"/>
        </p:nvCxnSpPr>
        <p:spPr>
          <a:xfrm>
            <a:off x="335360" y="444624"/>
            <a:ext cx="11105041"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graphicFrame>
        <p:nvGraphicFramePr>
          <p:cNvPr id="6" name="Table Placeholder 5">
            <a:extLst>
              <a:ext uri="{FF2B5EF4-FFF2-40B4-BE49-F238E27FC236}">
                <a16:creationId xmlns:a16="http://schemas.microsoft.com/office/drawing/2014/main" id="{4A55B353-A058-DEC6-7A7F-94DD7A1BF23B}"/>
              </a:ext>
            </a:extLst>
          </p:cNvPr>
          <p:cNvGraphicFramePr>
            <a:graphicFrameLocks/>
          </p:cNvGraphicFramePr>
          <p:nvPr userDrawn="1">
            <p:extLst>
              <p:ext uri="{D42A27DB-BD31-4B8C-83A1-F6EECF244321}">
                <p14:modId xmlns:p14="http://schemas.microsoft.com/office/powerpoint/2010/main" val="2939920245"/>
              </p:ext>
            </p:extLst>
          </p:nvPr>
        </p:nvGraphicFramePr>
        <p:xfrm>
          <a:off x="358616" y="2708919"/>
          <a:ext cx="11466672" cy="3599805"/>
        </p:xfrm>
        <a:graphic>
          <a:graphicData uri="http://schemas.openxmlformats.org/drawingml/2006/table">
            <a:tbl>
              <a:tblPr firstRow="1" bandRow="1">
                <a:tableStyleId>{5C22544A-7EE6-4342-B048-85BDC9FD1C3A}</a:tableStyleId>
              </a:tblPr>
              <a:tblGrid>
                <a:gridCol w="2866668">
                  <a:extLst>
                    <a:ext uri="{9D8B030D-6E8A-4147-A177-3AD203B41FA5}">
                      <a16:colId xmlns:a16="http://schemas.microsoft.com/office/drawing/2014/main" val="3146474579"/>
                    </a:ext>
                  </a:extLst>
                </a:gridCol>
                <a:gridCol w="8600004">
                  <a:extLst>
                    <a:ext uri="{9D8B030D-6E8A-4147-A177-3AD203B41FA5}">
                      <a16:colId xmlns:a16="http://schemas.microsoft.com/office/drawing/2014/main" val="944385173"/>
                    </a:ext>
                  </a:extLst>
                </a:gridCol>
              </a:tblGrid>
              <a:tr h="719961">
                <a:tc>
                  <a:txBody>
                    <a:bodyPr/>
                    <a:lstStyle/>
                    <a:p>
                      <a:pPr>
                        <a:lnSpc>
                          <a:spcPts val="1200"/>
                        </a:lnSpc>
                      </a:pPr>
                      <a:r>
                        <a:rPr lang="en-US" sz="1200" b="0" i="0">
                          <a:solidFill>
                            <a:schemeClr val="bg1"/>
                          </a:solidFill>
                          <a:latin typeface="Arial" panose="020B0604020202020204" pitchFamily="34" charset="0"/>
                          <a:ea typeface="Helvetica Neue" panose="02000503000000020004" pitchFamily="2" charset="0"/>
                          <a:cs typeface="Arial" panose="020B0604020202020204" pitchFamily="34" charset="0"/>
                        </a:rPr>
                        <a:t>Lorem Ipsum Item 1</a:t>
                      </a:r>
                    </a:p>
                  </a:txBody>
                  <a:tcPr marL="90000" marR="180000" marT="90000" marB="108000">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FFFCF9"/>
                      </a:solidFill>
                      <a:prstDash val="solid"/>
                      <a:round/>
                      <a:headEnd type="none" w="med" len="med"/>
                      <a:tailEnd type="none" w="med" len="med"/>
                    </a:lnB>
                    <a:solidFill>
                      <a:srgbClr val="3D441E"/>
                    </a:solidFill>
                  </a:tcPr>
                </a:tc>
                <a:tc>
                  <a:txBody>
                    <a:bodyPr/>
                    <a:lstStyle/>
                    <a:p>
                      <a:pPr>
                        <a:lnSpc>
                          <a:spcPts val="1200"/>
                        </a:lnSpc>
                      </a:pPr>
                      <a:r>
                        <a:rPr lang="en-US" sz="1200" b="0" i="0">
                          <a:solidFill>
                            <a:schemeClr val="tx1"/>
                          </a:solidFill>
                          <a:latin typeface="Arial" panose="020B0604020202020204" pitchFamily="34" charset="0"/>
                          <a:ea typeface="Helvetica Neue" panose="02000503000000020004" pitchFamily="2" charset="0"/>
                          <a:cs typeface="Arial" panose="020B0604020202020204" pitchFamily="34" charset="0"/>
                        </a:rPr>
                        <a:t>1. …</a:t>
                      </a:r>
                    </a:p>
                  </a:txBody>
                  <a:tcPr marR="180000" marT="90000" marB="108000">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FFFCF9"/>
                      </a:solidFill>
                      <a:prstDash val="solid"/>
                      <a:round/>
                      <a:headEnd type="none" w="med" len="med"/>
                      <a:tailEnd type="none" w="med" len="med"/>
                    </a:lnB>
                    <a:solidFill>
                      <a:srgbClr val="3D441E">
                        <a:alpha val="10000"/>
                      </a:srgbClr>
                    </a:solidFill>
                  </a:tcPr>
                </a:tc>
                <a:extLst>
                  <a:ext uri="{0D108BD9-81ED-4DB2-BD59-A6C34878D82A}">
                    <a16:rowId xmlns:a16="http://schemas.microsoft.com/office/drawing/2014/main" val="2048424776"/>
                  </a:ext>
                </a:extLst>
              </a:tr>
              <a:tr h="719961">
                <a:tc>
                  <a:txBody>
                    <a:bodyPr/>
                    <a:lstStyle/>
                    <a:p>
                      <a:pPr>
                        <a:lnSpc>
                          <a:spcPts val="1200"/>
                        </a:lnSpc>
                      </a:pPr>
                      <a:r>
                        <a:rPr lang="en-US" sz="1200" b="0" i="0">
                          <a:solidFill>
                            <a:schemeClr val="bg1"/>
                          </a:solidFill>
                          <a:latin typeface="Arial" panose="020B0604020202020204" pitchFamily="34" charset="0"/>
                          <a:ea typeface="Helvetica Neue" panose="02000503000000020004" pitchFamily="2" charset="0"/>
                          <a:cs typeface="Arial" panose="020B0604020202020204" pitchFamily="34" charset="0"/>
                        </a:rPr>
                        <a:t>Lorem Ipsum Item 2</a:t>
                      </a:r>
                    </a:p>
                  </a:txBody>
                  <a:tcPr marL="90000" marR="180000" marT="90000" marB="108000">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FFFCF9"/>
                      </a:solidFill>
                      <a:prstDash val="solid"/>
                      <a:round/>
                      <a:headEnd type="none" w="med" len="med"/>
                      <a:tailEnd type="none" w="med" len="med"/>
                    </a:lnT>
                    <a:lnB w="28575" cap="flat" cmpd="sng" algn="ctr">
                      <a:solidFill>
                        <a:srgbClr val="FFFCF9"/>
                      </a:solidFill>
                      <a:prstDash val="solid"/>
                      <a:round/>
                      <a:headEnd type="none" w="med" len="med"/>
                      <a:tailEnd type="none" w="med" len="med"/>
                    </a:lnB>
                    <a:solidFill>
                      <a:srgbClr val="3D441E"/>
                    </a:solidFill>
                  </a:tcPr>
                </a:tc>
                <a:tc>
                  <a:txBody>
                    <a:bodyPr/>
                    <a:lstStyle/>
                    <a:p>
                      <a:pPr>
                        <a:lnSpc>
                          <a:spcPts val="1200"/>
                        </a:lnSpc>
                      </a:pPr>
                      <a:r>
                        <a:rPr lang="en-US" sz="1200" b="0" i="0">
                          <a:solidFill>
                            <a:schemeClr val="tx1"/>
                          </a:solidFill>
                          <a:latin typeface="Arial" panose="020B0604020202020204" pitchFamily="34" charset="0"/>
                          <a:ea typeface="Helvetica Neue" panose="02000503000000020004" pitchFamily="2" charset="0"/>
                          <a:cs typeface="Arial" panose="020B0604020202020204" pitchFamily="34" charset="0"/>
                        </a:rPr>
                        <a:t>2. …</a:t>
                      </a:r>
                    </a:p>
                  </a:txBody>
                  <a:tcPr marR="180000" marT="90000" marB="108000">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FFFCF9"/>
                      </a:solidFill>
                      <a:prstDash val="solid"/>
                      <a:round/>
                      <a:headEnd type="none" w="med" len="med"/>
                      <a:tailEnd type="none" w="med" len="med"/>
                    </a:lnT>
                    <a:lnB w="28575" cap="flat" cmpd="sng" algn="ctr">
                      <a:solidFill>
                        <a:srgbClr val="FFFCF9"/>
                      </a:solidFill>
                      <a:prstDash val="solid"/>
                      <a:round/>
                      <a:headEnd type="none" w="med" len="med"/>
                      <a:tailEnd type="none" w="med" len="med"/>
                    </a:lnB>
                    <a:solidFill>
                      <a:srgbClr val="3D441E">
                        <a:alpha val="10000"/>
                      </a:srgbClr>
                    </a:solidFill>
                  </a:tcPr>
                </a:tc>
                <a:extLst>
                  <a:ext uri="{0D108BD9-81ED-4DB2-BD59-A6C34878D82A}">
                    <a16:rowId xmlns:a16="http://schemas.microsoft.com/office/drawing/2014/main" val="512228800"/>
                  </a:ext>
                </a:extLst>
              </a:tr>
              <a:tr h="719961">
                <a:tc>
                  <a:txBody>
                    <a:bodyPr/>
                    <a:lstStyle/>
                    <a:p>
                      <a:pPr marL="0" indent="0">
                        <a:lnSpc>
                          <a:spcPts val="1200"/>
                        </a:lnSpc>
                        <a:buFont typeface="Arial" panose="020B0604020202020204" pitchFamily="34" charset="0"/>
                        <a:buNone/>
                      </a:pPr>
                      <a:r>
                        <a:rPr lang="en-US" sz="1200" b="0" i="0">
                          <a:solidFill>
                            <a:schemeClr val="bg1"/>
                          </a:solidFill>
                          <a:latin typeface="Arial" panose="020B0604020202020204" pitchFamily="34" charset="0"/>
                          <a:ea typeface="Helvetica Neue" panose="02000503000000020004" pitchFamily="2" charset="0"/>
                          <a:cs typeface="Arial" panose="020B0604020202020204" pitchFamily="34" charset="0"/>
                        </a:rPr>
                        <a:t>Lorem Ipsum Item 3</a:t>
                      </a:r>
                    </a:p>
                  </a:txBody>
                  <a:tcPr marL="90000" marR="180000" marT="90000" marB="108000">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FFFCF9"/>
                      </a:solidFill>
                      <a:prstDash val="solid"/>
                      <a:round/>
                      <a:headEnd type="none" w="med" len="med"/>
                      <a:tailEnd type="none" w="med" len="med"/>
                    </a:lnT>
                    <a:lnB w="28575" cap="flat" cmpd="sng" algn="ctr">
                      <a:solidFill>
                        <a:srgbClr val="FFFCF9"/>
                      </a:solidFill>
                      <a:prstDash val="solid"/>
                      <a:round/>
                      <a:headEnd type="none" w="med" len="med"/>
                      <a:tailEnd type="none" w="med" len="med"/>
                    </a:lnB>
                    <a:solidFill>
                      <a:srgbClr val="3D441E"/>
                    </a:solidFill>
                  </a:tcPr>
                </a:tc>
                <a:tc>
                  <a:txBody>
                    <a:bodyPr/>
                    <a:lstStyle/>
                    <a:p>
                      <a:pPr>
                        <a:lnSpc>
                          <a:spcPts val="1200"/>
                        </a:lnSpc>
                      </a:pPr>
                      <a:r>
                        <a:rPr lang="en-US" sz="1200" b="0" i="0">
                          <a:solidFill>
                            <a:schemeClr val="tx1"/>
                          </a:solidFill>
                          <a:latin typeface="Arial" panose="020B0604020202020204" pitchFamily="34" charset="0"/>
                          <a:ea typeface="Helvetica Neue" panose="02000503000000020004" pitchFamily="2" charset="0"/>
                          <a:cs typeface="Arial" panose="020B0604020202020204" pitchFamily="34" charset="0"/>
                        </a:rPr>
                        <a:t>3. …</a:t>
                      </a:r>
                    </a:p>
                  </a:txBody>
                  <a:tcPr marR="180000" marT="90000" marB="108000">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FFFCF9"/>
                      </a:solidFill>
                      <a:prstDash val="solid"/>
                      <a:round/>
                      <a:headEnd type="none" w="med" len="med"/>
                      <a:tailEnd type="none" w="med" len="med"/>
                    </a:lnT>
                    <a:lnB w="28575" cap="flat" cmpd="sng" algn="ctr">
                      <a:solidFill>
                        <a:srgbClr val="FFFCF9"/>
                      </a:solidFill>
                      <a:prstDash val="solid"/>
                      <a:round/>
                      <a:headEnd type="none" w="med" len="med"/>
                      <a:tailEnd type="none" w="med" len="med"/>
                    </a:lnB>
                    <a:solidFill>
                      <a:srgbClr val="3D441E">
                        <a:alpha val="10000"/>
                      </a:srgbClr>
                    </a:solidFill>
                  </a:tcPr>
                </a:tc>
                <a:extLst>
                  <a:ext uri="{0D108BD9-81ED-4DB2-BD59-A6C34878D82A}">
                    <a16:rowId xmlns:a16="http://schemas.microsoft.com/office/drawing/2014/main" val="3758370934"/>
                  </a:ext>
                </a:extLst>
              </a:tr>
              <a:tr h="719961">
                <a:tc>
                  <a:txBody>
                    <a:bodyPr/>
                    <a:lstStyle/>
                    <a:p>
                      <a:pPr marL="0" indent="0">
                        <a:lnSpc>
                          <a:spcPts val="1200"/>
                        </a:lnSpc>
                        <a:buFont typeface="Arial" panose="020B0604020202020204" pitchFamily="34" charset="0"/>
                        <a:buNone/>
                      </a:pPr>
                      <a:r>
                        <a:rPr lang="en-US" sz="1200" b="0" i="0">
                          <a:solidFill>
                            <a:schemeClr val="bg1"/>
                          </a:solidFill>
                          <a:latin typeface="Arial" panose="020B0604020202020204" pitchFamily="34" charset="0"/>
                          <a:ea typeface="Helvetica Neue" panose="02000503000000020004" pitchFamily="2" charset="0"/>
                          <a:cs typeface="Arial" panose="020B0604020202020204" pitchFamily="34" charset="0"/>
                        </a:rPr>
                        <a:t>Lorem Ipsum Item 4</a:t>
                      </a:r>
                    </a:p>
                  </a:txBody>
                  <a:tcPr marL="90000" marR="180000" marT="90000" marB="108000">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FFFCF9"/>
                      </a:solidFill>
                      <a:prstDash val="solid"/>
                      <a:round/>
                      <a:headEnd type="none" w="med" len="med"/>
                      <a:tailEnd type="none" w="med" len="med"/>
                    </a:lnT>
                    <a:lnB w="28575" cap="flat" cmpd="sng" algn="ctr">
                      <a:solidFill>
                        <a:srgbClr val="FFFCF9"/>
                      </a:solidFill>
                      <a:prstDash val="solid"/>
                      <a:round/>
                      <a:headEnd type="none" w="med" len="med"/>
                      <a:tailEnd type="none" w="med" len="med"/>
                    </a:lnB>
                    <a:solidFill>
                      <a:srgbClr val="3D441E"/>
                    </a:solidFill>
                  </a:tcPr>
                </a:tc>
                <a:tc>
                  <a:txBody>
                    <a:bodyPr/>
                    <a:lstStyle/>
                    <a:p>
                      <a:pPr>
                        <a:lnSpc>
                          <a:spcPts val="1200"/>
                        </a:lnSpc>
                      </a:pPr>
                      <a:r>
                        <a:rPr lang="en-US" sz="1200" b="0" i="0">
                          <a:solidFill>
                            <a:schemeClr val="tx1"/>
                          </a:solidFill>
                          <a:latin typeface="Arial" panose="020B0604020202020204" pitchFamily="34" charset="0"/>
                          <a:ea typeface="Helvetica Neue" panose="02000503000000020004" pitchFamily="2" charset="0"/>
                          <a:cs typeface="Arial" panose="020B0604020202020204" pitchFamily="34" charset="0"/>
                        </a:rPr>
                        <a:t>4. …</a:t>
                      </a:r>
                    </a:p>
                  </a:txBody>
                  <a:tcPr marR="180000" marT="90000" marB="108000">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FFFCF9"/>
                      </a:solidFill>
                      <a:prstDash val="solid"/>
                      <a:round/>
                      <a:headEnd type="none" w="med" len="med"/>
                      <a:tailEnd type="none" w="med" len="med"/>
                    </a:lnT>
                    <a:lnB w="28575" cap="flat" cmpd="sng" algn="ctr">
                      <a:solidFill>
                        <a:srgbClr val="FFFCF9"/>
                      </a:solidFill>
                      <a:prstDash val="solid"/>
                      <a:round/>
                      <a:headEnd type="none" w="med" len="med"/>
                      <a:tailEnd type="none" w="med" len="med"/>
                    </a:lnB>
                    <a:solidFill>
                      <a:srgbClr val="3D441E">
                        <a:alpha val="10000"/>
                      </a:srgbClr>
                    </a:solidFill>
                  </a:tcPr>
                </a:tc>
                <a:extLst>
                  <a:ext uri="{0D108BD9-81ED-4DB2-BD59-A6C34878D82A}">
                    <a16:rowId xmlns:a16="http://schemas.microsoft.com/office/drawing/2014/main" val="1415820637"/>
                  </a:ext>
                </a:extLst>
              </a:tr>
              <a:tr h="719961">
                <a:tc>
                  <a:txBody>
                    <a:bodyPr/>
                    <a:lstStyle/>
                    <a:p>
                      <a:pPr marL="90000" indent="-90000">
                        <a:lnSpc>
                          <a:spcPts val="1200"/>
                        </a:lnSpc>
                      </a:pPr>
                      <a:r>
                        <a:rPr lang="en-US" sz="1200" b="0" i="0">
                          <a:solidFill>
                            <a:schemeClr val="bg1"/>
                          </a:solidFill>
                          <a:latin typeface="Arial" panose="020B0604020202020204" pitchFamily="34" charset="0"/>
                          <a:ea typeface="Helvetica Neue" panose="02000503000000020004" pitchFamily="2" charset="0"/>
                          <a:cs typeface="Arial" panose="020B0604020202020204" pitchFamily="34" charset="0"/>
                        </a:rPr>
                        <a:t>Lorem Ipsum Item 5</a:t>
                      </a:r>
                    </a:p>
                  </a:txBody>
                  <a:tcPr marL="90000" marR="180000" marT="90000" marB="108000">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FFFCF9"/>
                      </a:solidFill>
                      <a:prstDash val="solid"/>
                      <a:round/>
                      <a:headEnd type="none" w="med" len="med"/>
                      <a:tailEnd type="none" w="med" len="med"/>
                    </a:lnT>
                    <a:lnB w="28575" cap="flat" cmpd="sng" algn="ctr">
                      <a:noFill/>
                      <a:prstDash val="solid"/>
                      <a:round/>
                      <a:headEnd type="none" w="med" len="med"/>
                      <a:tailEnd type="none" w="med" len="med"/>
                    </a:lnB>
                    <a:solidFill>
                      <a:srgbClr val="3D441E"/>
                    </a:solidFill>
                  </a:tcPr>
                </a:tc>
                <a:tc>
                  <a:txBody>
                    <a:bodyPr/>
                    <a:lstStyle/>
                    <a:p>
                      <a:pPr>
                        <a:lnSpc>
                          <a:spcPts val="1200"/>
                        </a:lnSpc>
                      </a:pPr>
                      <a:r>
                        <a:rPr lang="en-US" sz="1200" b="0" i="0">
                          <a:solidFill>
                            <a:schemeClr val="tx1"/>
                          </a:solidFill>
                          <a:latin typeface="Arial" panose="020B0604020202020204" pitchFamily="34" charset="0"/>
                          <a:ea typeface="Helvetica Neue" panose="02000503000000020004" pitchFamily="2" charset="0"/>
                          <a:cs typeface="Arial" panose="020B0604020202020204" pitchFamily="34" charset="0"/>
                        </a:rPr>
                        <a:t>5. …</a:t>
                      </a:r>
                    </a:p>
                  </a:txBody>
                  <a:tcPr marR="180000" marT="90000" marB="108000">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FFFCF9"/>
                      </a:solidFill>
                      <a:prstDash val="solid"/>
                      <a:round/>
                      <a:headEnd type="none" w="med" len="med"/>
                      <a:tailEnd type="none" w="med" len="med"/>
                    </a:lnT>
                    <a:lnB w="28575" cap="flat" cmpd="sng" algn="ctr">
                      <a:noFill/>
                      <a:prstDash val="solid"/>
                      <a:round/>
                      <a:headEnd type="none" w="med" len="med"/>
                      <a:tailEnd type="none" w="med" len="med"/>
                    </a:lnB>
                    <a:solidFill>
                      <a:srgbClr val="3D441E">
                        <a:alpha val="10000"/>
                      </a:srgbClr>
                    </a:solidFill>
                  </a:tcPr>
                </a:tc>
                <a:extLst>
                  <a:ext uri="{0D108BD9-81ED-4DB2-BD59-A6C34878D82A}">
                    <a16:rowId xmlns:a16="http://schemas.microsoft.com/office/drawing/2014/main" val="2118836978"/>
                  </a:ext>
                </a:extLst>
              </a:tr>
            </a:tbl>
          </a:graphicData>
        </a:graphic>
      </p:graphicFrame>
      <p:sp>
        <p:nvSpPr>
          <p:cNvPr id="8" name="Text Placeholder 8">
            <a:extLst>
              <a:ext uri="{FF2B5EF4-FFF2-40B4-BE49-F238E27FC236}">
                <a16:creationId xmlns:a16="http://schemas.microsoft.com/office/drawing/2014/main" id="{EF48AC24-492B-6AE8-188C-08CEB162CFAD}"/>
              </a:ext>
            </a:extLst>
          </p:cNvPr>
          <p:cNvSpPr>
            <a:spLocks noGrp="1"/>
          </p:cNvSpPr>
          <p:nvPr>
            <p:ph type="body" sz="quarter" idx="24" hasCustomPrompt="1"/>
          </p:nvPr>
        </p:nvSpPr>
        <p:spPr>
          <a:xfrm>
            <a:off x="348300" y="242888"/>
            <a:ext cx="4206240" cy="182284"/>
          </a:xfrm>
        </p:spPr>
        <p:txBody>
          <a:bodyPr tIns="0" bIns="0"/>
          <a:lstStyle>
            <a:lvl1pPr>
              <a:lnSpc>
                <a:spcPct val="100000"/>
              </a:lnSpc>
              <a:defRPr sz="700" spc="50" baseline="0">
                <a:solidFill>
                  <a:schemeClr val="tx2"/>
                </a:solidFill>
                <a:latin typeface="+mn-lt"/>
              </a:defRPr>
            </a:lvl1pPr>
          </a:lstStyle>
          <a:p>
            <a:pPr lvl="0"/>
            <a:r>
              <a:rPr lang="en-US"/>
              <a:t>SECTION TITLE HERE</a:t>
            </a:r>
          </a:p>
        </p:txBody>
      </p:sp>
      <p:sp>
        <p:nvSpPr>
          <p:cNvPr id="13" name="Title 1">
            <a:extLst>
              <a:ext uri="{FF2B5EF4-FFF2-40B4-BE49-F238E27FC236}">
                <a16:creationId xmlns:a16="http://schemas.microsoft.com/office/drawing/2014/main" id="{CD6D4199-C041-603D-DF09-1F91B4F19861}"/>
              </a:ext>
            </a:extLst>
          </p:cNvPr>
          <p:cNvSpPr>
            <a:spLocks noGrp="1"/>
          </p:cNvSpPr>
          <p:nvPr>
            <p:ph type="title" hasCustomPrompt="1"/>
          </p:nvPr>
        </p:nvSpPr>
        <p:spPr>
          <a:xfrm>
            <a:off x="348299" y="548681"/>
            <a:ext cx="11164824" cy="594360"/>
          </a:xfrm>
        </p:spPr>
        <p:txBody>
          <a:bodyPr>
            <a:noAutofit/>
          </a:bodyPr>
          <a:lstStyle>
            <a:lvl1pPr>
              <a:lnSpc>
                <a:spcPct val="80000"/>
              </a:lnSpc>
              <a:defRPr>
                <a:solidFill>
                  <a:srgbClr val="3D441E"/>
                </a:solidFill>
              </a:defRPr>
            </a:lvl1pPr>
          </a:lstStyle>
          <a:p>
            <a:r>
              <a:rPr lang="en-US"/>
              <a:t>Insert Title Here</a:t>
            </a:r>
          </a:p>
        </p:txBody>
      </p:sp>
      <p:sp>
        <p:nvSpPr>
          <p:cNvPr id="14" name="Text Placeholder 14">
            <a:extLst>
              <a:ext uri="{FF2B5EF4-FFF2-40B4-BE49-F238E27FC236}">
                <a16:creationId xmlns:a16="http://schemas.microsoft.com/office/drawing/2014/main" id="{C0E2CA82-EB58-3118-D144-961A334FABA8}"/>
              </a:ext>
            </a:extLst>
          </p:cNvPr>
          <p:cNvSpPr>
            <a:spLocks noGrp="1"/>
          </p:cNvSpPr>
          <p:nvPr>
            <p:ph type="body" sz="quarter" idx="26" hasCustomPrompt="1"/>
          </p:nvPr>
        </p:nvSpPr>
        <p:spPr>
          <a:xfrm>
            <a:off x="348299" y="1166772"/>
            <a:ext cx="11164824" cy="393192"/>
          </a:xfrm>
        </p:spPr>
        <p:txBody>
          <a:bodyPr/>
          <a:lstStyle>
            <a:lvl1pPr>
              <a:lnSpc>
                <a:spcPct val="100000"/>
              </a:lnSpc>
              <a:defRPr sz="1600"/>
            </a:lvl1pPr>
          </a:lstStyle>
          <a:p>
            <a:pPr lvl="0"/>
            <a:r>
              <a:rPr lang="en-US"/>
              <a:t>Insert Subheading Here</a:t>
            </a:r>
          </a:p>
        </p:txBody>
      </p:sp>
    </p:spTree>
    <p:extLst>
      <p:ext uri="{BB962C8B-B14F-4D97-AF65-F5344CB8AC3E}">
        <p14:creationId xmlns:p14="http://schemas.microsoft.com/office/powerpoint/2010/main" val="2715213495"/>
      </p:ext>
    </p:extLst>
  </p:cSld>
  <p:clrMapOvr>
    <a:masterClrMapping/>
  </p:clrMapOvr>
  <p:extLst>
    <p:ext uri="{DCECCB84-F9BA-43D5-87BE-67443E8EF086}">
      <p15:sldGuideLst xmlns:p15="http://schemas.microsoft.com/office/powerpoint/2012/main">
        <p15:guide id="1" orient="horz" pos="391">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6 - Organizational Chart">
    <p:spTree>
      <p:nvGrpSpPr>
        <p:cNvPr id="1" name=""/>
        <p:cNvGrpSpPr/>
        <p:nvPr/>
      </p:nvGrpSpPr>
      <p:grpSpPr>
        <a:xfrm>
          <a:off x="0" y="0"/>
          <a:ext cx="0" cy="0"/>
          <a:chOff x="0" y="0"/>
          <a:chExt cx="0" cy="0"/>
        </a:xfrm>
      </p:grpSpPr>
      <p:pic>
        <p:nvPicPr>
          <p:cNvPr id="4" name="Picture 3" descr="A black tree with leaves&#10;&#10;Description automatically generated">
            <a:extLst>
              <a:ext uri="{FF2B5EF4-FFF2-40B4-BE49-F238E27FC236}">
                <a16:creationId xmlns:a16="http://schemas.microsoft.com/office/drawing/2014/main" id="{4BF725B0-734A-683D-5D7F-C5AA44A3B7F8}"/>
              </a:ext>
            </a:extLst>
          </p:cNvPr>
          <p:cNvPicPr>
            <a:picLocks noChangeAspect="1"/>
          </p:cNvPicPr>
          <p:nvPr userDrawn="1"/>
        </p:nvPicPr>
        <p:blipFill>
          <a:blip r:embed="rId2"/>
          <a:stretch>
            <a:fillRect/>
          </a:stretch>
        </p:blipFill>
        <p:spPr>
          <a:xfrm>
            <a:off x="11440401" y="188640"/>
            <a:ext cx="488247" cy="495124"/>
          </a:xfrm>
          <a:prstGeom prst="rect">
            <a:avLst/>
          </a:prstGeom>
        </p:spPr>
      </p:pic>
      <p:sp>
        <p:nvSpPr>
          <p:cNvPr id="9" name="Slide Number Placeholder 5">
            <a:extLst>
              <a:ext uri="{FF2B5EF4-FFF2-40B4-BE49-F238E27FC236}">
                <a16:creationId xmlns:a16="http://schemas.microsoft.com/office/drawing/2014/main" id="{CDDC2F1F-FD40-42E3-123C-BCA95A066345}"/>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US" smtClean="0"/>
              <a:pPr algn="r"/>
              <a:t>‹#›</a:t>
            </a:fld>
            <a:endParaRPr lang="en-US"/>
          </a:p>
        </p:txBody>
      </p:sp>
      <p:cxnSp>
        <p:nvCxnSpPr>
          <p:cNvPr id="10" name="Straight Connector 9">
            <a:extLst>
              <a:ext uri="{FF2B5EF4-FFF2-40B4-BE49-F238E27FC236}">
                <a16:creationId xmlns:a16="http://schemas.microsoft.com/office/drawing/2014/main" id="{1F12D094-7AEE-C14A-E381-E4EC56E95484}"/>
              </a:ext>
            </a:extLst>
          </p:cNvPr>
          <p:cNvCxnSpPr>
            <a:cxnSpLocks/>
          </p:cNvCxnSpPr>
          <p:nvPr userDrawn="1"/>
        </p:nvCxnSpPr>
        <p:spPr>
          <a:xfrm>
            <a:off x="335360" y="6629400"/>
            <a:ext cx="11220030"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3299E434-1D01-D6A7-3BDD-F577D3E5270C}"/>
              </a:ext>
            </a:extLst>
          </p:cNvPr>
          <p:cNvCxnSpPr>
            <a:cxnSpLocks/>
          </p:cNvCxnSpPr>
          <p:nvPr userDrawn="1"/>
        </p:nvCxnSpPr>
        <p:spPr>
          <a:xfrm>
            <a:off x="335360" y="444624"/>
            <a:ext cx="11105041"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2DBA8181-DC70-E296-CC4C-B7DE82BCF43C}"/>
              </a:ext>
            </a:extLst>
          </p:cNvPr>
          <p:cNvSpPr>
            <a:spLocks noGrp="1"/>
          </p:cNvSpPr>
          <p:nvPr>
            <p:ph type="title" hasCustomPrompt="1"/>
          </p:nvPr>
        </p:nvSpPr>
        <p:spPr>
          <a:xfrm>
            <a:off x="513588" y="548681"/>
            <a:ext cx="11164824" cy="576072"/>
          </a:xfrm>
        </p:spPr>
        <p:txBody>
          <a:bodyPr>
            <a:noAutofit/>
          </a:bodyPr>
          <a:lstStyle>
            <a:lvl1pPr algn="ctr">
              <a:lnSpc>
                <a:spcPct val="80000"/>
              </a:lnSpc>
              <a:defRPr>
                <a:solidFill>
                  <a:srgbClr val="3D441E"/>
                </a:solidFill>
              </a:defRPr>
            </a:lvl1pPr>
          </a:lstStyle>
          <a:p>
            <a:r>
              <a:rPr lang="en-US"/>
              <a:t>Insert Title Here</a:t>
            </a:r>
          </a:p>
        </p:txBody>
      </p:sp>
      <p:sp>
        <p:nvSpPr>
          <p:cNvPr id="7" name="Text Placeholder 6">
            <a:extLst>
              <a:ext uri="{FF2B5EF4-FFF2-40B4-BE49-F238E27FC236}">
                <a16:creationId xmlns:a16="http://schemas.microsoft.com/office/drawing/2014/main" id="{AE9C8155-C2DF-9B69-F7F7-A48554B6E7DF}"/>
              </a:ext>
            </a:extLst>
          </p:cNvPr>
          <p:cNvSpPr>
            <a:spLocks noGrp="1"/>
          </p:cNvSpPr>
          <p:nvPr>
            <p:ph type="body" sz="quarter" idx="23" hasCustomPrompt="1"/>
          </p:nvPr>
        </p:nvSpPr>
        <p:spPr>
          <a:xfrm>
            <a:off x="5197475" y="2420598"/>
            <a:ext cx="1795463" cy="649287"/>
          </a:xfrm>
          <a:solidFill>
            <a:srgbClr val="3D441E"/>
          </a:solidFill>
        </p:spPr>
        <p:txBody>
          <a:bodyPr lIns="108000" tIns="108000" rIns="108000"/>
          <a:lstStyle>
            <a:lvl1pPr>
              <a:lnSpc>
                <a:spcPts val="1300"/>
              </a:lnSpc>
              <a:spcAft>
                <a:spcPts val="0"/>
              </a:spcAft>
              <a:defRPr sz="950" b="1">
                <a:solidFill>
                  <a:schemeClr val="bg1"/>
                </a:solidFill>
              </a:defRPr>
            </a:lvl1pPr>
          </a:lstStyle>
          <a:p>
            <a:pPr lvl="0"/>
            <a:r>
              <a:rPr lang="en-US"/>
              <a:t>First, Last Name</a:t>
            </a:r>
          </a:p>
          <a:p>
            <a:pPr lvl="0"/>
            <a:r>
              <a:rPr lang="en-US"/>
              <a:t>Position Title</a:t>
            </a:r>
            <a:endParaRPr lang="en-GB"/>
          </a:p>
        </p:txBody>
      </p:sp>
      <p:sp>
        <p:nvSpPr>
          <p:cNvPr id="8" name="Text Placeholder 6">
            <a:extLst>
              <a:ext uri="{FF2B5EF4-FFF2-40B4-BE49-F238E27FC236}">
                <a16:creationId xmlns:a16="http://schemas.microsoft.com/office/drawing/2014/main" id="{76D214F9-232E-837C-C5FC-204D55725640}"/>
              </a:ext>
            </a:extLst>
          </p:cNvPr>
          <p:cNvSpPr>
            <a:spLocks noGrp="1"/>
          </p:cNvSpPr>
          <p:nvPr>
            <p:ph type="body" sz="quarter" idx="24" hasCustomPrompt="1"/>
          </p:nvPr>
        </p:nvSpPr>
        <p:spPr>
          <a:xfrm>
            <a:off x="5197475" y="3432209"/>
            <a:ext cx="1795463" cy="649287"/>
          </a:xfrm>
          <a:solidFill>
            <a:srgbClr val="D4B59E"/>
          </a:solidFill>
        </p:spPr>
        <p:txBody>
          <a:bodyPr lIns="108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16" name="Text Placeholder 6">
            <a:extLst>
              <a:ext uri="{FF2B5EF4-FFF2-40B4-BE49-F238E27FC236}">
                <a16:creationId xmlns:a16="http://schemas.microsoft.com/office/drawing/2014/main" id="{DA695198-7FCB-4660-B93D-5E432FD126B5}"/>
              </a:ext>
            </a:extLst>
          </p:cNvPr>
          <p:cNvSpPr>
            <a:spLocks noGrp="1"/>
          </p:cNvSpPr>
          <p:nvPr>
            <p:ph type="body" sz="quarter" idx="25" hasCustomPrompt="1"/>
          </p:nvPr>
        </p:nvSpPr>
        <p:spPr>
          <a:xfrm>
            <a:off x="3264980" y="3432209"/>
            <a:ext cx="1795463" cy="649287"/>
          </a:xfrm>
          <a:solidFill>
            <a:srgbClr val="D4B59E"/>
          </a:solidFill>
        </p:spPr>
        <p:txBody>
          <a:bodyPr lIns="108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17" name="Text Placeholder 6">
            <a:extLst>
              <a:ext uri="{FF2B5EF4-FFF2-40B4-BE49-F238E27FC236}">
                <a16:creationId xmlns:a16="http://schemas.microsoft.com/office/drawing/2014/main" id="{2C79F0E5-FC17-009A-85B7-99450756B72C}"/>
              </a:ext>
            </a:extLst>
          </p:cNvPr>
          <p:cNvSpPr>
            <a:spLocks noGrp="1"/>
          </p:cNvSpPr>
          <p:nvPr>
            <p:ph type="body" sz="quarter" idx="26" hasCustomPrompt="1"/>
          </p:nvPr>
        </p:nvSpPr>
        <p:spPr>
          <a:xfrm>
            <a:off x="1332485" y="3432209"/>
            <a:ext cx="1795463" cy="649287"/>
          </a:xfrm>
          <a:solidFill>
            <a:srgbClr val="D4B59E"/>
          </a:solidFill>
        </p:spPr>
        <p:txBody>
          <a:bodyPr lIns="108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18" name="Text Placeholder 6">
            <a:extLst>
              <a:ext uri="{FF2B5EF4-FFF2-40B4-BE49-F238E27FC236}">
                <a16:creationId xmlns:a16="http://schemas.microsoft.com/office/drawing/2014/main" id="{37B556D2-6BEE-8972-6ED0-9B9F976DAEC1}"/>
              </a:ext>
            </a:extLst>
          </p:cNvPr>
          <p:cNvSpPr>
            <a:spLocks noGrp="1"/>
          </p:cNvSpPr>
          <p:nvPr>
            <p:ph type="body" sz="quarter" idx="27" hasCustomPrompt="1"/>
          </p:nvPr>
        </p:nvSpPr>
        <p:spPr>
          <a:xfrm>
            <a:off x="7129969" y="3432209"/>
            <a:ext cx="1795463" cy="649287"/>
          </a:xfrm>
          <a:solidFill>
            <a:srgbClr val="D4B59E"/>
          </a:solidFill>
        </p:spPr>
        <p:txBody>
          <a:bodyPr lIns="108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19" name="Text Placeholder 6">
            <a:extLst>
              <a:ext uri="{FF2B5EF4-FFF2-40B4-BE49-F238E27FC236}">
                <a16:creationId xmlns:a16="http://schemas.microsoft.com/office/drawing/2014/main" id="{D86E72DF-E3B7-79C1-39B4-37754C8220E9}"/>
              </a:ext>
            </a:extLst>
          </p:cNvPr>
          <p:cNvSpPr>
            <a:spLocks noGrp="1"/>
          </p:cNvSpPr>
          <p:nvPr>
            <p:ph type="body" sz="quarter" idx="28" hasCustomPrompt="1"/>
          </p:nvPr>
        </p:nvSpPr>
        <p:spPr>
          <a:xfrm>
            <a:off x="9062464" y="3432209"/>
            <a:ext cx="1795463" cy="649287"/>
          </a:xfrm>
          <a:solidFill>
            <a:srgbClr val="D4B59E"/>
          </a:solidFill>
        </p:spPr>
        <p:txBody>
          <a:bodyPr lIns="108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20" name="Text Placeholder 6">
            <a:extLst>
              <a:ext uri="{FF2B5EF4-FFF2-40B4-BE49-F238E27FC236}">
                <a16:creationId xmlns:a16="http://schemas.microsoft.com/office/drawing/2014/main" id="{FCBC6FCE-3A94-2B17-467C-94EFDA9307E1}"/>
              </a:ext>
            </a:extLst>
          </p:cNvPr>
          <p:cNvSpPr>
            <a:spLocks noGrp="1"/>
          </p:cNvSpPr>
          <p:nvPr>
            <p:ph type="body" sz="quarter" idx="29" hasCustomPrompt="1"/>
          </p:nvPr>
        </p:nvSpPr>
        <p:spPr>
          <a:xfrm>
            <a:off x="3264980" y="4148646"/>
            <a:ext cx="1795463" cy="649287"/>
          </a:xfrm>
          <a:solidFill>
            <a:srgbClr val="ECE5DC"/>
          </a:solidFill>
        </p:spPr>
        <p:txBody>
          <a:bodyPr lIns="108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21" name="Text Placeholder 6">
            <a:extLst>
              <a:ext uri="{FF2B5EF4-FFF2-40B4-BE49-F238E27FC236}">
                <a16:creationId xmlns:a16="http://schemas.microsoft.com/office/drawing/2014/main" id="{7806DD3A-1589-D590-A975-6D683F83ED8E}"/>
              </a:ext>
            </a:extLst>
          </p:cNvPr>
          <p:cNvSpPr>
            <a:spLocks noGrp="1"/>
          </p:cNvSpPr>
          <p:nvPr>
            <p:ph type="body" sz="quarter" idx="30" hasCustomPrompt="1"/>
          </p:nvPr>
        </p:nvSpPr>
        <p:spPr>
          <a:xfrm>
            <a:off x="5197475" y="4148647"/>
            <a:ext cx="1795463" cy="649287"/>
          </a:xfrm>
          <a:solidFill>
            <a:srgbClr val="ECE5DC"/>
          </a:solidFill>
        </p:spPr>
        <p:txBody>
          <a:bodyPr lIns="108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22" name="Text Placeholder 6">
            <a:extLst>
              <a:ext uri="{FF2B5EF4-FFF2-40B4-BE49-F238E27FC236}">
                <a16:creationId xmlns:a16="http://schemas.microsoft.com/office/drawing/2014/main" id="{056CC2A7-E5F9-816A-4CB8-8EE0D3D05C1C}"/>
              </a:ext>
            </a:extLst>
          </p:cNvPr>
          <p:cNvSpPr>
            <a:spLocks noGrp="1"/>
          </p:cNvSpPr>
          <p:nvPr>
            <p:ph type="body" sz="quarter" idx="31" hasCustomPrompt="1"/>
          </p:nvPr>
        </p:nvSpPr>
        <p:spPr>
          <a:xfrm>
            <a:off x="7129969" y="4148647"/>
            <a:ext cx="1795463" cy="649287"/>
          </a:xfrm>
          <a:solidFill>
            <a:srgbClr val="ECE5DC"/>
          </a:solidFill>
        </p:spPr>
        <p:txBody>
          <a:bodyPr lIns="108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23" name="Text Placeholder 6">
            <a:extLst>
              <a:ext uri="{FF2B5EF4-FFF2-40B4-BE49-F238E27FC236}">
                <a16:creationId xmlns:a16="http://schemas.microsoft.com/office/drawing/2014/main" id="{CC0420F1-76A3-1CF9-153F-D0452EA0484A}"/>
              </a:ext>
            </a:extLst>
          </p:cNvPr>
          <p:cNvSpPr>
            <a:spLocks noGrp="1"/>
          </p:cNvSpPr>
          <p:nvPr>
            <p:ph type="body" sz="quarter" idx="32" hasCustomPrompt="1"/>
          </p:nvPr>
        </p:nvSpPr>
        <p:spPr>
          <a:xfrm>
            <a:off x="9062464" y="4148647"/>
            <a:ext cx="1795463" cy="649287"/>
          </a:xfrm>
          <a:solidFill>
            <a:srgbClr val="ECE5DC"/>
          </a:solidFill>
        </p:spPr>
        <p:txBody>
          <a:bodyPr lIns="108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24" name="Text Placeholder 6">
            <a:extLst>
              <a:ext uri="{FF2B5EF4-FFF2-40B4-BE49-F238E27FC236}">
                <a16:creationId xmlns:a16="http://schemas.microsoft.com/office/drawing/2014/main" id="{95F6E7A9-78D5-2826-B500-4F77A53E0B08}"/>
              </a:ext>
            </a:extLst>
          </p:cNvPr>
          <p:cNvSpPr>
            <a:spLocks noGrp="1"/>
          </p:cNvSpPr>
          <p:nvPr>
            <p:ph type="body" sz="quarter" idx="33" hasCustomPrompt="1"/>
          </p:nvPr>
        </p:nvSpPr>
        <p:spPr>
          <a:xfrm>
            <a:off x="3264980" y="4865084"/>
            <a:ext cx="1795463" cy="649287"/>
          </a:xfrm>
          <a:solidFill>
            <a:srgbClr val="ECE5DC">
              <a:alpha val="20000"/>
            </a:srgbClr>
          </a:solidFill>
        </p:spPr>
        <p:txBody>
          <a:bodyPr lIns="108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25" name="Text Placeholder 6">
            <a:extLst>
              <a:ext uri="{FF2B5EF4-FFF2-40B4-BE49-F238E27FC236}">
                <a16:creationId xmlns:a16="http://schemas.microsoft.com/office/drawing/2014/main" id="{1C0391C6-20CD-11B8-6BE0-D177C7954112}"/>
              </a:ext>
            </a:extLst>
          </p:cNvPr>
          <p:cNvSpPr>
            <a:spLocks noGrp="1"/>
          </p:cNvSpPr>
          <p:nvPr>
            <p:ph type="body" sz="quarter" idx="34" hasCustomPrompt="1"/>
          </p:nvPr>
        </p:nvSpPr>
        <p:spPr>
          <a:xfrm>
            <a:off x="5197475" y="4865084"/>
            <a:ext cx="1795463" cy="649287"/>
          </a:xfrm>
          <a:solidFill>
            <a:srgbClr val="ECE5DC">
              <a:alpha val="20000"/>
            </a:srgbClr>
          </a:solidFill>
        </p:spPr>
        <p:txBody>
          <a:bodyPr lIns="108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26" name="Text Placeholder 6">
            <a:extLst>
              <a:ext uri="{FF2B5EF4-FFF2-40B4-BE49-F238E27FC236}">
                <a16:creationId xmlns:a16="http://schemas.microsoft.com/office/drawing/2014/main" id="{27B93ADF-BA38-F983-4A4B-9C98CEAD76B4}"/>
              </a:ext>
            </a:extLst>
          </p:cNvPr>
          <p:cNvSpPr>
            <a:spLocks noGrp="1"/>
          </p:cNvSpPr>
          <p:nvPr>
            <p:ph type="body" sz="quarter" idx="35" hasCustomPrompt="1"/>
          </p:nvPr>
        </p:nvSpPr>
        <p:spPr>
          <a:xfrm>
            <a:off x="7139396" y="4865084"/>
            <a:ext cx="1795463" cy="649287"/>
          </a:xfrm>
          <a:solidFill>
            <a:srgbClr val="ECE5DC">
              <a:alpha val="20000"/>
            </a:srgbClr>
          </a:solidFill>
        </p:spPr>
        <p:txBody>
          <a:bodyPr lIns="108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27" name="Text Placeholder 6">
            <a:extLst>
              <a:ext uri="{FF2B5EF4-FFF2-40B4-BE49-F238E27FC236}">
                <a16:creationId xmlns:a16="http://schemas.microsoft.com/office/drawing/2014/main" id="{34181D04-E861-9933-B642-5F477C2E1A4B}"/>
              </a:ext>
            </a:extLst>
          </p:cNvPr>
          <p:cNvSpPr>
            <a:spLocks noGrp="1"/>
          </p:cNvSpPr>
          <p:nvPr>
            <p:ph type="body" sz="quarter" idx="36" hasCustomPrompt="1"/>
          </p:nvPr>
        </p:nvSpPr>
        <p:spPr>
          <a:xfrm>
            <a:off x="9063038" y="4865084"/>
            <a:ext cx="1795463" cy="649287"/>
          </a:xfrm>
          <a:solidFill>
            <a:srgbClr val="ECE5DC">
              <a:alpha val="20000"/>
            </a:srgbClr>
          </a:solidFill>
        </p:spPr>
        <p:txBody>
          <a:bodyPr lIns="108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28" name="Text Placeholder 6">
            <a:extLst>
              <a:ext uri="{FF2B5EF4-FFF2-40B4-BE49-F238E27FC236}">
                <a16:creationId xmlns:a16="http://schemas.microsoft.com/office/drawing/2014/main" id="{E5A1DF0B-C5E4-1205-A76B-D81E626CB8FE}"/>
              </a:ext>
            </a:extLst>
          </p:cNvPr>
          <p:cNvSpPr>
            <a:spLocks noGrp="1"/>
          </p:cNvSpPr>
          <p:nvPr>
            <p:ph type="body" sz="quarter" idx="37" hasCustomPrompt="1"/>
          </p:nvPr>
        </p:nvSpPr>
        <p:spPr>
          <a:xfrm>
            <a:off x="1332485" y="4148646"/>
            <a:ext cx="1795463" cy="649287"/>
          </a:xfrm>
          <a:solidFill>
            <a:srgbClr val="ECE5DC"/>
          </a:solidFill>
        </p:spPr>
        <p:txBody>
          <a:bodyPr lIns="108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29" name="Text Placeholder 6">
            <a:extLst>
              <a:ext uri="{FF2B5EF4-FFF2-40B4-BE49-F238E27FC236}">
                <a16:creationId xmlns:a16="http://schemas.microsoft.com/office/drawing/2014/main" id="{1B7637D6-BAE0-D577-CB2B-E614BE6C263B}"/>
              </a:ext>
            </a:extLst>
          </p:cNvPr>
          <p:cNvSpPr>
            <a:spLocks noGrp="1"/>
          </p:cNvSpPr>
          <p:nvPr>
            <p:ph type="body" sz="quarter" idx="38" hasCustomPrompt="1"/>
          </p:nvPr>
        </p:nvSpPr>
        <p:spPr>
          <a:xfrm>
            <a:off x="1332485" y="4865084"/>
            <a:ext cx="1795463" cy="649287"/>
          </a:xfrm>
          <a:solidFill>
            <a:srgbClr val="ECE5DC">
              <a:alpha val="20000"/>
            </a:srgbClr>
          </a:solidFill>
        </p:spPr>
        <p:txBody>
          <a:bodyPr lIns="108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30" name="Text Placeholder 6">
            <a:extLst>
              <a:ext uri="{FF2B5EF4-FFF2-40B4-BE49-F238E27FC236}">
                <a16:creationId xmlns:a16="http://schemas.microsoft.com/office/drawing/2014/main" id="{4D0D43D9-ABDE-800B-1677-F0BD921C55D8}"/>
              </a:ext>
            </a:extLst>
          </p:cNvPr>
          <p:cNvSpPr>
            <a:spLocks noGrp="1"/>
          </p:cNvSpPr>
          <p:nvPr>
            <p:ph type="body" sz="quarter" idx="39" hasCustomPrompt="1"/>
          </p:nvPr>
        </p:nvSpPr>
        <p:spPr>
          <a:xfrm>
            <a:off x="3264980" y="5581521"/>
            <a:ext cx="1795463" cy="649287"/>
          </a:xfrm>
          <a:solidFill>
            <a:srgbClr val="ECE5DC">
              <a:alpha val="20000"/>
            </a:srgbClr>
          </a:solidFill>
        </p:spPr>
        <p:txBody>
          <a:bodyPr lIns="108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31" name="Text Placeholder 6">
            <a:extLst>
              <a:ext uri="{FF2B5EF4-FFF2-40B4-BE49-F238E27FC236}">
                <a16:creationId xmlns:a16="http://schemas.microsoft.com/office/drawing/2014/main" id="{CF14E26D-C06C-D68A-B829-A9D45477B355}"/>
              </a:ext>
            </a:extLst>
          </p:cNvPr>
          <p:cNvSpPr>
            <a:spLocks noGrp="1"/>
          </p:cNvSpPr>
          <p:nvPr>
            <p:ph type="body" sz="quarter" idx="40" hasCustomPrompt="1"/>
          </p:nvPr>
        </p:nvSpPr>
        <p:spPr>
          <a:xfrm>
            <a:off x="5197475" y="5581521"/>
            <a:ext cx="1795463" cy="649287"/>
          </a:xfrm>
          <a:solidFill>
            <a:srgbClr val="ECE5DC">
              <a:alpha val="20000"/>
            </a:srgbClr>
          </a:solidFill>
        </p:spPr>
        <p:txBody>
          <a:bodyPr lIns="108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32" name="Text Placeholder 6">
            <a:extLst>
              <a:ext uri="{FF2B5EF4-FFF2-40B4-BE49-F238E27FC236}">
                <a16:creationId xmlns:a16="http://schemas.microsoft.com/office/drawing/2014/main" id="{2F839F47-D28F-B06D-9121-7660BF3F2840}"/>
              </a:ext>
            </a:extLst>
          </p:cNvPr>
          <p:cNvSpPr>
            <a:spLocks noGrp="1"/>
          </p:cNvSpPr>
          <p:nvPr>
            <p:ph type="body" sz="quarter" idx="41" hasCustomPrompt="1"/>
          </p:nvPr>
        </p:nvSpPr>
        <p:spPr>
          <a:xfrm>
            <a:off x="7139396" y="5581521"/>
            <a:ext cx="1795463" cy="649287"/>
          </a:xfrm>
          <a:solidFill>
            <a:srgbClr val="ECE5DC">
              <a:alpha val="20000"/>
            </a:srgbClr>
          </a:solidFill>
        </p:spPr>
        <p:txBody>
          <a:bodyPr lIns="108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33" name="Text Placeholder 6">
            <a:extLst>
              <a:ext uri="{FF2B5EF4-FFF2-40B4-BE49-F238E27FC236}">
                <a16:creationId xmlns:a16="http://schemas.microsoft.com/office/drawing/2014/main" id="{773FDE73-2DF9-64E0-B871-5A213B1134AA}"/>
              </a:ext>
            </a:extLst>
          </p:cNvPr>
          <p:cNvSpPr>
            <a:spLocks noGrp="1"/>
          </p:cNvSpPr>
          <p:nvPr>
            <p:ph type="body" sz="quarter" idx="42" hasCustomPrompt="1"/>
          </p:nvPr>
        </p:nvSpPr>
        <p:spPr>
          <a:xfrm>
            <a:off x="9063038" y="5581521"/>
            <a:ext cx="1795463" cy="649287"/>
          </a:xfrm>
          <a:solidFill>
            <a:srgbClr val="ECE5DC">
              <a:alpha val="20000"/>
            </a:srgbClr>
          </a:solidFill>
        </p:spPr>
        <p:txBody>
          <a:bodyPr lIns="108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34" name="Text Placeholder 6">
            <a:extLst>
              <a:ext uri="{FF2B5EF4-FFF2-40B4-BE49-F238E27FC236}">
                <a16:creationId xmlns:a16="http://schemas.microsoft.com/office/drawing/2014/main" id="{34B8D2C8-7F4A-8FBB-B9CF-61821A4CD258}"/>
              </a:ext>
            </a:extLst>
          </p:cNvPr>
          <p:cNvSpPr>
            <a:spLocks noGrp="1"/>
          </p:cNvSpPr>
          <p:nvPr>
            <p:ph type="body" sz="quarter" idx="43" hasCustomPrompt="1"/>
          </p:nvPr>
        </p:nvSpPr>
        <p:spPr>
          <a:xfrm>
            <a:off x="1332485" y="5581521"/>
            <a:ext cx="1795463" cy="649287"/>
          </a:xfrm>
          <a:solidFill>
            <a:srgbClr val="ECE5DC">
              <a:alpha val="20000"/>
            </a:srgbClr>
          </a:solidFill>
        </p:spPr>
        <p:txBody>
          <a:bodyPr lIns="108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12" name="Text Placeholder 14">
            <a:extLst>
              <a:ext uri="{FF2B5EF4-FFF2-40B4-BE49-F238E27FC236}">
                <a16:creationId xmlns:a16="http://schemas.microsoft.com/office/drawing/2014/main" id="{85C8FE18-517E-7F7C-7A50-8B67845E59AC}"/>
              </a:ext>
            </a:extLst>
          </p:cNvPr>
          <p:cNvSpPr>
            <a:spLocks noGrp="1"/>
          </p:cNvSpPr>
          <p:nvPr>
            <p:ph type="body" sz="quarter" idx="44" hasCustomPrompt="1"/>
          </p:nvPr>
        </p:nvSpPr>
        <p:spPr>
          <a:xfrm>
            <a:off x="513588" y="1166772"/>
            <a:ext cx="11164824" cy="393192"/>
          </a:xfrm>
        </p:spPr>
        <p:txBody>
          <a:bodyPr/>
          <a:lstStyle>
            <a:lvl1pPr algn="ctr">
              <a:lnSpc>
                <a:spcPct val="100000"/>
              </a:lnSpc>
              <a:defRPr sz="1600"/>
            </a:lvl1pPr>
          </a:lstStyle>
          <a:p>
            <a:pPr lvl="0"/>
            <a:r>
              <a:rPr lang="en-US"/>
              <a:t>Insert Subheading Here</a:t>
            </a:r>
          </a:p>
        </p:txBody>
      </p:sp>
      <p:sp>
        <p:nvSpPr>
          <p:cNvPr id="3" name="Text Placeholder 8">
            <a:extLst>
              <a:ext uri="{FF2B5EF4-FFF2-40B4-BE49-F238E27FC236}">
                <a16:creationId xmlns:a16="http://schemas.microsoft.com/office/drawing/2014/main" id="{A3A32064-4F93-3417-F856-9BAEABA36C13}"/>
              </a:ext>
            </a:extLst>
          </p:cNvPr>
          <p:cNvSpPr>
            <a:spLocks noGrp="1"/>
          </p:cNvSpPr>
          <p:nvPr>
            <p:ph type="body" sz="quarter" idx="45" hasCustomPrompt="1"/>
          </p:nvPr>
        </p:nvSpPr>
        <p:spPr>
          <a:xfrm>
            <a:off x="348300" y="242888"/>
            <a:ext cx="4206240" cy="182284"/>
          </a:xfrm>
        </p:spPr>
        <p:txBody>
          <a:bodyPr tIns="0" bIns="0"/>
          <a:lstStyle>
            <a:lvl1pPr>
              <a:lnSpc>
                <a:spcPct val="100000"/>
              </a:lnSpc>
              <a:defRPr sz="700" spc="50" baseline="0">
                <a:solidFill>
                  <a:schemeClr val="tx2"/>
                </a:solidFill>
                <a:latin typeface="+mn-lt"/>
              </a:defRPr>
            </a:lvl1pPr>
          </a:lstStyle>
          <a:p>
            <a:pPr lvl="0"/>
            <a:r>
              <a:rPr lang="en-US"/>
              <a:t>SECTION TITLE HERE</a:t>
            </a:r>
          </a:p>
        </p:txBody>
      </p:sp>
    </p:spTree>
    <p:extLst>
      <p:ext uri="{BB962C8B-B14F-4D97-AF65-F5344CB8AC3E}">
        <p14:creationId xmlns:p14="http://schemas.microsoft.com/office/powerpoint/2010/main" val="2704725561"/>
      </p:ext>
    </p:extLst>
  </p:cSld>
  <p:clrMapOvr>
    <a:masterClrMapping/>
  </p:clrMapOvr>
  <p:extLst>
    <p:ext uri="{DCECCB84-F9BA-43D5-87BE-67443E8EF086}">
      <p15:sldGuideLst xmlns:p15="http://schemas.microsoft.com/office/powerpoint/2012/main">
        <p15:guide id="1" orient="horz" pos="391">
          <p15:clr>
            <a:srgbClr val="FBAE40"/>
          </p15:clr>
        </p15:guide>
        <p15:guide id="2" orient="horz" pos="402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6B - Organizational Chart">
    <p:spTree>
      <p:nvGrpSpPr>
        <p:cNvPr id="1" name=""/>
        <p:cNvGrpSpPr/>
        <p:nvPr/>
      </p:nvGrpSpPr>
      <p:grpSpPr>
        <a:xfrm>
          <a:off x="0" y="0"/>
          <a:ext cx="0" cy="0"/>
          <a:chOff x="0" y="0"/>
          <a:chExt cx="0" cy="0"/>
        </a:xfrm>
      </p:grpSpPr>
      <p:pic>
        <p:nvPicPr>
          <p:cNvPr id="4" name="Picture 3" descr="A black tree with leaves&#10;&#10;Description automatically generated">
            <a:extLst>
              <a:ext uri="{FF2B5EF4-FFF2-40B4-BE49-F238E27FC236}">
                <a16:creationId xmlns:a16="http://schemas.microsoft.com/office/drawing/2014/main" id="{4BF725B0-734A-683D-5D7F-C5AA44A3B7F8}"/>
              </a:ext>
            </a:extLst>
          </p:cNvPr>
          <p:cNvPicPr>
            <a:picLocks noChangeAspect="1"/>
          </p:cNvPicPr>
          <p:nvPr userDrawn="1"/>
        </p:nvPicPr>
        <p:blipFill>
          <a:blip r:embed="rId2"/>
          <a:stretch>
            <a:fillRect/>
          </a:stretch>
        </p:blipFill>
        <p:spPr>
          <a:xfrm>
            <a:off x="11440401" y="188640"/>
            <a:ext cx="488247" cy="495124"/>
          </a:xfrm>
          <a:prstGeom prst="rect">
            <a:avLst/>
          </a:prstGeom>
        </p:spPr>
      </p:pic>
      <p:sp>
        <p:nvSpPr>
          <p:cNvPr id="9" name="Slide Number Placeholder 5">
            <a:extLst>
              <a:ext uri="{FF2B5EF4-FFF2-40B4-BE49-F238E27FC236}">
                <a16:creationId xmlns:a16="http://schemas.microsoft.com/office/drawing/2014/main" id="{CDDC2F1F-FD40-42E3-123C-BCA95A066345}"/>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US" smtClean="0"/>
              <a:pPr algn="r"/>
              <a:t>‹#›</a:t>
            </a:fld>
            <a:endParaRPr lang="en-US"/>
          </a:p>
        </p:txBody>
      </p:sp>
      <p:cxnSp>
        <p:nvCxnSpPr>
          <p:cNvPr id="10" name="Straight Connector 9">
            <a:extLst>
              <a:ext uri="{FF2B5EF4-FFF2-40B4-BE49-F238E27FC236}">
                <a16:creationId xmlns:a16="http://schemas.microsoft.com/office/drawing/2014/main" id="{1F12D094-7AEE-C14A-E381-E4EC56E95484}"/>
              </a:ext>
            </a:extLst>
          </p:cNvPr>
          <p:cNvCxnSpPr>
            <a:cxnSpLocks/>
          </p:cNvCxnSpPr>
          <p:nvPr userDrawn="1"/>
        </p:nvCxnSpPr>
        <p:spPr>
          <a:xfrm>
            <a:off x="335360" y="6629400"/>
            <a:ext cx="11220030"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3299E434-1D01-D6A7-3BDD-F577D3E5270C}"/>
              </a:ext>
            </a:extLst>
          </p:cNvPr>
          <p:cNvCxnSpPr>
            <a:cxnSpLocks/>
          </p:cNvCxnSpPr>
          <p:nvPr userDrawn="1"/>
        </p:nvCxnSpPr>
        <p:spPr>
          <a:xfrm>
            <a:off x="335360" y="444624"/>
            <a:ext cx="11105041"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2DBA8181-DC70-E296-CC4C-B7DE82BCF43C}"/>
              </a:ext>
            </a:extLst>
          </p:cNvPr>
          <p:cNvSpPr>
            <a:spLocks noGrp="1"/>
          </p:cNvSpPr>
          <p:nvPr>
            <p:ph type="title" hasCustomPrompt="1"/>
          </p:nvPr>
        </p:nvSpPr>
        <p:spPr>
          <a:xfrm>
            <a:off x="513588" y="548681"/>
            <a:ext cx="11164824" cy="576072"/>
          </a:xfrm>
        </p:spPr>
        <p:txBody>
          <a:bodyPr>
            <a:noAutofit/>
          </a:bodyPr>
          <a:lstStyle>
            <a:lvl1pPr algn="ctr">
              <a:lnSpc>
                <a:spcPct val="80000"/>
              </a:lnSpc>
              <a:defRPr>
                <a:solidFill>
                  <a:srgbClr val="3D441E"/>
                </a:solidFill>
              </a:defRPr>
            </a:lvl1pPr>
          </a:lstStyle>
          <a:p>
            <a:r>
              <a:rPr lang="en-US"/>
              <a:t>Insert Title Here</a:t>
            </a:r>
          </a:p>
        </p:txBody>
      </p:sp>
      <p:sp>
        <p:nvSpPr>
          <p:cNvPr id="7" name="Text Placeholder 6">
            <a:extLst>
              <a:ext uri="{FF2B5EF4-FFF2-40B4-BE49-F238E27FC236}">
                <a16:creationId xmlns:a16="http://schemas.microsoft.com/office/drawing/2014/main" id="{AE9C8155-C2DF-9B69-F7F7-A48554B6E7DF}"/>
              </a:ext>
            </a:extLst>
          </p:cNvPr>
          <p:cNvSpPr>
            <a:spLocks noGrp="1"/>
          </p:cNvSpPr>
          <p:nvPr>
            <p:ph type="body" sz="quarter" idx="23" hasCustomPrompt="1"/>
          </p:nvPr>
        </p:nvSpPr>
        <p:spPr>
          <a:xfrm>
            <a:off x="5197475" y="2060848"/>
            <a:ext cx="1795463" cy="649287"/>
          </a:xfrm>
          <a:solidFill>
            <a:srgbClr val="3D441E"/>
          </a:solidFill>
        </p:spPr>
        <p:txBody>
          <a:bodyPr lIns="108000" tIns="108000" rIns="108000"/>
          <a:lstStyle>
            <a:lvl1pPr>
              <a:lnSpc>
                <a:spcPts val="1300"/>
              </a:lnSpc>
              <a:spcAft>
                <a:spcPts val="0"/>
              </a:spcAft>
              <a:defRPr sz="950" b="1">
                <a:solidFill>
                  <a:schemeClr val="bg1"/>
                </a:solidFill>
              </a:defRPr>
            </a:lvl1pPr>
          </a:lstStyle>
          <a:p>
            <a:pPr lvl="0"/>
            <a:r>
              <a:rPr lang="en-US"/>
              <a:t>First, Last Name</a:t>
            </a:r>
          </a:p>
          <a:p>
            <a:pPr lvl="0"/>
            <a:r>
              <a:rPr lang="en-US"/>
              <a:t>Position Title</a:t>
            </a:r>
            <a:endParaRPr lang="en-GB"/>
          </a:p>
        </p:txBody>
      </p:sp>
      <p:sp>
        <p:nvSpPr>
          <p:cNvPr id="16" name="Text Placeholder 6">
            <a:extLst>
              <a:ext uri="{FF2B5EF4-FFF2-40B4-BE49-F238E27FC236}">
                <a16:creationId xmlns:a16="http://schemas.microsoft.com/office/drawing/2014/main" id="{DA695198-7FCB-4660-B93D-5E432FD126B5}"/>
              </a:ext>
            </a:extLst>
          </p:cNvPr>
          <p:cNvSpPr>
            <a:spLocks noGrp="1"/>
          </p:cNvSpPr>
          <p:nvPr>
            <p:ph type="body" sz="quarter" idx="25" hasCustomPrompt="1"/>
          </p:nvPr>
        </p:nvSpPr>
        <p:spPr>
          <a:xfrm>
            <a:off x="4243027" y="4083142"/>
            <a:ext cx="1795463" cy="649287"/>
          </a:xfrm>
          <a:solidFill>
            <a:srgbClr val="D4B59E"/>
          </a:solidFill>
        </p:spPr>
        <p:txBody>
          <a:bodyPr lIns="108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17" name="Text Placeholder 6">
            <a:extLst>
              <a:ext uri="{FF2B5EF4-FFF2-40B4-BE49-F238E27FC236}">
                <a16:creationId xmlns:a16="http://schemas.microsoft.com/office/drawing/2014/main" id="{2C79F0E5-FC17-009A-85B7-99450756B72C}"/>
              </a:ext>
            </a:extLst>
          </p:cNvPr>
          <p:cNvSpPr>
            <a:spLocks noGrp="1"/>
          </p:cNvSpPr>
          <p:nvPr>
            <p:ph type="body" sz="quarter" idx="26" hasCustomPrompt="1"/>
          </p:nvPr>
        </p:nvSpPr>
        <p:spPr>
          <a:xfrm>
            <a:off x="2310532" y="4083142"/>
            <a:ext cx="1795463" cy="649287"/>
          </a:xfrm>
          <a:solidFill>
            <a:srgbClr val="D4B59E"/>
          </a:solidFill>
        </p:spPr>
        <p:txBody>
          <a:bodyPr lIns="108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18" name="Text Placeholder 6">
            <a:extLst>
              <a:ext uri="{FF2B5EF4-FFF2-40B4-BE49-F238E27FC236}">
                <a16:creationId xmlns:a16="http://schemas.microsoft.com/office/drawing/2014/main" id="{37B556D2-6BEE-8972-6ED0-9B9F976DAEC1}"/>
              </a:ext>
            </a:extLst>
          </p:cNvPr>
          <p:cNvSpPr>
            <a:spLocks noGrp="1"/>
          </p:cNvSpPr>
          <p:nvPr>
            <p:ph type="body" sz="quarter" idx="27" hasCustomPrompt="1"/>
          </p:nvPr>
        </p:nvSpPr>
        <p:spPr>
          <a:xfrm>
            <a:off x="6163560" y="4083142"/>
            <a:ext cx="1795463" cy="649287"/>
          </a:xfrm>
          <a:solidFill>
            <a:srgbClr val="D4B59E"/>
          </a:solidFill>
        </p:spPr>
        <p:txBody>
          <a:bodyPr lIns="108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19" name="Text Placeholder 6">
            <a:extLst>
              <a:ext uri="{FF2B5EF4-FFF2-40B4-BE49-F238E27FC236}">
                <a16:creationId xmlns:a16="http://schemas.microsoft.com/office/drawing/2014/main" id="{D86E72DF-E3B7-79C1-39B4-37754C8220E9}"/>
              </a:ext>
            </a:extLst>
          </p:cNvPr>
          <p:cNvSpPr>
            <a:spLocks noGrp="1"/>
          </p:cNvSpPr>
          <p:nvPr>
            <p:ph type="body" sz="quarter" idx="28" hasCustomPrompt="1"/>
          </p:nvPr>
        </p:nvSpPr>
        <p:spPr>
          <a:xfrm>
            <a:off x="8096055" y="4083142"/>
            <a:ext cx="1795463" cy="649287"/>
          </a:xfrm>
          <a:solidFill>
            <a:srgbClr val="D4B59E"/>
          </a:solidFill>
        </p:spPr>
        <p:txBody>
          <a:bodyPr lIns="108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20" name="Text Placeholder 6">
            <a:extLst>
              <a:ext uri="{FF2B5EF4-FFF2-40B4-BE49-F238E27FC236}">
                <a16:creationId xmlns:a16="http://schemas.microsoft.com/office/drawing/2014/main" id="{FCBC6FCE-3A94-2B17-467C-94EFDA9307E1}"/>
              </a:ext>
            </a:extLst>
          </p:cNvPr>
          <p:cNvSpPr>
            <a:spLocks noGrp="1"/>
          </p:cNvSpPr>
          <p:nvPr>
            <p:ph type="body" sz="quarter" idx="29" hasCustomPrompt="1"/>
          </p:nvPr>
        </p:nvSpPr>
        <p:spPr>
          <a:xfrm>
            <a:off x="4243027" y="4799579"/>
            <a:ext cx="1795463" cy="649287"/>
          </a:xfrm>
          <a:solidFill>
            <a:srgbClr val="ECE5DC"/>
          </a:solidFill>
        </p:spPr>
        <p:txBody>
          <a:bodyPr lIns="108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22" name="Text Placeholder 6">
            <a:extLst>
              <a:ext uri="{FF2B5EF4-FFF2-40B4-BE49-F238E27FC236}">
                <a16:creationId xmlns:a16="http://schemas.microsoft.com/office/drawing/2014/main" id="{056CC2A7-E5F9-816A-4CB8-8EE0D3D05C1C}"/>
              </a:ext>
            </a:extLst>
          </p:cNvPr>
          <p:cNvSpPr>
            <a:spLocks noGrp="1"/>
          </p:cNvSpPr>
          <p:nvPr>
            <p:ph type="body" sz="quarter" idx="31" hasCustomPrompt="1"/>
          </p:nvPr>
        </p:nvSpPr>
        <p:spPr>
          <a:xfrm>
            <a:off x="6163560" y="4799580"/>
            <a:ext cx="1795463" cy="649287"/>
          </a:xfrm>
          <a:solidFill>
            <a:srgbClr val="ECE5DC"/>
          </a:solidFill>
        </p:spPr>
        <p:txBody>
          <a:bodyPr lIns="108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23" name="Text Placeholder 6">
            <a:extLst>
              <a:ext uri="{FF2B5EF4-FFF2-40B4-BE49-F238E27FC236}">
                <a16:creationId xmlns:a16="http://schemas.microsoft.com/office/drawing/2014/main" id="{CC0420F1-76A3-1CF9-153F-D0452EA0484A}"/>
              </a:ext>
            </a:extLst>
          </p:cNvPr>
          <p:cNvSpPr>
            <a:spLocks noGrp="1"/>
          </p:cNvSpPr>
          <p:nvPr>
            <p:ph type="body" sz="quarter" idx="32" hasCustomPrompt="1"/>
          </p:nvPr>
        </p:nvSpPr>
        <p:spPr>
          <a:xfrm>
            <a:off x="8096055" y="4799580"/>
            <a:ext cx="1795463" cy="649287"/>
          </a:xfrm>
          <a:solidFill>
            <a:srgbClr val="ECE5DC"/>
          </a:solidFill>
        </p:spPr>
        <p:txBody>
          <a:bodyPr lIns="108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24" name="Text Placeholder 6">
            <a:extLst>
              <a:ext uri="{FF2B5EF4-FFF2-40B4-BE49-F238E27FC236}">
                <a16:creationId xmlns:a16="http://schemas.microsoft.com/office/drawing/2014/main" id="{95F6E7A9-78D5-2826-B500-4F77A53E0B08}"/>
              </a:ext>
            </a:extLst>
          </p:cNvPr>
          <p:cNvSpPr>
            <a:spLocks noGrp="1"/>
          </p:cNvSpPr>
          <p:nvPr>
            <p:ph type="body" sz="quarter" idx="33" hasCustomPrompt="1"/>
          </p:nvPr>
        </p:nvSpPr>
        <p:spPr>
          <a:xfrm>
            <a:off x="4243027" y="5516017"/>
            <a:ext cx="1795463" cy="649287"/>
          </a:xfrm>
          <a:solidFill>
            <a:srgbClr val="ECE5DC">
              <a:alpha val="20000"/>
            </a:srgbClr>
          </a:solidFill>
        </p:spPr>
        <p:txBody>
          <a:bodyPr lIns="108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26" name="Text Placeholder 6">
            <a:extLst>
              <a:ext uri="{FF2B5EF4-FFF2-40B4-BE49-F238E27FC236}">
                <a16:creationId xmlns:a16="http://schemas.microsoft.com/office/drawing/2014/main" id="{27B93ADF-BA38-F983-4A4B-9C98CEAD76B4}"/>
              </a:ext>
            </a:extLst>
          </p:cNvPr>
          <p:cNvSpPr>
            <a:spLocks noGrp="1"/>
          </p:cNvSpPr>
          <p:nvPr>
            <p:ph type="body" sz="quarter" idx="35" hasCustomPrompt="1"/>
          </p:nvPr>
        </p:nvSpPr>
        <p:spPr>
          <a:xfrm>
            <a:off x="6172987" y="5516017"/>
            <a:ext cx="1795463" cy="649287"/>
          </a:xfrm>
          <a:solidFill>
            <a:srgbClr val="ECE5DC">
              <a:alpha val="20000"/>
            </a:srgbClr>
          </a:solidFill>
        </p:spPr>
        <p:txBody>
          <a:bodyPr lIns="108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27" name="Text Placeholder 6">
            <a:extLst>
              <a:ext uri="{FF2B5EF4-FFF2-40B4-BE49-F238E27FC236}">
                <a16:creationId xmlns:a16="http://schemas.microsoft.com/office/drawing/2014/main" id="{34181D04-E861-9933-B642-5F477C2E1A4B}"/>
              </a:ext>
            </a:extLst>
          </p:cNvPr>
          <p:cNvSpPr>
            <a:spLocks noGrp="1"/>
          </p:cNvSpPr>
          <p:nvPr>
            <p:ph type="body" sz="quarter" idx="36" hasCustomPrompt="1"/>
          </p:nvPr>
        </p:nvSpPr>
        <p:spPr>
          <a:xfrm>
            <a:off x="8096629" y="5516017"/>
            <a:ext cx="1795463" cy="649287"/>
          </a:xfrm>
          <a:solidFill>
            <a:srgbClr val="ECE5DC">
              <a:alpha val="20000"/>
            </a:srgbClr>
          </a:solidFill>
        </p:spPr>
        <p:txBody>
          <a:bodyPr lIns="108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28" name="Text Placeholder 6">
            <a:extLst>
              <a:ext uri="{FF2B5EF4-FFF2-40B4-BE49-F238E27FC236}">
                <a16:creationId xmlns:a16="http://schemas.microsoft.com/office/drawing/2014/main" id="{E5A1DF0B-C5E4-1205-A76B-D81E626CB8FE}"/>
              </a:ext>
            </a:extLst>
          </p:cNvPr>
          <p:cNvSpPr>
            <a:spLocks noGrp="1"/>
          </p:cNvSpPr>
          <p:nvPr>
            <p:ph type="body" sz="quarter" idx="37" hasCustomPrompt="1"/>
          </p:nvPr>
        </p:nvSpPr>
        <p:spPr>
          <a:xfrm>
            <a:off x="2310532" y="4799579"/>
            <a:ext cx="1795463" cy="649287"/>
          </a:xfrm>
          <a:solidFill>
            <a:srgbClr val="ECE5DC"/>
          </a:solidFill>
        </p:spPr>
        <p:txBody>
          <a:bodyPr lIns="108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29" name="Text Placeholder 6">
            <a:extLst>
              <a:ext uri="{FF2B5EF4-FFF2-40B4-BE49-F238E27FC236}">
                <a16:creationId xmlns:a16="http://schemas.microsoft.com/office/drawing/2014/main" id="{1B7637D6-BAE0-D577-CB2B-E614BE6C263B}"/>
              </a:ext>
            </a:extLst>
          </p:cNvPr>
          <p:cNvSpPr>
            <a:spLocks noGrp="1"/>
          </p:cNvSpPr>
          <p:nvPr>
            <p:ph type="body" sz="quarter" idx="38" hasCustomPrompt="1"/>
          </p:nvPr>
        </p:nvSpPr>
        <p:spPr>
          <a:xfrm>
            <a:off x="2310532" y="5516017"/>
            <a:ext cx="1795463" cy="649287"/>
          </a:xfrm>
          <a:solidFill>
            <a:srgbClr val="ECE5DC">
              <a:alpha val="20000"/>
            </a:srgbClr>
          </a:solidFill>
        </p:spPr>
        <p:txBody>
          <a:bodyPr lIns="108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5" name="Text Placeholder 6">
            <a:extLst>
              <a:ext uri="{FF2B5EF4-FFF2-40B4-BE49-F238E27FC236}">
                <a16:creationId xmlns:a16="http://schemas.microsoft.com/office/drawing/2014/main" id="{F7A18193-5083-8F0E-A88D-72A2F44E8235}"/>
              </a:ext>
            </a:extLst>
          </p:cNvPr>
          <p:cNvSpPr>
            <a:spLocks noGrp="1"/>
          </p:cNvSpPr>
          <p:nvPr>
            <p:ph type="body" sz="quarter" idx="39" hasCustomPrompt="1"/>
          </p:nvPr>
        </p:nvSpPr>
        <p:spPr>
          <a:xfrm>
            <a:off x="3264980" y="3067745"/>
            <a:ext cx="1795463" cy="649287"/>
          </a:xfrm>
          <a:solidFill>
            <a:srgbClr val="D4B59E"/>
          </a:solidFill>
        </p:spPr>
        <p:txBody>
          <a:bodyPr lIns="108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6" name="Text Placeholder 6">
            <a:extLst>
              <a:ext uri="{FF2B5EF4-FFF2-40B4-BE49-F238E27FC236}">
                <a16:creationId xmlns:a16="http://schemas.microsoft.com/office/drawing/2014/main" id="{0F36B70A-9F67-A462-3097-7CCC254E5E74}"/>
              </a:ext>
            </a:extLst>
          </p:cNvPr>
          <p:cNvSpPr>
            <a:spLocks noGrp="1"/>
          </p:cNvSpPr>
          <p:nvPr>
            <p:ph type="body" sz="quarter" idx="40" hasCustomPrompt="1"/>
          </p:nvPr>
        </p:nvSpPr>
        <p:spPr>
          <a:xfrm>
            <a:off x="7129969" y="3067745"/>
            <a:ext cx="1795463" cy="649287"/>
          </a:xfrm>
          <a:solidFill>
            <a:srgbClr val="D4B59E"/>
          </a:solidFill>
        </p:spPr>
        <p:txBody>
          <a:bodyPr lIns="108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8" name="Text Placeholder 14">
            <a:extLst>
              <a:ext uri="{FF2B5EF4-FFF2-40B4-BE49-F238E27FC236}">
                <a16:creationId xmlns:a16="http://schemas.microsoft.com/office/drawing/2014/main" id="{C3CA29DA-E432-0123-1896-F9C64E787928}"/>
              </a:ext>
            </a:extLst>
          </p:cNvPr>
          <p:cNvSpPr>
            <a:spLocks noGrp="1"/>
          </p:cNvSpPr>
          <p:nvPr>
            <p:ph type="body" sz="quarter" idx="41" hasCustomPrompt="1"/>
          </p:nvPr>
        </p:nvSpPr>
        <p:spPr>
          <a:xfrm>
            <a:off x="513588" y="1166772"/>
            <a:ext cx="11164824" cy="393192"/>
          </a:xfrm>
        </p:spPr>
        <p:txBody>
          <a:bodyPr/>
          <a:lstStyle>
            <a:lvl1pPr algn="ctr">
              <a:lnSpc>
                <a:spcPct val="100000"/>
              </a:lnSpc>
              <a:defRPr sz="1600"/>
            </a:lvl1pPr>
          </a:lstStyle>
          <a:p>
            <a:pPr lvl="0"/>
            <a:r>
              <a:rPr lang="en-US"/>
              <a:t>Insert Subheading Here</a:t>
            </a:r>
          </a:p>
        </p:txBody>
      </p:sp>
      <p:sp>
        <p:nvSpPr>
          <p:cNvPr id="3" name="Text Placeholder 8">
            <a:extLst>
              <a:ext uri="{FF2B5EF4-FFF2-40B4-BE49-F238E27FC236}">
                <a16:creationId xmlns:a16="http://schemas.microsoft.com/office/drawing/2014/main" id="{1B986E72-6A88-E7DF-8F24-D459F053FBAE}"/>
              </a:ext>
            </a:extLst>
          </p:cNvPr>
          <p:cNvSpPr>
            <a:spLocks noGrp="1"/>
          </p:cNvSpPr>
          <p:nvPr>
            <p:ph type="body" sz="quarter" idx="24" hasCustomPrompt="1"/>
          </p:nvPr>
        </p:nvSpPr>
        <p:spPr>
          <a:xfrm>
            <a:off x="348300" y="242888"/>
            <a:ext cx="4206240" cy="182284"/>
          </a:xfrm>
        </p:spPr>
        <p:txBody>
          <a:bodyPr tIns="0" bIns="0"/>
          <a:lstStyle>
            <a:lvl1pPr>
              <a:lnSpc>
                <a:spcPct val="100000"/>
              </a:lnSpc>
              <a:defRPr sz="700" spc="50" baseline="0">
                <a:solidFill>
                  <a:schemeClr val="tx2"/>
                </a:solidFill>
                <a:latin typeface="+mn-lt"/>
              </a:defRPr>
            </a:lvl1pPr>
          </a:lstStyle>
          <a:p>
            <a:pPr lvl="0"/>
            <a:r>
              <a:rPr lang="en-US"/>
              <a:t>SECTION TITLE HERE</a:t>
            </a:r>
          </a:p>
        </p:txBody>
      </p:sp>
    </p:spTree>
    <p:extLst>
      <p:ext uri="{BB962C8B-B14F-4D97-AF65-F5344CB8AC3E}">
        <p14:creationId xmlns:p14="http://schemas.microsoft.com/office/powerpoint/2010/main" val="134732507"/>
      </p:ext>
    </p:extLst>
  </p:cSld>
  <p:clrMapOvr>
    <a:masterClrMapping/>
  </p:clrMapOvr>
  <p:extLst>
    <p:ext uri="{DCECCB84-F9BA-43D5-87BE-67443E8EF086}">
      <p15:sldGuideLst xmlns:p15="http://schemas.microsoft.com/office/powerpoint/2012/main">
        <p15:guide id="1" orient="horz" pos="391">
          <p15:clr>
            <a:srgbClr val="FBAE40"/>
          </p15:clr>
        </p15:guide>
        <p15:guide id="2" orient="horz" pos="4020">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6 - Organizational Chart w/ Headshots">
    <p:spTree>
      <p:nvGrpSpPr>
        <p:cNvPr id="1" name=""/>
        <p:cNvGrpSpPr/>
        <p:nvPr/>
      </p:nvGrpSpPr>
      <p:grpSpPr>
        <a:xfrm>
          <a:off x="0" y="0"/>
          <a:ext cx="0" cy="0"/>
          <a:chOff x="0" y="0"/>
          <a:chExt cx="0" cy="0"/>
        </a:xfrm>
      </p:grpSpPr>
      <p:pic>
        <p:nvPicPr>
          <p:cNvPr id="4" name="Picture 3" descr="A black tree with leaves&#10;&#10;Description automatically generated">
            <a:extLst>
              <a:ext uri="{FF2B5EF4-FFF2-40B4-BE49-F238E27FC236}">
                <a16:creationId xmlns:a16="http://schemas.microsoft.com/office/drawing/2014/main" id="{4BF725B0-734A-683D-5D7F-C5AA44A3B7F8}"/>
              </a:ext>
            </a:extLst>
          </p:cNvPr>
          <p:cNvPicPr>
            <a:picLocks noChangeAspect="1"/>
          </p:cNvPicPr>
          <p:nvPr userDrawn="1"/>
        </p:nvPicPr>
        <p:blipFill>
          <a:blip r:embed="rId2"/>
          <a:stretch>
            <a:fillRect/>
          </a:stretch>
        </p:blipFill>
        <p:spPr>
          <a:xfrm>
            <a:off x="11440401" y="188640"/>
            <a:ext cx="488247" cy="495124"/>
          </a:xfrm>
          <a:prstGeom prst="rect">
            <a:avLst/>
          </a:prstGeom>
        </p:spPr>
      </p:pic>
      <p:sp>
        <p:nvSpPr>
          <p:cNvPr id="9" name="Slide Number Placeholder 5">
            <a:extLst>
              <a:ext uri="{FF2B5EF4-FFF2-40B4-BE49-F238E27FC236}">
                <a16:creationId xmlns:a16="http://schemas.microsoft.com/office/drawing/2014/main" id="{CDDC2F1F-FD40-42E3-123C-BCA95A066345}"/>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US" smtClean="0"/>
              <a:pPr algn="r"/>
              <a:t>‹#›</a:t>
            </a:fld>
            <a:endParaRPr lang="en-US"/>
          </a:p>
        </p:txBody>
      </p:sp>
      <p:cxnSp>
        <p:nvCxnSpPr>
          <p:cNvPr id="10" name="Straight Connector 9">
            <a:extLst>
              <a:ext uri="{FF2B5EF4-FFF2-40B4-BE49-F238E27FC236}">
                <a16:creationId xmlns:a16="http://schemas.microsoft.com/office/drawing/2014/main" id="{1F12D094-7AEE-C14A-E381-E4EC56E95484}"/>
              </a:ext>
            </a:extLst>
          </p:cNvPr>
          <p:cNvCxnSpPr>
            <a:cxnSpLocks/>
          </p:cNvCxnSpPr>
          <p:nvPr userDrawn="1"/>
        </p:nvCxnSpPr>
        <p:spPr>
          <a:xfrm>
            <a:off x="335360" y="6629400"/>
            <a:ext cx="11220030"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3299E434-1D01-D6A7-3BDD-F577D3E5270C}"/>
              </a:ext>
            </a:extLst>
          </p:cNvPr>
          <p:cNvCxnSpPr>
            <a:cxnSpLocks/>
          </p:cNvCxnSpPr>
          <p:nvPr userDrawn="1"/>
        </p:nvCxnSpPr>
        <p:spPr>
          <a:xfrm>
            <a:off x="335360" y="444624"/>
            <a:ext cx="11105041"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2DBA8181-DC70-E296-CC4C-B7DE82BCF43C}"/>
              </a:ext>
            </a:extLst>
          </p:cNvPr>
          <p:cNvSpPr>
            <a:spLocks noGrp="1"/>
          </p:cNvSpPr>
          <p:nvPr>
            <p:ph type="title" hasCustomPrompt="1"/>
          </p:nvPr>
        </p:nvSpPr>
        <p:spPr>
          <a:xfrm>
            <a:off x="513588" y="548681"/>
            <a:ext cx="11164824" cy="576072"/>
          </a:xfrm>
        </p:spPr>
        <p:txBody>
          <a:bodyPr>
            <a:noAutofit/>
          </a:bodyPr>
          <a:lstStyle>
            <a:lvl1pPr algn="ctr">
              <a:lnSpc>
                <a:spcPct val="80000"/>
              </a:lnSpc>
              <a:defRPr>
                <a:solidFill>
                  <a:srgbClr val="3D441E"/>
                </a:solidFill>
              </a:defRPr>
            </a:lvl1pPr>
          </a:lstStyle>
          <a:p>
            <a:r>
              <a:rPr lang="en-US"/>
              <a:t>Insert Title Here</a:t>
            </a:r>
          </a:p>
        </p:txBody>
      </p:sp>
      <p:sp>
        <p:nvSpPr>
          <p:cNvPr id="7" name="Text Placeholder 6">
            <a:extLst>
              <a:ext uri="{FF2B5EF4-FFF2-40B4-BE49-F238E27FC236}">
                <a16:creationId xmlns:a16="http://schemas.microsoft.com/office/drawing/2014/main" id="{AE9C8155-C2DF-9B69-F7F7-A48554B6E7DF}"/>
              </a:ext>
            </a:extLst>
          </p:cNvPr>
          <p:cNvSpPr>
            <a:spLocks noGrp="1"/>
          </p:cNvSpPr>
          <p:nvPr>
            <p:ph type="body" sz="quarter" idx="23" hasCustomPrompt="1"/>
          </p:nvPr>
        </p:nvSpPr>
        <p:spPr>
          <a:xfrm>
            <a:off x="5197475" y="2420598"/>
            <a:ext cx="1795463" cy="649287"/>
          </a:xfrm>
          <a:solidFill>
            <a:srgbClr val="3D441E"/>
          </a:solidFill>
        </p:spPr>
        <p:txBody>
          <a:bodyPr lIns="360000" tIns="108000" rIns="108000"/>
          <a:lstStyle>
            <a:lvl1pPr>
              <a:lnSpc>
                <a:spcPts val="1300"/>
              </a:lnSpc>
              <a:spcAft>
                <a:spcPts val="0"/>
              </a:spcAft>
              <a:defRPr sz="950" b="1">
                <a:solidFill>
                  <a:schemeClr val="bg1"/>
                </a:solidFill>
              </a:defRPr>
            </a:lvl1pPr>
          </a:lstStyle>
          <a:p>
            <a:pPr lvl="0"/>
            <a:r>
              <a:rPr lang="en-US"/>
              <a:t>First, Last Name</a:t>
            </a:r>
          </a:p>
          <a:p>
            <a:pPr lvl="0"/>
            <a:r>
              <a:rPr lang="en-US"/>
              <a:t>Position Title</a:t>
            </a:r>
            <a:endParaRPr lang="en-GB"/>
          </a:p>
        </p:txBody>
      </p:sp>
      <p:sp>
        <p:nvSpPr>
          <p:cNvPr id="8" name="Text Placeholder 6">
            <a:extLst>
              <a:ext uri="{FF2B5EF4-FFF2-40B4-BE49-F238E27FC236}">
                <a16:creationId xmlns:a16="http://schemas.microsoft.com/office/drawing/2014/main" id="{76D214F9-232E-837C-C5FC-204D55725640}"/>
              </a:ext>
            </a:extLst>
          </p:cNvPr>
          <p:cNvSpPr>
            <a:spLocks noGrp="1"/>
          </p:cNvSpPr>
          <p:nvPr>
            <p:ph type="body" sz="quarter" idx="24" hasCustomPrompt="1"/>
          </p:nvPr>
        </p:nvSpPr>
        <p:spPr>
          <a:xfrm>
            <a:off x="5197475" y="3432209"/>
            <a:ext cx="1795463" cy="649287"/>
          </a:xfrm>
          <a:solidFill>
            <a:srgbClr val="D4B59E"/>
          </a:solidFill>
        </p:spPr>
        <p:txBody>
          <a:bodyPr lIns="360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16" name="Text Placeholder 6">
            <a:extLst>
              <a:ext uri="{FF2B5EF4-FFF2-40B4-BE49-F238E27FC236}">
                <a16:creationId xmlns:a16="http://schemas.microsoft.com/office/drawing/2014/main" id="{DA695198-7FCB-4660-B93D-5E432FD126B5}"/>
              </a:ext>
            </a:extLst>
          </p:cNvPr>
          <p:cNvSpPr>
            <a:spLocks noGrp="1"/>
          </p:cNvSpPr>
          <p:nvPr>
            <p:ph type="body" sz="quarter" idx="25" hasCustomPrompt="1"/>
          </p:nvPr>
        </p:nvSpPr>
        <p:spPr>
          <a:xfrm>
            <a:off x="3012745" y="3432209"/>
            <a:ext cx="1795463" cy="649287"/>
          </a:xfrm>
          <a:solidFill>
            <a:srgbClr val="D4B59E"/>
          </a:solidFill>
        </p:spPr>
        <p:txBody>
          <a:bodyPr lIns="360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17" name="Text Placeholder 6">
            <a:extLst>
              <a:ext uri="{FF2B5EF4-FFF2-40B4-BE49-F238E27FC236}">
                <a16:creationId xmlns:a16="http://schemas.microsoft.com/office/drawing/2014/main" id="{2C79F0E5-FC17-009A-85B7-99450756B72C}"/>
              </a:ext>
            </a:extLst>
          </p:cNvPr>
          <p:cNvSpPr>
            <a:spLocks noGrp="1"/>
          </p:cNvSpPr>
          <p:nvPr>
            <p:ph type="body" sz="quarter" idx="26" hasCustomPrompt="1"/>
          </p:nvPr>
        </p:nvSpPr>
        <p:spPr>
          <a:xfrm>
            <a:off x="844153" y="3432209"/>
            <a:ext cx="1795463" cy="649287"/>
          </a:xfrm>
          <a:solidFill>
            <a:srgbClr val="D4B59E"/>
          </a:solidFill>
        </p:spPr>
        <p:txBody>
          <a:bodyPr lIns="360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18" name="Text Placeholder 6">
            <a:extLst>
              <a:ext uri="{FF2B5EF4-FFF2-40B4-BE49-F238E27FC236}">
                <a16:creationId xmlns:a16="http://schemas.microsoft.com/office/drawing/2014/main" id="{37B556D2-6BEE-8972-6ED0-9B9F976DAEC1}"/>
              </a:ext>
            </a:extLst>
          </p:cNvPr>
          <p:cNvSpPr>
            <a:spLocks noGrp="1"/>
          </p:cNvSpPr>
          <p:nvPr>
            <p:ph type="body" sz="quarter" idx="27" hasCustomPrompt="1"/>
          </p:nvPr>
        </p:nvSpPr>
        <p:spPr>
          <a:xfrm>
            <a:off x="7345993" y="3432209"/>
            <a:ext cx="1795463" cy="649287"/>
          </a:xfrm>
          <a:solidFill>
            <a:srgbClr val="D4B59E"/>
          </a:solidFill>
        </p:spPr>
        <p:txBody>
          <a:bodyPr lIns="360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19" name="Text Placeholder 6">
            <a:extLst>
              <a:ext uri="{FF2B5EF4-FFF2-40B4-BE49-F238E27FC236}">
                <a16:creationId xmlns:a16="http://schemas.microsoft.com/office/drawing/2014/main" id="{D86E72DF-E3B7-79C1-39B4-37754C8220E9}"/>
              </a:ext>
            </a:extLst>
          </p:cNvPr>
          <p:cNvSpPr>
            <a:spLocks noGrp="1"/>
          </p:cNvSpPr>
          <p:nvPr>
            <p:ph type="body" sz="quarter" idx="28" hasCustomPrompt="1"/>
          </p:nvPr>
        </p:nvSpPr>
        <p:spPr>
          <a:xfrm>
            <a:off x="9484539" y="3432209"/>
            <a:ext cx="1795463" cy="649287"/>
          </a:xfrm>
          <a:solidFill>
            <a:srgbClr val="D4B59E"/>
          </a:solidFill>
        </p:spPr>
        <p:txBody>
          <a:bodyPr lIns="360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20" name="Text Placeholder 6">
            <a:extLst>
              <a:ext uri="{FF2B5EF4-FFF2-40B4-BE49-F238E27FC236}">
                <a16:creationId xmlns:a16="http://schemas.microsoft.com/office/drawing/2014/main" id="{FCBC6FCE-3A94-2B17-467C-94EFDA9307E1}"/>
              </a:ext>
            </a:extLst>
          </p:cNvPr>
          <p:cNvSpPr>
            <a:spLocks noGrp="1"/>
          </p:cNvSpPr>
          <p:nvPr>
            <p:ph type="body" sz="quarter" idx="29" hasCustomPrompt="1"/>
          </p:nvPr>
        </p:nvSpPr>
        <p:spPr>
          <a:xfrm>
            <a:off x="3012745" y="4148646"/>
            <a:ext cx="1795463" cy="649287"/>
          </a:xfrm>
          <a:solidFill>
            <a:srgbClr val="ECE5DC"/>
          </a:solidFill>
        </p:spPr>
        <p:txBody>
          <a:bodyPr lIns="360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21" name="Text Placeholder 6">
            <a:extLst>
              <a:ext uri="{FF2B5EF4-FFF2-40B4-BE49-F238E27FC236}">
                <a16:creationId xmlns:a16="http://schemas.microsoft.com/office/drawing/2014/main" id="{7806DD3A-1589-D590-A975-6D683F83ED8E}"/>
              </a:ext>
            </a:extLst>
          </p:cNvPr>
          <p:cNvSpPr>
            <a:spLocks noGrp="1"/>
          </p:cNvSpPr>
          <p:nvPr>
            <p:ph type="body" sz="quarter" idx="30" hasCustomPrompt="1"/>
          </p:nvPr>
        </p:nvSpPr>
        <p:spPr>
          <a:xfrm>
            <a:off x="5197475" y="4148647"/>
            <a:ext cx="1795463" cy="649287"/>
          </a:xfrm>
          <a:solidFill>
            <a:srgbClr val="ECE5DC"/>
          </a:solidFill>
        </p:spPr>
        <p:txBody>
          <a:bodyPr lIns="360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22" name="Text Placeholder 6">
            <a:extLst>
              <a:ext uri="{FF2B5EF4-FFF2-40B4-BE49-F238E27FC236}">
                <a16:creationId xmlns:a16="http://schemas.microsoft.com/office/drawing/2014/main" id="{056CC2A7-E5F9-816A-4CB8-8EE0D3D05C1C}"/>
              </a:ext>
            </a:extLst>
          </p:cNvPr>
          <p:cNvSpPr>
            <a:spLocks noGrp="1"/>
          </p:cNvSpPr>
          <p:nvPr>
            <p:ph type="body" sz="quarter" idx="31" hasCustomPrompt="1"/>
          </p:nvPr>
        </p:nvSpPr>
        <p:spPr>
          <a:xfrm>
            <a:off x="7345993" y="4148647"/>
            <a:ext cx="1795463" cy="649287"/>
          </a:xfrm>
          <a:solidFill>
            <a:srgbClr val="ECE5DC"/>
          </a:solidFill>
        </p:spPr>
        <p:txBody>
          <a:bodyPr lIns="360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23" name="Text Placeholder 6">
            <a:extLst>
              <a:ext uri="{FF2B5EF4-FFF2-40B4-BE49-F238E27FC236}">
                <a16:creationId xmlns:a16="http://schemas.microsoft.com/office/drawing/2014/main" id="{CC0420F1-76A3-1CF9-153F-D0452EA0484A}"/>
              </a:ext>
            </a:extLst>
          </p:cNvPr>
          <p:cNvSpPr>
            <a:spLocks noGrp="1"/>
          </p:cNvSpPr>
          <p:nvPr>
            <p:ph type="body" sz="quarter" idx="32" hasCustomPrompt="1"/>
          </p:nvPr>
        </p:nvSpPr>
        <p:spPr>
          <a:xfrm>
            <a:off x="9484539" y="4148647"/>
            <a:ext cx="1795463" cy="649287"/>
          </a:xfrm>
          <a:solidFill>
            <a:srgbClr val="ECE5DC"/>
          </a:solidFill>
        </p:spPr>
        <p:txBody>
          <a:bodyPr lIns="360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24" name="Text Placeholder 6">
            <a:extLst>
              <a:ext uri="{FF2B5EF4-FFF2-40B4-BE49-F238E27FC236}">
                <a16:creationId xmlns:a16="http://schemas.microsoft.com/office/drawing/2014/main" id="{95F6E7A9-78D5-2826-B500-4F77A53E0B08}"/>
              </a:ext>
            </a:extLst>
          </p:cNvPr>
          <p:cNvSpPr>
            <a:spLocks noGrp="1"/>
          </p:cNvSpPr>
          <p:nvPr>
            <p:ph type="body" sz="quarter" idx="33" hasCustomPrompt="1"/>
          </p:nvPr>
        </p:nvSpPr>
        <p:spPr>
          <a:xfrm>
            <a:off x="3012745" y="4865084"/>
            <a:ext cx="1795463" cy="649287"/>
          </a:xfrm>
          <a:solidFill>
            <a:srgbClr val="ECE5DC">
              <a:alpha val="20000"/>
            </a:srgbClr>
          </a:solidFill>
        </p:spPr>
        <p:txBody>
          <a:bodyPr lIns="360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25" name="Text Placeholder 6">
            <a:extLst>
              <a:ext uri="{FF2B5EF4-FFF2-40B4-BE49-F238E27FC236}">
                <a16:creationId xmlns:a16="http://schemas.microsoft.com/office/drawing/2014/main" id="{1C0391C6-20CD-11B8-6BE0-D177C7954112}"/>
              </a:ext>
            </a:extLst>
          </p:cNvPr>
          <p:cNvSpPr>
            <a:spLocks noGrp="1"/>
          </p:cNvSpPr>
          <p:nvPr>
            <p:ph type="body" sz="quarter" idx="34" hasCustomPrompt="1"/>
          </p:nvPr>
        </p:nvSpPr>
        <p:spPr>
          <a:xfrm>
            <a:off x="5197475" y="4865084"/>
            <a:ext cx="1795463" cy="649287"/>
          </a:xfrm>
          <a:solidFill>
            <a:srgbClr val="ECE5DC">
              <a:alpha val="20000"/>
            </a:srgbClr>
          </a:solidFill>
        </p:spPr>
        <p:txBody>
          <a:bodyPr lIns="360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26" name="Text Placeholder 6">
            <a:extLst>
              <a:ext uri="{FF2B5EF4-FFF2-40B4-BE49-F238E27FC236}">
                <a16:creationId xmlns:a16="http://schemas.microsoft.com/office/drawing/2014/main" id="{27B93ADF-BA38-F983-4A4B-9C98CEAD76B4}"/>
              </a:ext>
            </a:extLst>
          </p:cNvPr>
          <p:cNvSpPr>
            <a:spLocks noGrp="1"/>
          </p:cNvSpPr>
          <p:nvPr>
            <p:ph type="body" sz="quarter" idx="35" hasCustomPrompt="1"/>
          </p:nvPr>
        </p:nvSpPr>
        <p:spPr>
          <a:xfrm>
            <a:off x="7355420" y="4865084"/>
            <a:ext cx="1795463" cy="649287"/>
          </a:xfrm>
          <a:solidFill>
            <a:srgbClr val="ECE5DC">
              <a:alpha val="20000"/>
            </a:srgbClr>
          </a:solidFill>
        </p:spPr>
        <p:txBody>
          <a:bodyPr lIns="360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27" name="Text Placeholder 6">
            <a:extLst>
              <a:ext uri="{FF2B5EF4-FFF2-40B4-BE49-F238E27FC236}">
                <a16:creationId xmlns:a16="http://schemas.microsoft.com/office/drawing/2014/main" id="{34181D04-E861-9933-B642-5F477C2E1A4B}"/>
              </a:ext>
            </a:extLst>
          </p:cNvPr>
          <p:cNvSpPr>
            <a:spLocks noGrp="1"/>
          </p:cNvSpPr>
          <p:nvPr>
            <p:ph type="body" sz="quarter" idx="36" hasCustomPrompt="1"/>
          </p:nvPr>
        </p:nvSpPr>
        <p:spPr>
          <a:xfrm>
            <a:off x="9485113" y="4865084"/>
            <a:ext cx="1795463" cy="649287"/>
          </a:xfrm>
          <a:solidFill>
            <a:srgbClr val="ECE5DC">
              <a:alpha val="20000"/>
            </a:srgbClr>
          </a:solidFill>
        </p:spPr>
        <p:txBody>
          <a:bodyPr lIns="360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28" name="Text Placeholder 6">
            <a:extLst>
              <a:ext uri="{FF2B5EF4-FFF2-40B4-BE49-F238E27FC236}">
                <a16:creationId xmlns:a16="http://schemas.microsoft.com/office/drawing/2014/main" id="{E5A1DF0B-C5E4-1205-A76B-D81E626CB8FE}"/>
              </a:ext>
            </a:extLst>
          </p:cNvPr>
          <p:cNvSpPr>
            <a:spLocks noGrp="1"/>
          </p:cNvSpPr>
          <p:nvPr>
            <p:ph type="body" sz="quarter" idx="37" hasCustomPrompt="1"/>
          </p:nvPr>
        </p:nvSpPr>
        <p:spPr>
          <a:xfrm>
            <a:off x="844153" y="4148646"/>
            <a:ext cx="1795463" cy="649287"/>
          </a:xfrm>
          <a:solidFill>
            <a:srgbClr val="ECE5DC"/>
          </a:solidFill>
        </p:spPr>
        <p:txBody>
          <a:bodyPr lIns="360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29" name="Text Placeholder 6">
            <a:extLst>
              <a:ext uri="{FF2B5EF4-FFF2-40B4-BE49-F238E27FC236}">
                <a16:creationId xmlns:a16="http://schemas.microsoft.com/office/drawing/2014/main" id="{1B7637D6-BAE0-D577-CB2B-E614BE6C263B}"/>
              </a:ext>
            </a:extLst>
          </p:cNvPr>
          <p:cNvSpPr>
            <a:spLocks noGrp="1"/>
          </p:cNvSpPr>
          <p:nvPr>
            <p:ph type="body" sz="quarter" idx="38" hasCustomPrompt="1"/>
          </p:nvPr>
        </p:nvSpPr>
        <p:spPr>
          <a:xfrm>
            <a:off x="844153" y="4865084"/>
            <a:ext cx="1795463" cy="649287"/>
          </a:xfrm>
          <a:solidFill>
            <a:srgbClr val="ECE5DC">
              <a:alpha val="20000"/>
            </a:srgbClr>
          </a:solidFill>
        </p:spPr>
        <p:txBody>
          <a:bodyPr lIns="360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30" name="Text Placeholder 6">
            <a:extLst>
              <a:ext uri="{FF2B5EF4-FFF2-40B4-BE49-F238E27FC236}">
                <a16:creationId xmlns:a16="http://schemas.microsoft.com/office/drawing/2014/main" id="{4D0D43D9-ABDE-800B-1677-F0BD921C55D8}"/>
              </a:ext>
            </a:extLst>
          </p:cNvPr>
          <p:cNvSpPr>
            <a:spLocks noGrp="1"/>
          </p:cNvSpPr>
          <p:nvPr>
            <p:ph type="body" sz="quarter" idx="39" hasCustomPrompt="1"/>
          </p:nvPr>
        </p:nvSpPr>
        <p:spPr>
          <a:xfrm>
            <a:off x="3012745" y="5581521"/>
            <a:ext cx="1795463" cy="649287"/>
          </a:xfrm>
          <a:solidFill>
            <a:srgbClr val="ECE5DC">
              <a:alpha val="20000"/>
            </a:srgbClr>
          </a:solidFill>
        </p:spPr>
        <p:txBody>
          <a:bodyPr lIns="360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31" name="Text Placeholder 6">
            <a:extLst>
              <a:ext uri="{FF2B5EF4-FFF2-40B4-BE49-F238E27FC236}">
                <a16:creationId xmlns:a16="http://schemas.microsoft.com/office/drawing/2014/main" id="{CF14E26D-C06C-D68A-B829-A9D45477B355}"/>
              </a:ext>
            </a:extLst>
          </p:cNvPr>
          <p:cNvSpPr>
            <a:spLocks noGrp="1"/>
          </p:cNvSpPr>
          <p:nvPr>
            <p:ph type="body" sz="quarter" idx="40" hasCustomPrompt="1"/>
          </p:nvPr>
        </p:nvSpPr>
        <p:spPr>
          <a:xfrm>
            <a:off x="5197475" y="5581521"/>
            <a:ext cx="1795463" cy="649287"/>
          </a:xfrm>
          <a:solidFill>
            <a:srgbClr val="ECE5DC">
              <a:alpha val="20000"/>
            </a:srgbClr>
          </a:solidFill>
        </p:spPr>
        <p:txBody>
          <a:bodyPr lIns="360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32" name="Text Placeholder 6">
            <a:extLst>
              <a:ext uri="{FF2B5EF4-FFF2-40B4-BE49-F238E27FC236}">
                <a16:creationId xmlns:a16="http://schemas.microsoft.com/office/drawing/2014/main" id="{2F839F47-D28F-B06D-9121-7660BF3F2840}"/>
              </a:ext>
            </a:extLst>
          </p:cNvPr>
          <p:cNvSpPr>
            <a:spLocks noGrp="1"/>
          </p:cNvSpPr>
          <p:nvPr>
            <p:ph type="body" sz="quarter" idx="41" hasCustomPrompt="1"/>
          </p:nvPr>
        </p:nvSpPr>
        <p:spPr>
          <a:xfrm>
            <a:off x="7355420" y="5581521"/>
            <a:ext cx="1795463" cy="649287"/>
          </a:xfrm>
          <a:solidFill>
            <a:srgbClr val="ECE5DC">
              <a:alpha val="20000"/>
            </a:srgbClr>
          </a:solidFill>
        </p:spPr>
        <p:txBody>
          <a:bodyPr lIns="360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33" name="Text Placeholder 6">
            <a:extLst>
              <a:ext uri="{FF2B5EF4-FFF2-40B4-BE49-F238E27FC236}">
                <a16:creationId xmlns:a16="http://schemas.microsoft.com/office/drawing/2014/main" id="{773FDE73-2DF9-64E0-B871-5A213B1134AA}"/>
              </a:ext>
            </a:extLst>
          </p:cNvPr>
          <p:cNvSpPr>
            <a:spLocks noGrp="1"/>
          </p:cNvSpPr>
          <p:nvPr>
            <p:ph type="body" sz="quarter" idx="42" hasCustomPrompt="1"/>
          </p:nvPr>
        </p:nvSpPr>
        <p:spPr>
          <a:xfrm>
            <a:off x="9485113" y="5581521"/>
            <a:ext cx="1795463" cy="649287"/>
          </a:xfrm>
          <a:solidFill>
            <a:srgbClr val="ECE5DC">
              <a:alpha val="20000"/>
            </a:srgbClr>
          </a:solidFill>
        </p:spPr>
        <p:txBody>
          <a:bodyPr lIns="360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34" name="Text Placeholder 6">
            <a:extLst>
              <a:ext uri="{FF2B5EF4-FFF2-40B4-BE49-F238E27FC236}">
                <a16:creationId xmlns:a16="http://schemas.microsoft.com/office/drawing/2014/main" id="{34B8D2C8-7F4A-8FBB-B9CF-61821A4CD258}"/>
              </a:ext>
            </a:extLst>
          </p:cNvPr>
          <p:cNvSpPr>
            <a:spLocks noGrp="1"/>
          </p:cNvSpPr>
          <p:nvPr>
            <p:ph type="body" sz="quarter" idx="43" hasCustomPrompt="1"/>
          </p:nvPr>
        </p:nvSpPr>
        <p:spPr>
          <a:xfrm>
            <a:off x="844153" y="5581521"/>
            <a:ext cx="1795463" cy="649287"/>
          </a:xfrm>
          <a:solidFill>
            <a:srgbClr val="ECE5DC">
              <a:alpha val="20000"/>
            </a:srgbClr>
          </a:solidFill>
        </p:spPr>
        <p:txBody>
          <a:bodyPr lIns="360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5" name="Picture Placeholder 25">
            <a:extLst>
              <a:ext uri="{FF2B5EF4-FFF2-40B4-BE49-F238E27FC236}">
                <a16:creationId xmlns:a16="http://schemas.microsoft.com/office/drawing/2014/main" id="{9A930E8A-8E6A-FFAA-5B04-4FD190CF6D4F}"/>
              </a:ext>
            </a:extLst>
          </p:cNvPr>
          <p:cNvSpPr>
            <a:spLocks noGrp="1"/>
          </p:cNvSpPr>
          <p:nvPr>
            <p:ph type="pic" sz="quarter" idx="44"/>
          </p:nvPr>
        </p:nvSpPr>
        <p:spPr>
          <a:xfrm>
            <a:off x="4968707" y="2501664"/>
            <a:ext cx="457535" cy="457535"/>
          </a:xfrm>
          <a:prstGeom prst="ellipse">
            <a:avLst/>
          </a:prstGeom>
          <a:solidFill>
            <a:srgbClr val="CBC4BC"/>
          </a:solidFill>
        </p:spPr>
        <p:txBody>
          <a:bodyPr/>
          <a:lstStyle/>
          <a:p>
            <a:endParaRPr lang="en-GB"/>
          </a:p>
        </p:txBody>
      </p:sp>
      <p:sp>
        <p:nvSpPr>
          <p:cNvPr id="6" name="Picture Placeholder 25">
            <a:extLst>
              <a:ext uri="{FF2B5EF4-FFF2-40B4-BE49-F238E27FC236}">
                <a16:creationId xmlns:a16="http://schemas.microsoft.com/office/drawing/2014/main" id="{907EDA0E-6C5B-EA88-5C31-CF7A300445B8}"/>
              </a:ext>
            </a:extLst>
          </p:cNvPr>
          <p:cNvSpPr>
            <a:spLocks noGrp="1"/>
          </p:cNvSpPr>
          <p:nvPr>
            <p:ph type="pic" sz="quarter" idx="45"/>
          </p:nvPr>
        </p:nvSpPr>
        <p:spPr>
          <a:xfrm>
            <a:off x="4968707" y="3525792"/>
            <a:ext cx="457535" cy="457535"/>
          </a:xfrm>
          <a:prstGeom prst="ellipse">
            <a:avLst/>
          </a:prstGeom>
          <a:solidFill>
            <a:srgbClr val="CBC4BC"/>
          </a:solidFill>
        </p:spPr>
        <p:txBody>
          <a:bodyPr/>
          <a:lstStyle/>
          <a:p>
            <a:endParaRPr lang="en-GB"/>
          </a:p>
        </p:txBody>
      </p:sp>
      <p:sp>
        <p:nvSpPr>
          <p:cNvPr id="12" name="Picture Placeholder 25">
            <a:extLst>
              <a:ext uri="{FF2B5EF4-FFF2-40B4-BE49-F238E27FC236}">
                <a16:creationId xmlns:a16="http://schemas.microsoft.com/office/drawing/2014/main" id="{81896AC5-38DF-2CFC-224E-E46A5C9D194F}"/>
              </a:ext>
            </a:extLst>
          </p:cNvPr>
          <p:cNvSpPr>
            <a:spLocks noGrp="1"/>
          </p:cNvSpPr>
          <p:nvPr>
            <p:ph type="pic" sz="quarter" idx="46"/>
          </p:nvPr>
        </p:nvSpPr>
        <p:spPr>
          <a:xfrm>
            <a:off x="4968707" y="4239024"/>
            <a:ext cx="457535" cy="457535"/>
          </a:xfrm>
          <a:prstGeom prst="ellipse">
            <a:avLst/>
          </a:prstGeom>
          <a:solidFill>
            <a:srgbClr val="CBC4BC"/>
          </a:solidFill>
        </p:spPr>
        <p:txBody>
          <a:bodyPr/>
          <a:lstStyle/>
          <a:p>
            <a:endParaRPr lang="en-GB"/>
          </a:p>
        </p:txBody>
      </p:sp>
      <p:sp>
        <p:nvSpPr>
          <p:cNvPr id="13" name="Picture Placeholder 25">
            <a:extLst>
              <a:ext uri="{FF2B5EF4-FFF2-40B4-BE49-F238E27FC236}">
                <a16:creationId xmlns:a16="http://schemas.microsoft.com/office/drawing/2014/main" id="{EBC6E1AB-835C-DD88-03F1-30B113F891CC}"/>
              </a:ext>
            </a:extLst>
          </p:cNvPr>
          <p:cNvSpPr>
            <a:spLocks noGrp="1"/>
          </p:cNvSpPr>
          <p:nvPr>
            <p:ph type="pic" sz="quarter" idx="47"/>
          </p:nvPr>
        </p:nvSpPr>
        <p:spPr>
          <a:xfrm>
            <a:off x="4968707" y="4961400"/>
            <a:ext cx="457535" cy="457535"/>
          </a:xfrm>
          <a:prstGeom prst="ellipse">
            <a:avLst/>
          </a:prstGeom>
          <a:solidFill>
            <a:srgbClr val="CBC4BC"/>
          </a:solidFill>
        </p:spPr>
        <p:txBody>
          <a:bodyPr/>
          <a:lstStyle/>
          <a:p>
            <a:endParaRPr lang="en-GB"/>
          </a:p>
        </p:txBody>
      </p:sp>
      <p:sp>
        <p:nvSpPr>
          <p:cNvPr id="14" name="Picture Placeholder 25">
            <a:extLst>
              <a:ext uri="{FF2B5EF4-FFF2-40B4-BE49-F238E27FC236}">
                <a16:creationId xmlns:a16="http://schemas.microsoft.com/office/drawing/2014/main" id="{1B82EF60-3731-9627-CF2F-4E1E9A3E5F43}"/>
              </a:ext>
            </a:extLst>
          </p:cNvPr>
          <p:cNvSpPr>
            <a:spLocks noGrp="1"/>
          </p:cNvSpPr>
          <p:nvPr>
            <p:ph type="pic" sz="quarter" idx="48"/>
          </p:nvPr>
        </p:nvSpPr>
        <p:spPr>
          <a:xfrm>
            <a:off x="4968707" y="5674632"/>
            <a:ext cx="457535" cy="457535"/>
          </a:xfrm>
          <a:prstGeom prst="ellipse">
            <a:avLst/>
          </a:prstGeom>
          <a:solidFill>
            <a:srgbClr val="CBC4BC"/>
          </a:solidFill>
        </p:spPr>
        <p:txBody>
          <a:bodyPr/>
          <a:lstStyle/>
          <a:p>
            <a:endParaRPr lang="en-GB"/>
          </a:p>
        </p:txBody>
      </p:sp>
      <p:sp>
        <p:nvSpPr>
          <p:cNvPr id="15" name="Picture Placeholder 25">
            <a:extLst>
              <a:ext uri="{FF2B5EF4-FFF2-40B4-BE49-F238E27FC236}">
                <a16:creationId xmlns:a16="http://schemas.microsoft.com/office/drawing/2014/main" id="{B941B665-E095-18FB-EF4B-8DCDBF28A754}"/>
              </a:ext>
            </a:extLst>
          </p:cNvPr>
          <p:cNvSpPr>
            <a:spLocks noGrp="1"/>
          </p:cNvSpPr>
          <p:nvPr>
            <p:ph type="pic" sz="quarter" idx="49"/>
          </p:nvPr>
        </p:nvSpPr>
        <p:spPr>
          <a:xfrm>
            <a:off x="2787088" y="3525792"/>
            <a:ext cx="457535" cy="457535"/>
          </a:xfrm>
          <a:prstGeom prst="ellipse">
            <a:avLst/>
          </a:prstGeom>
          <a:solidFill>
            <a:srgbClr val="CBC4BC"/>
          </a:solidFill>
        </p:spPr>
        <p:txBody>
          <a:bodyPr/>
          <a:lstStyle/>
          <a:p>
            <a:endParaRPr lang="en-GB"/>
          </a:p>
        </p:txBody>
      </p:sp>
      <p:sp>
        <p:nvSpPr>
          <p:cNvPr id="35" name="Picture Placeholder 25">
            <a:extLst>
              <a:ext uri="{FF2B5EF4-FFF2-40B4-BE49-F238E27FC236}">
                <a16:creationId xmlns:a16="http://schemas.microsoft.com/office/drawing/2014/main" id="{614D1C10-7F81-C56F-2639-71D8E616AB1B}"/>
              </a:ext>
            </a:extLst>
          </p:cNvPr>
          <p:cNvSpPr>
            <a:spLocks noGrp="1"/>
          </p:cNvSpPr>
          <p:nvPr>
            <p:ph type="pic" sz="quarter" idx="50"/>
          </p:nvPr>
        </p:nvSpPr>
        <p:spPr>
          <a:xfrm>
            <a:off x="2787088" y="4239024"/>
            <a:ext cx="457535" cy="457535"/>
          </a:xfrm>
          <a:prstGeom prst="ellipse">
            <a:avLst/>
          </a:prstGeom>
          <a:solidFill>
            <a:srgbClr val="CBC4BC"/>
          </a:solidFill>
        </p:spPr>
        <p:txBody>
          <a:bodyPr/>
          <a:lstStyle/>
          <a:p>
            <a:endParaRPr lang="en-GB"/>
          </a:p>
        </p:txBody>
      </p:sp>
      <p:sp>
        <p:nvSpPr>
          <p:cNvPr id="36" name="Picture Placeholder 25">
            <a:extLst>
              <a:ext uri="{FF2B5EF4-FFF2-40B4-BE49-F238E27FC236}">
                <a16:creationId xmlns:a16="http://schemas.microsoft.com/office/drawing/2014/main" id="{CC154A49-7488-17C5-2D99-6CFE82114689}"/>
              </a:ext>
            </a:extLst>
          </p:cNvPr>
          <p:cNvSpPr>
            <a:spLocks noGrp="1"/>
          </p:cNvSpPr>
          <p:nvPr>
            <p:ph type="pic" sz="quarter" idx="51"/>
          </p:nvPr>
        </p:nvSpPr>
        <p:spPr>
          <a:xfrm>
            <a:off x="2787088" y="4961400"/>
            <a:ext cx="457535" cy="457535"/>
          </a:xfrm>
          <a:prstGeom prst="ellipse">
            <a:avLst/>
          </a:prstGeom>
          <a:solidFill>
            <a:srgbClr val="CBC4BC"/>
          </a:solidFill>
        </p:spPr>
        <p:txBody>
          <a:bodyPr/>
          <a:lstStyle/>
          <a:p>
            <a:endParaRPr lang="en-GB"/>
          </a:p>
        </p:txBody>
      </p:sp>
      <p:sp>
        <p:nvSpPr>
          <p:cNvPr id="37" name="Picture Placeholder 25">
            <a:extLst>
              <a:ext uri="{FF2B5EF4-FFF2-40B4-BE49-F238E27FC236}">
                <a16:creationId xmlns:a16="http://schemas.microsoft.com/office/drawing/2014/main" id="{B4D0B90A-63E8-BAA7-8563-65A42FAFF81E}"/>
              </a:ext>
            </a:extLst>
          </p:cNvPr>
          <p:cNvSpPr>
            <a:spLocks noGrp="1"/>
          </p:cNvSpPr>
          <p:nvPr>
            <p:ph type="pic" sz="quarter" idx="52"/>
          </p:nvPr>
        </p:nvSpPr>
        <p:spPr>
          <a:xfrm>
            <a:off x="2787088" y="5674632"/>
            <a:ext cx="457535" cy="457535"/>
          </a:xfrm>
          <a:prstGeom prst="ellipse">
            <a:avLst/>
          </a:prstGeom>
          <a:solidFill>
            <a:srgbClr val="CBC4BC"/>
          </a:solidFill>
        </p:spPr>
        <p:txBody>
          <a:bodyPr/>
          <a:lstStyle/>
          <a:p>
            <a:endParaRPr lang="en-GB"/>
          </a:p>
        </p:txBody>
      </p:sp>
      <p:sp>
        <p:nvSpPr>
          <p:cNvPr id="38" name="Picture Placeholder 25">
            <a:extLst>
              <a:ext uri="{FF2B5EF4-FFF2-40B4-BE49-F238E27FC236}">
                <a16:creationId xmlns:a16="http://schemas.microsoft.com/office/drawing/2014/main" id="{253B6380-60B1-023E-F9E9-960FFFBF1209}"/>
              </a:ext>
            </a:extLst>
          </p:cNvPr>
          <p:cNvSpPr>
            <a:spLocks noGrp="1"/>
          </p:cNvSpPr>
          <p:nvPr>
            <p:ph type="pic" sz="quarter" idx="53"/>
          </p:nvPr>
        </p:nvSpPr>
        <p:spPr>
          <a:xfrm>
            <a:off x="603319" y="3525792"/>
            <a:ext cx="457535" cy="457535"/>
          </a:xfrm>
          <a:prstGeom prst="ellipse">
            <a:avLst/>
          </a:prstGeom>
          <a:solidFill>
            <a:srgbClr val="CBC4BC"/>
          </a:solidFill>
        </p:spPr>
        <p:txBody>
          <a:bodyPr/>
          <a:lstStyle/>
          <a:p>
            <a:endParaRPr lang="en-GB"/>
          </a:p>
        </p:txBody>
      </p:sp>
      <p:sp>
        <p:nvSpPr>
          <p:cNvPr id="39" name="Picture Placeholder 25">
            <a:extLst>
              <a:ext uri="{FF2B5EF4-FFF2-40B4-BE49-F238E27FC236}">
                <a16:creationId xmlns:a16="http://schemas.microsoft.com/office/drawing/2014/main" id="{B81AFAE0-3E58-EA07-C259-7581286ACE56}"/>
              </a:ext>
            </a:extLst>
          </p:cNvPr>
          <p:cNvSpPr>
            <a:spLocks noGrp="1"/>
          </p:cNvSpPr>
          <p:nvPr>
            <p:ph type="pic" sz="quarter" idx="54"/>
          </p:nvPr>
        </p:nvSpPr>
        <p:spPr>
          <a:xfrm>
            <a:off x="603319" y="4239024"/>
            <a:ext cx="457535" cy="457535"/>
          </a:xfrm>
          <a:prstGeom prst="ellipse">
            <a:avLst/>
          </a:prstGeom>
          <a:solidFill>
            <a:srgbClr val="CBC4BC"/>
          </a:solidFill>
        </p:spPr>
        <p:txBody>
          <a:bodyPr/>
          <a:lstStyle/>
          <a:p>
            <a:endParaRPr lang="en-GB"/>
          </a:p>
        </p:txBody>
      </p:sp>
      <p:sp>
        <p:nvSpPr>
          <p:cNvPr id="40" name="Picture Placeholder 25">
            <a:extLst>
              <a:ext uri="{FF2B5EF4-FFF2-40B4-BE49-F238E27FC236}">
                <a16:creationId xmlns:a16="http://schemas.microsoft.com/office/drawing/2014/main" id="{EA887CD9-F9D0-F23C-B1DF-4A2C5B2465CD}"/>
              </a:ext>
            </a:extLst>
          </p:cNvPr>
          <p:cNvSpPr>
            <a:spLocks noGrp="1"/>
          </p:cNvSpPr>
          <p:nvPr>
            <p:ph type="pic" sz="quarter" idx="55"/>
          </p:nvPr>
        </p:nvSpPr>
        <p:spPr>
          <a:xfrm>
            <a:off x="603319" y="4961400"/>
            <a:ext cx="457535" cy="457535"/>
          </a:xfrm>
          <a:prstGeom prst="ellipse">
            <a:avLst/>
          </a:prstGeom>
          <a:solidFill>
            <a:srgbClr val="CBC4BC"/>
          </a:solidFill>
        </p:spPr>
        <p:txBody>
          <a:bodyPr/>
          <a:lstStyle/>
          <a:p>
            <a:endParaRPr lang="en-GB"/>
          </a:p>
        </p:txBody>
      </p:sp>
      <p:sp>
        <p:nvSpPr>
          <p:cNvPr id="41" name="Picture Placeholder 25">
            <a:extLst>
              <a:ext uri="{FF2B5EF4-FFF2-40B4-BE49-F238E27FC236}">
                <a16:creationId xmlns:a16="http://schemas.microsoft.com/office/drawing/2014/main" id="{0094987E-1ED2-6C24-4A36-A26DC7D1159F}"/>
              </a:ext>
            </a:extLst>
          </p:cNvPr>
          <p:cNvSpPr>
            <a:spLocks noGrp="1"/>
          </p:cNvSpPr>
          <p:nvPr>
            <p:ph type="pic" sz="quarter" idx="56"/>
          </p:nvPr>
        </p:nvSpPr>
        <p:spPr>
          <a:xfrm>
            <a:off x="603319" y="5674632"/>
            <a:ext cx="457535" cy="457535"/>
          </a:xfrm>
          <a:prstGeom prst="ellipse">
            <a:avLst/>
          </a:prstGeom>
          <a:solidFill>
            <a:srgbClr val="CBC4BC"/>
          </a:solidFill>
        </p:spPr>
        <p:txBody>
          <a:bodyPr/>
          <a:lstStyle/>
          <a:p>
            <a:endParaRPr lang="en-GB"/>
          </a:p>
        </p:txBody>
      </p:sp>
      <p:sp>
        <p:nvSpPr>
          <p:cNvPr id="42" name="Picture Placeholder 25">
            <a:extLst>
              <a:ext uri="{FF2B5EF4-FFF2-40B4-BE49-F238E27FC236}">
                <a16:creationId xmlns:a16="http://schemas.microsoft.com/office/drawing/2014/main" id="{89E7B8F9-B721-DEA8-2BD1-7532DA48C8BC}"/>
              </a:ext>
            </a:extLst>
          </p:cNvPr>
          <p:cNvSpPr>
            <a:spLocks noGrp="1"/>
          </p:cNvSpPr>
          <p:nvPr>
            <p:ph type="pic" sz="quarter" idx="57"/>
          </p:nvPr>
        </p:nvSpPr>
        <p:spPr>
          <a:xfrm>
            <a:off x="7104112" y="3525792"/>
            <a:ext cx="457535" cy="457535"/>
          </a:xfrm>
          <a:prstGeom prst="ellipse">
            <a:avLst/>
          </a:prstGeom>
          <a:solidFill>
            <a:srgbClr val="CBC4BC"/>
          </a:solidFill>
        </p:spPr>
        <p:txBody>
          <a:bodyPr/>
          <a:lstStyle/>
          <a:p>
            <a:endParaRPr lang="en-GB"/>
          </a:p>
        </p:txBody>
      </p:sp>
      <p:sp>
        <p:nvSpPr>
          <p:cNvPr id="43" name="Picture Placeholder 25">
            <a:extLst>
              <a:ext uri="{FF2B5EF4-FFF2-40B4-BE49-F238E27FC236}">
                <a16:creationId xmlns:a16="http://schemas.microsoft.com/office/drawing/2014/main" id="{211663B2-6793-C063-2B34-75AAD12BBA74}"/>
              </a:ext>
            </a:extLst>
          </p:cNvPr>
          <p:cNvSpPr>
            <a:spLocks noGrp="1"/>
          </p:cNvSpPr>
          <p:nvPr>
            <p:ph type="pic" sz="quarter" idx="58"/>
          </p:nvPr>
        </p:nvSpPr>
        <p:spPr>
          <a:xfrm>
            <a:off x="7104112" y="4239024"/>
            <a:ext cx="457535" cy="457535"/>
          </a:xfrm>
          <a:prstGeom prst="ellipse">
            <a:avLst/>
          </a:prstGeom>
          <a:solidFill>
            <a:srgbClr val="CBC4BC"/>
          </a:solidFill>
        </p:spPr>
        <p:txBody>
          <a:bodyPr/>
          <a:lstStyle/>
          <a:p>
            <a:endParaRPr lang="en-GB"/>
          </a:p>
        </p:txBody>
      </p:sp>
      <p:sp>
        <p:nvSpPr>
          <p:cNvPr id="44" name="Picture Placeholder 25">
            <a:extLst>
              <a:ext uri="{FF2B5EF4-FFF2-40B4-BE49-F238E27FC236}">
                <a16:creationId xmlns:a16="http://schemas.microsoft.com/office/drawing/2014/main" id="{80F35E48-D523-A02C-943B-1008646EEF4F}"/>
              </a:ext>
            </a:extLst>
          </p:cNvPr>
          <p:cNvSpPr>
            <a:spLocks noGrp="1"/>
          </p:cNvSpPr>
          <p:nvPr>
            <p:ph type="pic" sz="quarter" idx="59"/>
          </p:nvPr>
        </p:nvSpPr>
        <p:spPr>
          <a:xfrm>
            <a:off x="7104112" y="4961400"/>
            <a:ext cx="457535" cy="457535"/>
          </a:xfrm>
          <a:prstGeom prst="ellipse">
            <a:avLst/>
          </a:prstGeom>
          <a:solidFill>
            <a:srgbClr val="CBC4BC"/>
          </a:solidFill>
        </p:spPr>
        <p:txBody>
          <a:bodyPr/>
          <a:lstStyle/>
          <a:p>
            <a:endParaRPr lang="en-GB"/>
          </a:p>
        </p:txBody>
      </p:sp>
      <p:sp>
        <p:nvSpPr>
          <p:cNvPr id="45" name="Picture Placeholder 25">
            <a:extLst>
              <a:ext uri="{FF2B5EF4-FFF2-40B4-BE49-F238E27FC236}">
                <a16:creationId xmlns:a16="http://schemas.microsoft.com/office/drawing/2014/main" id="{AB552DF9-CCFB-750D-65C0-B6376402CC7A}"/>
              </a:ext>
            </a:extLst>
          </p:cNvPr>
          <p:cNvSpPr>
            <a:spLocks noGrp="1"/>
          </p:cNvSpPr>
          <p:nvPr>
            <p:ph type="pic" sz="quarter" idx="60"/>
          </p:nvPr>
        </p:nvSpPr>
        <p:spPr>
          <a:xfrm>
            <a:off x="7104112" y="5674632"/>
            <a:ext cx="457535" cy="457535"/>
          </a:xfrm>
          <a:prstGeom prst="ellipse">
            <a:avLst/>
          </a:prstGeom>
          <a:solidFill>
            <a:srgbClr val="CBC4BC"/>
          </a:solidFill>
        </p:spPr>
        <p:txBody>
          <a:bodyPr/>
          <a:lstStyle/>
          <a:p>
            <a:endParaRPr lang="en-GB"/>
          </a:p>
        </p:txBody>
      </p:sp>
      <p:sp>
        <p:nvSpPr>
          <p:cNvPr id="46" name="Picture Placeholder 25">
            <a:extLst>
              <a:ext uri="{FF2B5EF4-FFF2-40B4-BE49-F238E27FC236}">
                <a16:creationId xmlns:a16="http://schemas.microsoft.com/office/drawing/2014/main" id="{8BECCF16-B66E-E483-9C62-B5A16BB6B36E}"/>
              </a:ext>
            </a:extLst>
          </p:cNvPr>
          <p:cNvSpPr>
            <a:spLocks noGrp="1"/>
          </p:cNvSpPr>
          <p:nvPr>
            <p:ph type="pic" sz="quarter" idx="61"/>
          </p:nvPr>
        </p:nvSpPr>
        <p:spPr>
          <a:xfrm>
            <a:off x="9257835" y="3525792"/>
            <a:ext cx="457535" cy="457535"/>
          </a:xfrm>
          <a:prstGeom prst="ellipse">
            <a:avLst/>
          </a:prstGeom>
          <a:solidFill>
            <a:srgbClr val="CBC4BC"/>
          </a:solidFill>
        </p:spPr>
        <p:txBody>
          <a:bodyPr/>
          <a:lstStyle/>
          <a:p>
            <a:endParaRPr lang="en-GB"/>
          </a:p>
        </p:txBody>
      </p:sp>
      <p:sp>
        <p:nvSpPr>
          <p:cNvPr id="47" name="Picture Placeholder 25">
            <a:extLst>
              <a:ext uri="{FF2B5EF4-FFF2-40B4-BE49-F238E27FC236}">
                <a16:creationId xmlns:a16="http://schemas.microsoft.com/office/drawing/2014/main" id="{3EE46BB0-0138-AEDA-B9A9-DE99EF4EBAD3}"/>
              </a:ext>
            </a:extLst>
          </p:cNvPr>
          <p:cNvSpPr>
            <a:spLocks noGrp="1"/>
          </p:cNvSpPr>
          <p:nvPr>
            <p:ph type="pic" sz="quarter" idx="62"/>
          </p:nvPr>
        </p:nvSpPr>
        <p:spPr>
          <a:xfrm>
            <a:off x="9257835" y="4239024"/>
            <a:ext cx="457535" cy="457535"/>
          </a:xfrm>
          <a:prstGeom prst="ellipse">
            <a:avLst/>
          </a:prstGeom>
          <a:solidFill>
            <a:srgbClr val="CBC4BC"/>
          </a:solidFill>
        </p:spPr>
        <p:txBody>
          <a:bodyPr/>
          <a:lstStyle/>
          <a:p>
            <a:endParaRPr lang="en-GB"/>
          </a:p>
        </p:txBody>
      </p:sp>
      <p:sp>
        <p:nvSpPr>
          <p:cNvPr id="48" name="Picture Placeholder 25">
            <a:extLst>
              <a:ext uri="{FF2B5EF4-FFF2-40B4-BE49-F238E27FC236}">
                <a16:creationId xmlns:a16="http://schemas.microsoft.com/office/drawing/2014/main" id="{20CE3188-2264-8474-C5AB-F4B6AE2FC84A}"/>
              </a:ext>
            </a:extLst>
          </p:cNvPr>
          <p:cNvSpPr>
            <a:spLocks noGrp="1"/>
          </p:cNvSpPr>
          <p:nvPr>
            <p:ph type="pic" sz="quarter" idx="63"/>
          </p:nvPr>
        </p:nvSpPr>
        <p:spPr>
          <a:xfrm>
            <a:off x="9257835" y="4961400"/>
            <a:ext cx="457535" cy="457535"/>
          </a:xfrm>
          <a:prstGeom prst="ellipse">
            <a:avLst/>
          </a:prstGeom>
          <a:solidFill>
            <a:srgbClr val="CBC4BC"/>
          </a:solidFill>
        </p:spPr>
        <p:txBody>
          <a:bodyPr/>
          <a:lstStyle/>
          <a:p>
            <a:endParaRPr lang="en-GB"/>
          </a:p>
        </p:txBody>
      </p:sp>
      <p:sp>
        <p:nvSpPr>
          <p:cNvPr id="49" name="Picture Placeholder 25">
            <a:extLst>
              <a:ext uri="{FF2B5EF4-FFF2-40B4-BE49-F238E27FC236}">
                <a16:creationId xmlns:a16="http://schemas.microsoft.com/office/drawing/2014/main" id="{0A34CC6C-9DD7-F6C9-92C0-668C39AED3D3}"/>
              </a:ext>
            </a:extLst>
          </p:cNvPr>
          <p:cNvSpPr>
            <a:spLocks noGrp="1"/>
          </p:cNvSpPr>
          <p:nvPr>
            <p:ph type="pic" sz="quarter" idx="64"/>
          </p:nvPr>
        </p:nvSpPr>
        <p:spPr>
          <a:xfrm>
            <a:off x="9257835" y="5674632"/>
            <a:ext cx="457535" cy="457535"/>
          </a:xfrm>
          <a:prstGeom prst="ellipse">
            <a:avLst/>
          </a:prstGeom>
          <a:solidFill>
            <a:srgbClr val="CBC4BC"/>
          </a:solidFill>
        </p:spPr>
        <p:txBody>
          <a:bodyPr/>
          <a:lstStyle/>
          <a:p>
            <a:endParaRPr lang="en-GB"/>
          </a:p>
        </p:txBody>
      </p:sp>
      <p:sp>
        <p:nvSpPr>
          <p:cNvPr id="50" name="Text Placeholder 14">
            <a:extLst>
              <a:ext uri="{FF2B5EF4-FFF2-40B4-BE49-F238E27FC236}">
                <a16:creationId xmlns:a16="http://schemas.microsoft.com/office/drawing/2014/main" id="{4FAC2DAC-5ABC-0BA3-B1A1-F5376AC92016}"/>
              </a:ext>
            </a:extLst>
          </p:cNvPr>
          <p:cNvSpPr>
            <a:spLocks noGrp="1"/>
          </p:cNvSpPr>
          <p:nvPr>
            <p:ph type="body" sz="quarter" idx="65" hasCustomPrompt="1"/>
          </p:nvPr>
        </p:nvSpPr>
        <p:spPr>
          <a:xfrm>
            <a:off x="513588" y="1166772"/>
            <a:ext cx="11164824" cy="393192"/>
          </a:xfrm>
        </p:spPr>
        <p:txBody>
          <a:bodyPr/>
          <a:lstStyle>
            <a:lvl1pPr algn="ctr">
              <a:lnSpc>
                <a:spcPct val="100000"/>
              </a:lnSpc>
              <a:defRPr sz="1600"/>
            </a:lvl1pPr>
          </a:lstStyle>
          <a:p>
            <a:pPr lvl="0"/>
            <a:r>
              <a:rPr lang="en-US"/>
              <a:t>Insert Subheading Here</a:t>
            </a:r>
          </a:p>
        </p:txBody>
      </p:sp>
      <p:sp>
        <p:nvSpPr>
          <p:cNvPr id="3" name="Text Placeholder 8">
            <a:extLst>
              <a:ext uri="{FF2B5EF4-FFF2-40B4-BE49-F238E27FC236}">
                <a16:creationId xmlns:a16="http://schemas.microsoft.com/office/drawing/2014/main" id="{0574415E-C93F-AF56-41D0-84BE470B053D}"/>
              </a:ext>
            </a:extLst>
          </p:cNvPr>
          <p:cNvSpPr>
            <a:spLocks noGrp="1"/>
          </p:cNvSpPr>
          <p:nvPr>
            <p:ph type="body" sz="quarter" idx="66" hasCustomPrompt="1"/>
          </p:nvPr>
        </p:nvSpPr>
        <p:spPr>
          <a:xfrm>
            <a:off x="348300" y="242888"/>
            <a:ext cx="4206240" cy="182284"/>
          </a:xfrm>
        </p:spPr>
        <p:txBody>
          <a:bodyPr tIns="0" bIns="0"/>
          <a:lstStyle>
            <a:lvl1pPr>
              <a:lnSpc>
                <a:spcPct val="100000"/>
              </a:lnSpc>
              <a:defRPr sz="700" spc="50" baseline="0">
                <a:solidFill>
                  <a:schemeClr val="tx2"/>
                </a:solidFill>
                <a:latin typeface="+mn-lt"/>
              </a:defRPr>
            </a:lvl1pPr>
          </a:lstStyle>
          <a:p>
            <a:pPr lvl="0"/>
            <a:r>
              <a:rPr lang="en-US"/>
              <a:t>SECTION TITLE HERE</a:t>
            </a:r>
          </a:p>
        </p:txBody>
      </p:sp>
    </p:spTree>
    <p:extLst>
      <p:ext uri="{BB962C8B-B14F-4D97-AF65-F5344CB8AC3E}">
        <p14:creationId xmlns:p14="http://schemas.microsoft.com/office/powerpoint/2010/main" val="144752366"/>
      </p:ext>
    </p:extLst>
  </p:cSld>
  <p:clrMapOvr>
    <a:masterClrMapping/>
  </p:clrMapOvr>
  <p:extLst>
    <p:ext uri="{DCECCB84-F9BA-43D5-87BE-67443E8EF086}">
      <p15:sldGuideLst xmlns:p15="http://schemas.microsoft.com/office/powerpoint/2012/main">
        <p15:guide id="1" orient="horz" pos="391">
          <p15:clr>
            <a:srgbClr val="FBAE40"/>
          </p15:clr>
        </p15:guide>
        <p15:guide id="2" orient="horz" pos="4020">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B - Organizational Chart w/Headshots">
    <p:spTree>
      <p:nvGrpSpPr>
        <p:cNvPr id="1" name=""/>
        <p:cNvGrpSpPr/>
        <p:nvPr/>
      </p:nvGrpSpPr>
      <p:grpSpPr>
        <a:xfrm>
          <a:off x="0" y="0"/>
          <a:ext cx="0" cy="0"/>
          <a:chOff x="0" y="0"/>
          <a:chExt cx="0" cy="0"/>
        </a:xfrm>
      </p:grpSpPr>
      <p:pic>
        <p:nvPicPr>
          <p:cNvPr id="4" name="Picture 3" descr="A black tree with leaves&#10;&#10;Description automatically generated">
            <a:extLst>
              <a:ext uri="{FF2B5EF4-FFF2-40B4-BE49-F238E27FC236}">
                <a16:creationId xmlns:a16="http://schemas.microsoft.com/office/drawing/2014/main" id="{4BF725B0-734A-683D-5D7F-C5AA44A3B7F8}"/>
              </a:ext>
            </a:extLst>
          </p:cNvPr>
          <p:cNvPicPr>
            <a:picLocks noChangeAspect="1"/>
          </p:cNvPicPr>
          <p:nvPr userDrawn="1"/>
        </p:nvPicPr>
        <p:blipFill>
          <a:blip r:embed="rId2"/>
          <a:stretch>
            <a:fillRect/>
          </a:stretch>
        </p:blipFill>
        <p:spPr>
          <a:xfrm>
            <a:off x="11440401" y="188640"/>
            <a:ext cx="488247" cy="495124"/>
          </a:xfrm>
          <a:prstGeom prst="rect">
            <a:avLst/>
          </a:prstGeom>
        </p:spPr>
      </p:pic>
      <p:sp>
        <p:nvSpPr>
          <p:cNvPr id="9" name="Slide Number Placeholder 5">
            <a:extLst>
              <a:ext uri="{FF2B5EF4-FFF2-40B4-BE49-F238E27FC236}">
                <a16:creationId xmlns:a16="http://schemas.microsoft.com/office/drawing/2014/main" id="{CDDC2F1F-FD40-42E3-123C-BCA95A066345}"/>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US" smtClean="0"/>
              <a:pPr algn="r"/>
              <a:t>‹#›</a:t>
            </a:fld>
            <a:endParaRPr lang="en-US"/>
          </a:p>
        </p:txBody>
      </p:sp>
      <p:cxnSp>
        <p:nvCxnSpPr>
          <p:cNvPr id="10" name="Straight Connector 9">
            <a:extLst>
              <a:ext uri="{FF2B5EF4-FFF2-40B4-BE49-F238E27FC236}">
                <a16:creationId xmlns:a16="http://schemas.microsoft.com/office/drawing/2014/main" id="{1F12D094-7AEE-C14A-E381-E4EC56E95484}"/>
              </a:ext>
            </a:extLst>
          </p:cNvPr>
          <p:cNvCxnSpPr>
            <a:cxnSpLocks/>
          </p:cNvCxnSpPr>
          <p:nvPr userDrawn="1"/>
        </p:nvCxnSpPr>
        <p:spPr>
          <a:xfrm>
            <a:off x="335360" y="6629400"/>
            <a:ext cx="11220030"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3299E434-1D01-D6A7-3BDD-F577D3E5270C}"/>
              </a:ext>
            </a:extLst>
          </p:cNvPr>
          <p:cNvCxnSpPr>
            <a:cxnSpLocks/>
          </p:cNvCxnSpPr>
          <p:nvPr userDrawn="1"/>
        </p:nvCxnSpPr>
        <p:spPr>
          <a:xfrm>
            <a:off x="335360" y="444624"/>
            <a:ext cx="11105041"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2DBA8181-DC70-E296-CC4C-B7DE82BCF43C}"/>
              </a:ext>
            </a:extLst>
          </p:cNvPr>
          <p:cNvSpPr>
            <a:spLocks noGrp="1"/>
          </p:cNvSpPr>
          <p:nvPr>
            <p:ph type="title" hasCustomPrompt="1"/>
          </p:nvPr>
        </p:nvSpPr>
        <p:spPr>
          <a:xfrm>
            <a:off x="513588" y="548681"/>
            <a:ext cx="11164824" cy="576072"/>
          </a:xfrm>
        </p:spPr>
        <p:txBody>
          <a:bodyPr>
            <a:noAutofit/>
          </a:bodyPr>
          <a:lstStyle>
            <a:lvl1pPr algn="ctr">
              <a:lnSpc>
                <a:spcPct val="80000"/>
              </a:lnSpc>
              <a:defRPr>
                <a:solidFill>
                  <a:srgbClr val="3D441E"/>
                </a:solidFill>
              </a:defRPr>
            </a:lvl1pPr>
          </a:lstStyle>
          <a:p>
            <a:r>
              <a:rPr lang="en-US"/>
              <a:t>Insert Title Here</a:t>
            </a:r>
          </a:p>
        </p:txBody>
      </p:sp>
      <p:sp>
        <p:nvSpPr>
          <p:cNvPr id="7" name="Text Placeholder 6">
            <a:extLst>
              <a:ext uri="{FF2B5EF4-FFF2-40B4-BE49-F238E27FC236}">
                <a16:creationId xmlns:a16="http://schemas.microsoft.com/office/drawing/2014/main" id="{AE9C8155-C2DF-9B69-F7F7-A48554B6E7DF}"/>
              </a:ext>
            </a:extLst>
          </p:cNvPr>
          <p:cNvSpPr>
            <a:spLocks noGrp="1"/>
          </p:cNvSpPr>
          <p:nvPr>
            <p:ph type="body" sz="quarter" idx="23" hasCustomPrompt="1"/>
          </p:nvPr>
        </p:nvSpPr>
        <p:spPr>
          <a:xfrm>
            <a:off x="5197475" y="2060848"/>
            <a:ext cx="1795463" cy="649287"/>
          </a:xfrm>
          <a:solidFill>
            <a:srgbClr val="3D441E"/>
          </a:solidFill>
        </p:spPr>
        <p:txBody>
          <a:bodyPr lIns="360000" tIns="108000" rIns="108000"/>
          <a:lstStyle>
            <a:lvl1pPr>
              <a:lnSpc>
                <a:spcPts val="1300"/>
              </a:lnSpc>
              <a:spcAft>
                <a:spcPts val="0"/>
              </a:spcAft>
              <a:defRPr sz="950" b="1">
                <a:solidFill>
                  <a:schemeClr val="bg1"/>
                </a:solidFill>
              </a:defRPr>
            </a:lvl1pPr>
          </a:lstStyle>
          <a:p>
            <a:pPr lvl="0"/>
            <a:r>
              <a:rPr lang="en-US"/>
              <a:t>First, Last Name</a:t>
            </a:r>
          </a:p>
          <a:p>
            <a:pPr lvl="0"/>
            <a:r>
              <a:rPr lang="en-US"/>
              <a:t>Position Title</a:t>
            </a:r>
            <a:endParaRPr lang="en-GB"/>
          </a:p>
        </p:txBody>
      </p:sp>
      <p:sp>
        <p:nvSpPr>
          <p:cNvPr id="16" name="Text Placeholder 6">
            <a:extLst>
              <a:ext uri="{FF2B5EF4-FFF2-40B4-BE49-F238E27FC236}">
                <a16:creationId xmlns:a16="http://schemas.microsoft.com/office/drawing/2014/main" id="{DA695198-7FCB-4660-B93D-5E432FD126B5}"/>
              </a:ext>
            </a:extLst>
          </p:cNvPr>
          <p:cNvSpPr>
            <a:spLocks noGrp="1"/>
          </p:cNvSpPr>
          <p:nvPr>
            <p:ph type="body" sz="quarter" idx="25" hasCustomPrompt="1"/>
          </p:nvPr>
        </p:nvSpPr>
        <p:spPr>
          <a:xfrm>
            <a:off x="4243027" y="4083142"/>
            <a:ext cx="1795463" cy="649287"/>
          </a:xfrm>
          <a:solidFill>
            <a:srgbClr val="D4B59E"/>
          </a:solidFill>
        </p:spPr>
        <p:txBody>
          <a:bodyPr lIns="360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17" name="Text Placeholder 6">
            <a:extLst>
              <a:ext uri="{FF2B5EF4-FFF2-40B4-BE49-F238E27FC236}">
                <a16:creationId xmlns:a16="http://schemas.microsoft.com/office/drawing/2014/main" id="{2C79F0E5-FC17-009A-85B7-99450756B72C}"/>
              </a:ext>
            </a:extLst>
          </p:cNvPr>
          <p:cNvSpPr>
            <a:spLocks noGrp="1"/>
          </p:cNvSpPr>
          <p:nvPr>
            <p:ph type="body" sz="quarter" idx="26" hasCustomPrompt="1"/>
          </p:nvPr>
        </p:nvSpPr>
        <p:spPr>
          <a:xfrm>
            <a:off x="2088001" y="4083142"/>
            <a:ext cx="1795463" cy="649287"/>
          </a:xfrm>
          <a:solidFill>
            <a:srgbClr val="D4B59E"/>
          </a:solidFill>
        </p:spPr>
        <p:txBody>
          <a:bodyPr lIns="360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18" name="Text Placeholder 6">
            <a:extLst>
              <a:ext uri="{FF2B5EF4-FFF2-40B4-BE49-F238E27FC236}">
                <a16:creationId xmlns:a16="http://schemas.microsoft.com/office/drawing/2014/main" id="{37B556D2-6BEE-8972-6ED0-9B9F976DAEC1}"/>
              </a:ext>
            </a:extLst>
          </p:cNvPr>
          <p:cNvSpPr>
            <a:spLocks noGrp="1"/>
          </p:cNvSpPr>
          <p:nvPr>
            <p:ph type="body" sz="quarter" idx="27" hasCustomPrompt="1"/>
          </p:nvPr>
        </p:nvSpPr>
        <p:spPr>
          <a:xfrm>
            <a:off x="6399916" y="4083142"/>
            <a:ext cx="1795463" cy="649287"/>
          </a:xfrm>
          <a:solidFill>
            <a:srgbClr val="D4B59E"/>
          </a:solidFill>
        </p:spPr>
        <p:txBody>
          <a:bodyPr lIns="360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19" name="Text Placeholder 6">
            <a:extLst>
              <a:ext uri="{FF2B5EF4-FFF2-40B4-BE49-F238E27FC236}">
                <a16:creationId xmlns:a16="http://schemas.microsoft.com/office/drawing/2014/main" id="{D86E72DF-E3B7-79C1-39B4-37754C8220E9}"/>
              </a:ext>
            </a:extLst>
          </p:cNvPr>
          <p:cNvSpPr>
            <a:spLocks noGrp="1"/>
          </p:cNvSpPr>
          <p:nvPr>
            <p:ph type="body" sz="quarter" idx="28" hasCustomPrompt="1"/>
          </p:nvPr>
        </p:nvSpPr>
        <p:spPr>
          <a:xfrm>
            <a:off x="8556948" y="4083142"/>
            <a:ext cx="1795463" cy="649287"/>
          </a:xfrm>
          <a:solidFill>
            <a:srgbClr val="D4B59E"/>
          </a:solidFill>
        </p:spPr>
        <p:txBody>
          <a:bodyPr lIns="360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20" name="Text Placeholder 6">
            <a:extLst>
              <a:ext uri="{FF2B5EF4-FFF2-40B4-BE49-F238E27FC236}">
                <a16:creationId xmlns:a16="http://schemas.microsoft.com/office/drawing/2014/main" id="{FCBC6FCE-3A94-2B17-467C-94EFDA9307E1}"/>
              </a:ext>
            </a:extLst>
          </p:cNvPr>
          <p:cNvSpPr>
            <a:spLocks noGrp="1"/>
          </p:cNvSpPr>
          <p:nvPr>
            <p:ph type="body" sz="quarter" idx="29" hasCustomPrompt="1"/>
          </p:nvPr>
        </p:nvSpPr>
        <p:spPr>
          <a:xfrm>
            <a:off x="4243027" y="4799579"/>
            <a:ext cx="1795463" cy="649287"/>
          </a:xfrm>
          <a:solidFill>
            <a:srgbClr val="ECE5DC"/>
          </a:solidFill>
        </p:spPr>
        <p:txBody>
          <a:bodyPr lIns="360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22" name="Text Placeholder 6">
            <a:extLst>
              <a:ext uri="{FF2B5EF4-FFF2-40B4-BE49-F238E27FC236}">
                <a16:creationId xmlns:a16="http://schemas.microsoft.com/office/drawing/2014/main" id="{056CC2A7-E5F9-816A-4CB8-8EE0D3D05C1C}"/>
              </a:ext>
            </a:extLst>
          </p:cNvPr>
          <p:cNvSpPr>
            <a:spLocks noGrp="1"/>
          </p:cNvSpPr>
          <p:nvPr>
            <p:ph type="body" sz="quarter" idx="31" hasCustomPrompt="1"/>
          </p:nvPr>
        </p:nvSpPr>
        <p:spPr>
          <a:xfrm>
            <a:off x="6399916" y="4799580"/>
            <a:ext cx="1795463" cy="649287"/>
          </a:xfrm>
          <a:solidFill>
            <a:srgbClr val="ECE5DC"/>
          </a:solidFill>
        </p:spPr>
        <p:txBody>
          <a:bodyPr lIns="360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23" name="Text Placeholder 6">
            <a:extLst>
              <a:ext uri="{FF2B5EF4-FFF2-40B4-BE49-F238E27FC236}">
                <a16:creationId xmlns:a16="http://schemas.microsoft.com/office/drawing/2014/main" id="{CC0420F1-76A3-1CF9-153F-D0452EA0484A}"/>
              </a:ext>
            </a:extLst>
          </p:cNvPr>
          <p:cNvSpPr>
            <a:spLocks noGrp="1"/>
          </p:cNvSpPr>
          <p:nvPr>
            <p:ph type="body" sz="quarter" idx="32" hasCustomPrompt="1"/>
          </p:nvPr>
        </p:nvSpPr>
        <p:spPr>
          <a:xfrm>
            <a:off x="8556948" y="4799580"/>
            <a:ext cx="1795463" cy="649287"/>
          </a:xfrm>
          <a:solidFill>
            <a:srgbClr val="ECE5DC"/>
          </a:solidFill>
        </p:spPr>
        <p:txBody>
          <a:bodyPr lIns="360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24" name="Text Placeholder 6">
            <a:extLst>
              <a:ext uri="{FF2B5EF4-FFF2-40B4-BE49-F238E27FC236}">
                <a16:creationId xmlns:a16="http://schemas.microsoft.com/office/drawing/2014/main" id="{95F6E7A9-78D5-2826-B500-4F77A53E0B08}"/>
              </a:ext>
            </a:extLst>
          </p:cNvPr>
          <p:cNvSpPr>
            <a:spLocks noGrp="1"/>
          </p:cNvSpPr>
          <p:nvPr>
            <p:ph type="body" sz="quarter" idx="33" hasCustomPrompt="1"/>
          </p:nvPr>
        </p:nvSpPr>
        <p:spPr>
          <a:xfrm>
            <a:off x="4243027" y="5516017"/>
            <a:ext cx="1795463" cy="649287"/>
          </a:xfrm>
          <a:solidFill>
            <a:srgbClr val="ECE5DC">
              <a:alpha val="20000"/>
            </a:srgbClr>
          </a:solidFill>
        </p:spPr>
        <p:txBody>
          <a:bodyPr lIns="360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26" name="Text Placeholder 6">
            <a:extLst>
              <a:ext uri="{FF2B5EF4-FFF2-40B4-BE49-F238E27FC236}">
                <a16:creationId xmlns:a16="http://schemas.microsoft.com/office/drawing/2014/main" id="{27B93ADF-BA38-F983-4A4B-9C98CEAD76B4}"/>
              </a:ext>
            </a:extLst>
          </p:cNvPr>
          <p:cNvSpPr>
            <a:spLocks noGrp="1"/>
          </p:cNvSpPr>
          <p:nvPr>
            <p:ph type="body" sz="quarter" idx="35" hasCustomPrompt="1"/>
          </p:nvPr>
        </p:nvSpPr>
        <p:spPr>
          <a:xfrm>
            <a:off x="6409343" y="5516017"/>
            <a:ext cx="1795463" cy="649287"/>
          </a:xfrm>
          <a:solidFill>
            <a:srgbClr val="ECE5DC">
              <a:alpha val="20000"/>
            </a:srgbClr>
          </a:solidFill>
        </p:spPr>
        <p:txBody>
          <a:bodyPr lIns="360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27" name="Text Placeholder 6">
            <a:extLst>
              <a:ext uri="{FF2B5EF4-FFF2-40B4-BE49-F238E27FC236}">
                <a16:creationId xmlns:a16="http://schemas.microsoft.com/office/drawing/2014/main" id="{34181D04-E861-9933-B642-5F477C2E1A4B}"/>
              </a:ext>
            </a:extLst>
          </p:cNvPr>
          <p:cNvSpPr>
            <a:spLocks noGrp="1"/>
          </p:cNvSpPr>
          <p:nvPr>
            <p:ph type="body" sz="quarter" idx="36" hasCustomPrompt="1"/>
          </p:nvPr>
        </p:nvSpPr>
        <p:spPr>
          <a:xfrm>
            <a:off x="8557522" y="5516017"/>
            <a:ext cx="1795463" cy="649287"/>
          </a:xfrm>
          <a:solidFill>
            <a:srgbClr val="ECE5DC">
              <a:alpha val="20000"/>
            </a:srgbClr>
          </a:solidFill>
        </p:spPr>
        <p:txBody>
          <a:bodyPr lIns="360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28" name="Text Placeholder 6">
            <a:extLst>
              <a:ext uri="{FF2B5EF4-FFF2-40B4-BE49-F238E27FC236}">
                <a16:creationId xmlns:a16="http://schemas.microsoft.com/office/drawing/2014/main" id="{E5A1DF0B-C5E4-1205-A76B-D81E626CB8FE}"/>
              </a:ext>
            </a:extLst>
          </p:cNvPr>
          <p:cNvSpPr>
            <a:spLocks noGrp="1"/>
          </p:cNvSpPr>
          <p:nvPr>
            <p:ph type="body" sz="quarter" idx="37" hasCustomPrompt="1"/>
          </p:nvPr>
        </p:nvSpPr>
        <p:spPr>
          <a:xfrm>
            <a:off x="2088001" y="4799579"/>
            <a:ext cx="1795463" cy="649287"/>
          </a:xfrm>
          <a:solidFill>
            <a:srgbClr val="ECE5DC"/>
          </a:solidFill>
        </p:spPr>
        <p:txBody>
          <a:bodyPr lIns="360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29" name="Text Placeholder 6">
            <a:extLst>
              <a:ext uri="{FF2B5EF4-FFF2-40B4-BE49-F238E27FC236}">
                <a16:creationId xmlns:a16="http://schemas.microsoft.com/office/drawing/2014/main" id="{1B7637D6-BAE0-D577-CB2B-E614BE6C263B}"/>
              </a:ext>
            </a:extLst>
          </p:cNvPr>
          <p:cNvSpPr>
            <a:spLocks noGrp="1"/>
          </p:cNvSpPr>
          <p:nvPr>
            <p:ph type="body" sz="quarter" idx="38" hasCustomPrompt="1"/>
          </p:nvPr>
        </p:nvSpPr>
        <p:spPr>
          <a:xfrm>
            <a:off x="2088001" y="5516017"/>
            <a:ext cx="1795463" cy="649287"/>
          </a:xfrm>
          <a:solidFill>
            <a:srgbClr val="ECE5DC">
              <a:alpha val="20000"/>
            </a:srgbClr>
          </a:solidFill>
        </p:spPr>
        <p:txBody>
          <a:bodyPr lIns="360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5" name="Text Placeholder 6">
            <a:extLst>
              <a:ext uri="{FF2B5EF4-FFF2-40B4-BE49-F238E27FC236}">
                <a16:creationId xmlns:a16="http://schemas.microsoft.com/office/drawing/2014/main" id="{F7A18193-5083-8F0E-A88D-72A2F44E8235}"/>
              </a:ext>
            </a:extLst>
          </p:cNvPr>
          <p:cNvSpPr>
            <a:spLocks noGrp="1"/>
          </p:cNvSpPr>
          <p:nvPr>
            <p:ph type="body" sz="quarter" idx="39" hasCustomPrompt="1"/>
          </p:nvPr>
        </p:nvSpPr>
        <p:spPr>
          <a:xfrm>
            <a:off x="3162449" y="3067745"/>
            <a:ext cx="1795463" cy="649287"/>
          </a:xfrm>
          <a:solidFill>
            <a:srgbClr val="D4B59E"/>
          </a:solidFill>
        </p:spPr>
        <p:txBody>
          <a:bodyPr lIns="360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6" name="Text Placeholder 6">
            <a:extLst>
              <a:ext uri="{FF2B5EF4-FFF2-40B4-BE49-F238E27FC236}">
                <a16:creationId xmlns:a16="http://schemas.microsoft.com/office/drawing/2014/main" id="{0F36B70A-9F67-A462-3097-7CCC254E5E74}"/>
              </a:ext>
            </a:extLst>
          </p:cNvPr>
          <p:cNvSpPr>
            <a:spLocks noGrp="1"/>
          </p:cNvSpPr>
          <p:nvPr>
            <p:ph type="body" sz="quarter" idx="40" hasCustomPrompt="1"/>
          </p:nvPr>
        </p:nvSpPr>
        <p:spPr>
          <a:xfrm>
            <a:off x="7468889" y="3067745"/>
            <a:ext cx="1795463" cy="649287"/>
          </a:xfrm>
          <a:solidFill>
            <a:srgbClr val="D4B59E"/>
          </a:solidFill>
        </p:spPr>
        <p:txBody>
          <a:bodyPr lIns="360000" tIns="108000" rIns="108000"/>
          <a:lstStyle>
            <a:lvl1pPr>
              <a:lnSpc>
                <a:spcPts val="1300"/>
              </a:lnSpc>
              <a:spcAft>
                <a:spcPts val="0"/>
              </a:spcAft>
              <a:defRPr sz="950" b="1">
                <a:solidFill>
                  <a:schemeClr val="tx1"/>
                </a:solidFill>
              </a:defRPr>
            </a:lvl1pPr>
          </a:lstStyle>
          <a:p>
            <a:pPr lvl="0"/>
            <a:r>
              <a:rPr lang="en-US"/>
              <a:t>First, Last Name</a:t>
            </a:r>
          </a:p>
          <a:p>
            <a:pPr lvl="0"/>
            <a:r>
              <a:rPr lang="en-US"/>
              <a:t>Position Title</a:t>
            </a:r>
            <a:endParaRPr lang="en-GB"/>
          </a:p>
        </p:txBody>
      </p:sp>
      <p:sp>
        <p:nvSpPr>
          <p:cNvPr id="8" name="Picture Placeholder 25">
            <a:extLst>
              <a:ext uri="{FF2B5EF4-FFF2-40B4-BE49-F238E27FC236}">
                <a16:creationId xmlns:a16="http://schemas.microsoft.com/office/drawing/2014/main" id="{D7752CD5-E588-3F50-6F9B-9F52A9DE5B3C}"/>
              </a:ext>
            </a:extLst>
          </p:cNvPr>
          <p:cNvSpPr>
            <a:spLocks noGrp="1"/>
          </p:cNvSpPr>
          <p:nvPr>
            <p:ph type="pic" sz="quarter" idx="44"/>
          </p:nvPr>
        </p:nvSpPr>
        <p:spPr>
          <a:xfrm>
            <a:off x="4968707" y="2153644"/>
            <a:ext cx="457535" cy="457535"/>
          </a:xfrm>
          <a:prstGeom prst="ellipse">
            <a:avLst/>
          </a:prstGeom>
          <a:solidFill>
            <a:srgbClr val="CBC4BC"/>
          </a:solidFill>
        </p:spPr>
        <p:txBody>
          <a:bodyPr/>
          <a:lstStyle/>
          <a:p>
            <a:endParaRPr lang="en-GB"/>
          </a:p>
        </p:txBody>
      </p:sp>
      <p:sp>
        <p:nvSpPr>
          <p:cNvPr id="12" name="Picture Placeholder 25">
            <a:extLst>
              <a:ext uri="{FF2B5EF4-FFF2-40B4-BE49-F238E27FC236}">
                <a16:creationId xmlns:a16="http://schemas.microsoft.com/office/drawing/2014/main" id="{ABB1A5B7-CB5B-EFCE-2F92-B34F563BE122}"/>
              </a:ext>
            </a:extLst>
          </p:cNvPr>
          <p:cNvSpPr>
            <a:spLocks noGrp="1"/>
          </p:cNvSpPr>
          <p:nvPr>
            <p:ph type="pic" sz="quarter" idx="45"/>
          </p:nvPr>
        </p:nvSpPr>
        <p:spPr>
          <a:xfrm>
            <a:off x="2927648" y="3159484"/>
            <a:ext cx="457535" cy="457535"/>
          </a:xfrm>
          <a:prstGeom prst="ellipse">
            <a:avLst/>
          </a:prstGeom>
          <a:solidFill>
            <a:srgbClr val="CBC4BC"/>
          </a:solidFill>
        </p:spPr>
        <p:txBody>
          <a:bodyPr/>
          <a:lstStyle/>
          <a:p>
            <a:endParaRPr lang="en-GB"/>
          </a:p>
        </p:txBody>
      </p:sp>
      <p:sp>
        <p:nvSpPr>
          <p:cNvPr id="13" name="Picture Placeholder 25">
            <a:extLst>
              <a:ext uri="{FF2B5EF4-FFF2-40B4-BE49-F238E27FC236}">
                <a16:creationId xmlns:a16="http://schemas.microsoft.com/office/drawing/2014/main" id="{E682EE53-4FFA-D814-F703-078FEAAAA2F9}"/>
              </a:ext>
            </a:extLst>
          </p:cNvPr>
          <p:cNvSpPr>
            <a:spLocks noGrp="1"/>
          </p:cNvSpPr>
          <p:nvPr>
            <p:ph type="pic" sz="quarter" idx="46"/>
          </p:nvPr>
        </p:nvSpPr>
        <p:spPr>
          <a:xfrm>
            <a:off x="7237011" y="3159484"/>
            <a:ext cx="457535" cy="457535"/>
          </a:xfrm>
          <a:prstGeom prst="ellipse">
            <a:avLst/>
          </a:prstGeom>
          <a:solidFill>
            <a:srgbClr val="CBC4BC"/>
          </a:solidFill>
        </p:spPr>
        <p:txBody>
          <a:bodyPr/>
          <a:lstStyle/>
          <a:p>
            <a:endParaRPr lang="en-GB"/>
          </a:p>
        </p:txBody>
      </p:sp>
      <p:sp>
        <p:nvSpPr>
          <p:cNvPr id="14" name="Picture Placeholder 25">
            <a:extLst>
              <a:ext uri="{FF2B5EF4-FFF2-40B4-BE49-F238E27FC236}">
                <a16:creationId xmlns:a16="http://schemas.microsoft.com/office/drawing/2014/main" id="{FCE8D573-4A83-68D8-E676-596D95072B61}"/>
              </a:ext>
            </a:extLst>
          </p:cNvPr>
          <p:cNvSpPr>
            <a:spLocks noGrp="1"/>
          </p:cNvSpPr>
          <p:nvPr>
            <p:ph type="pic" sz="quarter" idx="47"/>
          </p:nvPr>
        </p:nvSpPr>
        <p:spPr>
          <a:xfrm>
            <a:off x="1847528" y="4174468"/>
            <a:ext cx="457535" cy="457535"/>
          </a:xfrm>
          <a:prstGeom prst="ellipse">
            <a:avLst/>
          </a:prstGeom>
          <a:solidFill>
            <a:srgbClr val="CBC4BC"/>
          </a:solidFill>
        </p:spPr>
        <p:txBody>
          <a:bodyPr/>
          <a:lstStyle/>
          <a:p>
            <a:endParaRPr lang="en-GB"/>
          </a:p>
        </p:txBody>
      </p:sp>
      <p:sp>
        <p:nvSpPr>
          <p:cNvPr id="15" name="Picture Placeholder 25">
            <a:extLst>
              <a:ext uri="{FF2B5EF4-FFF2-40B4-BE49-F238E27FC236}">
                <a16:creationId xmlns:a16="http://schemas.microsoft.com/office/drawing/2014/main" id="{80D524D7-789C-9DED-8C96-9A7B8E91A1C7}"/>
              </a:ext>
            </a:extLst>
          </p:cNvPr>
          <p:cNvSpPr>
            <a:spLocks noGrp="1"/>
          </p:cNvSpPr>
          <p:nvPr>
            <p:ph type="pic" sz="quarter" idx="48"/>
          </p:nvPr>
        </p:nvSpPr>
        <p:spPr>
          <a:xfrm>
            <a:off x="1847528" y="4860268"/>
            <a:ext cx="457535" cy="457535"/>
          </a:xfrm>
          <a:prstGeom prst="ellipse">
            <a:avLst/>
          </a:prstGeom>
          <a:solidFill>
            <a:srgbClr val="CBC4BC"/>
          </a:solidFill>
        </p:spPr>
        <p:txBody>
          <a:bodyPr/>
          <a:lstStyle/>
          <a:p>
            <a:endParaRPr lang="en-GB"/>
          </a:p>
        </p:txBody>
      </p:sp>
      <p:sp>
        <p:nvSpPr>
          <p:cNvPr id="21" name="Picture Placeholder 25">
            <a:extLst>
              <a:ext uri="{FF2B5EF4-FFF2-40B4-BE49-F238E27FC236}">
                <a16:creationId xmlns:a16="http://schemas.microsoft.com/office/drawing/2014/main" id="{1CF5C502-B188-AD9C-B18D-F5521A9A1477}"/>
              </a:ext>
            </a:extLst>
          </p:cNvPr>
          <p:cNvSpPr>
            <a:spLocks noGrp="1"/>
          </p:cNvSpPr>
          <p:nvPr>
            <p:ph type="pic" sz="quarter" idx="49"/>
          </p:nvPr>
        </p:nvSpPr>
        <p:spPr>
          <a:xfrm>
            <a:off x="1847528" y="5582644"/>
            <a:ext cx="457535" cy="457535"/>
          </a:xfrm>
          <a:prstGeom prst="ellipse">
            <a:avLst/>
          </a:prstGeom>
          <a:solidFill>
            <a:srgbClr val="CBC4BC"/>
          </a:solidFill>
        </p:spPr>
        <p:txBody>
          <a:bodyPr/>
          <a:lstStyle/>
          <a:p>
            <a:endParaRPr lang="en-GB"/>
          </a:p>
        </p:txBody>
      </p:sp>
      <p:sp>
        <p:nvSpPr>
          <p:cNvPr id="25" name="Picture Placeholder 25">
            <a:extLst>
              <a:ext uri="{FF2B5EF4-FFF2-40B4-BE49-F238E27FC236}">
                <a16:creationId xmlns:a16="http://schemas.microsoft.com/office/drawing/2014/main" id="{B9D9D87C-78DB-75B5-6B23-3B282D1F739E}"/>
              </a:ext>
            </a:extLst>
          </p:cNvPr>
          <p:cNvSpPr>
            <a:spLocks noGrp="1"/>
          </p:cNvSpPr>
          <p:nvPr>
            <p:ph type="pic" sz="quarter" idx="50"/>
          </p:nvPr>
        </p:nvSpPr>
        <p:spPr>
          <a:xfrm>
            <a:off x="4008587" y="4174468"/>
            <a:ext cx="457535" cy="457535"/>
          </a:xfrm>
          <a:prstGeom prst="ellipse">
            <a:avLst/>
          </a:prstGeom>
          <a:solidFill>
            <a:srgbClr val="CBC4BC"/>
          </a:solidFill>
        </p:spPr>
        <p:txBody>
          <a:bodyPr/>
          <a:lstStyle/>
          <a:p>
            <a:endParaRPr lang="en-GB"/>
          </a:p>
        </p:txBody>
      </p:sp>
      <p:sp>
        <p:nvSpPr>
          <p:cNvPr id="30" name="Picture Placeholder 25">
            <a:extLst>
              <a:ext uri="{FF2B5EF4-FFF2-40B4-BE49-F238E27FC236}">
                <a16:creationId xmlns:a16="http://schemas.microsoft.com/office/drawing/2014/main" id="{6F361FA4-D13F-1AD7-F6A2-B6E4AAC1DD71}"/>
              </a:ext>
            </a:extLst>
          </p:cNvPr>
          <p:cNvSpPr>
            <a:spLocks noGrp="1"/>
          </p:cNvSpPr>
          <p:nvPr>
            <p:ph type="pic" sz="quarter" idx="51"/>
          </p:nvPr>
        </p:nvSpPr>
        <p:spPr>
          <a:xfrm>
            <a:off x="4008587" y="4860268"/>
            <a:ext cx="457535" cy="457535"/>
          </a:xfrm>
          <a:prstGeom prst="ellipse">
            <a:avLst/>
          </a:prstGeom>
          <a:solidFill>
            <a:srgbClr val="CBC4BC"/>
          </a:solidFill>
        </p:spPr>
        <p:txBody>
          <a:bodyPr/>
          <a:lstStyle/>
          <a:p>
            <a:endParaRPr lang="en-GB"/>
          </a:p>
        </p:txBody>
      </p:sp>
      <p:sp>
        <p:nvSpPr>
          <p:cNvPr id="31" name="Picture Placeholder 25">
            <a:extLst>
              <a:ext uri="{FF2B5EF4-FFF2-40B4-BE49-F238E27FC236}">
                <a16:creationId xmlns:a16="http://schemas.microsoft.com/office/drawing/2014/main" id="{2F921853-53C4-6498-F3F6-B5E7C8C91096}"/>
              </a:ext>
            </a:extLst>
          </p:cNvPr>
          <p:cNvSpPr>
            <a:spLocks noGrp="1"/>
          </p:cNvSpPr>
          <p:nvPr>
            <p:ph type="pic" sz="quarter" idx="52"/>
          </p:nvPr>
        </p:nvSpPr>
        <p:spPr>
          <a:xfrm>
            <a:off x="4008587" y="5582644"/>
            <a:ext cx="457535" cy="457535"/>
          </a:xfrm>
          <a:prstGeom prst="ellipse">
            <a:avLst/>
          </a:prstGeom>
          <a:solidFill>
            <a:srgbClr val="CBC4BC"/>
          </a:solidFill>
        </p:spPr>
        <p:txBody>
          <a:bodyPr/>
          <a:lstStyle/>
          <a:p>
            <a:endParaRPr lang="en-GB"/>
          </a:p>
        </p:txBody>
      </p:sp>
      <p:sp>
        <p:nvSpPr>
          <p:cNvPr id="32" name="Picture Placeholder 25">
            <a:extLst>
              <a:ext uri="{FF2B5EF4-FFF2-40B4-BE49-F238E27FC236}">
                <a16:creationId xmlns:a16="http://schemas.microsoft.com/office/drawing/2014/main" id="{59066425-B8CB-13E6-08F4-9B5FA50CD31C}"/>
              </a:ext>
            </a:extLst>
          </p:cNvPr>
          <p:cNvSpPr>
            <a:spLocks noGrp="1"/>
          </p:cNvSpPr>
          <p:nvPr>
            <p:ph type="pic" sz="quarter" idx="53"/>
          </p:nvPr>
        </p:nvSpPr>
        <p:spPr>
          <a:xfrm>
            <a:off x="6174327" y="4174468"/>
            <a:ext cx="457535" cy="457535"/>
          </a:xfrm>
          <a:prstGeom prst="ellipse">
            <a:avLst/>
          </a:prstGeom>
          <a:solidFill>
            <a:srgbClr val="CBC4BC"/>
          </a:solidFill>
        </p:spPr>
        <p:txBody>
          <a:bodyPr/>
          <a:lstStyle/>
          <a:p>
            <a:endParaRPr lang="en-GB"/>
          </a:p>
        </p:txBody>
      </p:sp>
      <p:sp>
        <p:nvSpPr>
          <p:cNvPr id="33" name="Picture Placeholder 25">
            <a:extLst>
              <a:ext uri="{FF2B5EF4-FFF2-40B4-BE49-F238E27FC236}">
                <a16:creationId xmlns:a16="http://schemas.microsoft.com/office/drawing/2014/main" id="{671D829A-66C0-BCC5-A6F4-ABA969DE131A}"/>
              </a:ext>
            </a:extLst>
          </p:cNvPr>
          <p:cNvSpPr>
            <a:spLocks noGrp="1"/>
          </p:cNvSpPr>
          <p:nvPr>
            <p:ph type="pic" sz="quarter" idx="54"/>
          </p:nvPr>
        </p:nvSpPr>
        <p:spPr>
          <a:xfrm>
            <a:off x="6174327" y="4860268"/>
            <a:ext cx="457535" cy="457535"/>
          </a:xfrm>
          <a:prstGeom prst="ellipse">
            <a:avLst/>
          </a:prstGeom>
          <a:solidFill>
            <a:srgbClr val="CBC4BC"/>
          </a:solidFill>
        </p:spPr>
        <p:txBody>
          <a:bodyPr/>
          <a:lstStyle/>
          <a:p>
            <a:endParaRPr lang="en-GB"/>
          </a:p>
        </p:txBody>
      </p:sp>
      <p:sp>
        <p:nvSpPr>
          <p:cNvPr id="34" name="Picture Placeholder 25">
            <a:extLst>
              <a:ext uri="{FF2B5EF4-FFF2-40B4-BE49-F238E27FC236}">
                <a16:creationId xmlns:a16="http://schemas.microsoft.com/office/drawing/2014/main" id="{6E595331-4FE2-FF36-C6AF-535136303CCD}"/>
              </a:ext>
            </a:extLst>
          </p:cNvPr>
          <p:cNvSpPr>
            <a:spLocks noGrp="1"/>
          </p:cNvSpPr>
          <p:nvPr>
            <p:ph type="pic" sz="quarter" idx="55"/>
          </p:nvPr>
        </p:nvSpPr>
        <p:spPr>
          <a:xfrm>
            <a:off x="6174327" y="5582644"/>
            <a:ext cx="457535" cy="457535"/>
          </a:xfrm>
          <a:prstGeom prst="ellipse">
            <a:avLst/>
          </a:prstGeom>
          <a:solidFill>
            <a:srgbClr val="CBC4BC"/>
          </a:solidFill>
        </p:spPr>
        <p:txBody>
          <a:bodyPr/>
          <a:lstStyle/>
          <a:p>
            <a:endParaRPr lang="en-GB"/>
          </a:p>
        </p:txBody>
      </p:sp>
      <p:sp>
        <p:nvSpPr>
          <p:cNvPr id="35" name="Picture Placeholder 25">
            <a:extLst>
              <a:ext uri="{FF2B5EF4-FFF2-40B4-BE49-F238E27FC236}">
                <a16:creationId xmlns:a16="http://schemas.microsoft.com/office/drawing/2014/main" id="{BFEE5E4D-668A-E52A-CC19-B77B6CDB6D6E}"/>
              </a:ext>
            </a:extLst>
          </p:cNvPr>
          <p:cNvSpPr>
            <a:spLocks noGrp="1"/>
          </p:cNvSpPr>
          <p:nvPr>
            <p:ph type="pic" sz="quarter" idx="56"/>
          </p:nvPr>
        </p:nvSpPr>
        <p:spPr>
          <a:xfrm>
            <a:off x="8328248" y="4174468"/>
            <a:ext cx="457535" cy="457535"/>
          </a:xfrm>
          <a:prstGeom prst="ellipse">
            <a:avLst/>
          </a:prstGeom>
          <a:solidFill>
            <a:srgbClr val="CBC4BC"/>
          </a:solidFill>
        </p:spPr>
        <p:txBody>
          <a:bodyPr/>
          <a:lstStyle/>
          <a:p>
            <a:endParaRPr lang="en-GB"/>
          </a:p>
        </p:txBody>
      </p:sp>
      <p:sp>
        <p:nvSpPr>
          <p:cNvPr id="36" name="Picture Placeholder 25">
            <a:extLst>
              <a:ext uri="{FF2B5EF4-FFF2-40B4-BE49-F238E27FC236}">
                <a16:creationId xmlns:a16="http://schemas.microsoft.com/office/drawing/2014/main" id="{C1FA2332-F1A6-4871-EA58-E61D9954B0E3}"/>
              </a:ext>
            </a:extLst>
          </p:cNvPr>
          <p:cNvSpPr>
            <a:spLocks noGrp="1"/>
          </p:cNvSpPr>
          <p:nvPr>
            <p:ph type="pic" sz="quarter" idx="57"/>
          </p:nvPr>
        </p:nvSpPr>
        <p:spPr>
          <a:xfrm>
            <a:off x="8328248" y="4860268"/>
            <a:ext cx="457535" cy="457535"/>
          </a:xfrm>
          <a:prstGeom prst="ellipse">
            <a:avLst/>
          </a:prstGeom>
          <a:solidFill>
            <a:srgbClr val="CBC4BC"/>
          </a:solidFill>
        </p:spPr>
        <p:txBody>
          <a:bodyPr/>
          <a:lstStyle/>
          <a:p>
            <a:endParaRPr lang="en-GB"/>
          </a:p>
        </p:txBody>
      </p:sp>
      <p:sp>
        <p:nvSpPr>
          <p:cNvPr id="37" name="Picture Placeholder 25">
            <a:extLst>
              <a:ext uri="{FF2B5EF4-FFF2-40B4-BE49-F238E27FC236}">
                <a16:creationId xmlns:a16="http://schemas.microsoft.com/office/drawing/2014/main" id="{D6A4F96A-2E85-078C-24AE-E8D7FF9583DF}"/>
              </a:ext>
            </a:extLst>
          </p:cNvPr>
          <p:cNvSpPr>
            <a:spLocks noGrp="1"/>
          </p:cNvSpPr>
          <p:nvPr>
            <p:ph type="pic" sz="quarter" idx="58"/>
          </p:nvPr>
        </p:nvSpPr>
        <p:spPr>
          <a:xfrm>
            <a:off x="8328248" y="5582644"/>
            <a:ext cx="457535" cy="457535"/>
          </a:xfrm>
          <a:prstGeom prst="ellipse">
            <a:avLst/>
          </a:prstGeom>
          <a:solidFill>
            <a:srgbClr val="CBC4BC"/>
          </a:solidFill>
        </p:spPr>
        <p:txBody>
          <a:bodyPr/>
          <a:lstStyle/>
          <a:p>
            <a:endParaRPr lang="en-GB"/>
          </a:p>
        </p:txBody>
      </p:sp>
      <p:sp>
        <p:nvSpPr>
          <p:cNvPr id="38" name="Text Placeholder 14">
            <a:extLst>
              <a:ext uri="{FF2B5EF4-FFF2-40B4-BE49-F238E27FC236}">
                <a16:creationId xmlns:a16="http://schemas.microsoft.com/office/drawing/2014/main" id="{43D98884-2E6F-4B23-AB23-5D3FA04C874B}"/>
              </a:ext>
            </a:extLst>
          </p:cNvPr>
          <p:cNvSpPr>
            <a:spLocks noGrp="1"/>
          </p:cNvSpPr>
          <p:nvPr>
            <p:ph type="body" sz="quarter" idx="59" hasCustomPrompt="1"/>
          </p:nvPr>
        </p:nvSpPr>
        <p:spPr>
          <a:xfrm>
            <a:off x="513588" y="1166772"/>
            <a:ext cx="11164824" cy="393192"/>
          </a:xfrm>
        </p:spPr>
        <p:txBody>
          <a:bodyPr/>
          <a:lstStyle>
            <a:lvl1pPr algn="ctr">
              <a:lnSpc>
                <a:spcPct val="100000"/>
              </a:lnSpc>
              <a:defRPr sz="1600"/>
            </a:lvl1pPr>
          </a:lstStyle>
          <a:p>
            <a:pPr lvl="0"/>
            <a:r>
              <a:rPr lang="en-US"/>
              <a:t>Insert Subheading Here</a:t>
            </a:r>
          </a:p>
        </p:txBody>
      </p:sp>
      <p:sp>
        <p:nvSpPr>
          <p:cNvPr id="3" name="Text Placeholder 8">
            <a:extLst>
              <a:ext uri="{FF2B5EF4-FFF2-40B4-BE49-F238E27FC236}">
                <a16:creationId xmlns:a16="http://schemas.microsoft.com/office/drawing/2014/main" id="{23890806-61FC-3AD2-2A97-C7A3E2500537}"/>
              </a:ext>
            </a:extLst>
          </p:cNvPr>
          <p:cNvSpPr>
            <a:spLocks noGrp="1"/>
          </p:cNvSpPr>
          <p:nvPr>
            <p:ph type="body" sz="quarter" idx="24" hasCustomPrompt="1"/>
          </p:nvPr>
        </p:nvSpPr>
        <p:spPr>
          <a:xfrm>
            <a:off x="348300" y="242888"/>
            <a:ext cx="4206240" cy="182284"/>
          </a:xfrm>
        </p:spPr>
        <p:txBody>
          <a:bodyPr tIns="0" bIns="0"/>
          <a:lstStyle>
            <a:lvl1pPr>
              <a:lnSpc>
                <a:spcPct val="100000"/>
              </a:lnSpc>
              <a:defRPr sz="700" spc="50" baseline="0">
                <a:solidFill>
                  <a:schemeClr val="tx2"/>
                </a:solidFill>
                <a:latin typeface="+mn-lt"/>
              </a:defRPr>
            </a:lvl1pPr>
          </a:lstStyle>
          <a:p>
            <a:pPr lvl="0"/>
            <a:r>
              <a:rPr lang="en-US"/>
              <a:t>SECTION TITLE HERE</a:t>
            </a:r>
          </a:p>
        </p:txBody>
      </p:sp>
    </p:spTree>
    <p:extLst>
      <p:ext uri="{BB962C8B-B14F-4D97-AF65-F5344CB8AC3E}">
        <p14:creationId xmlns:p14="http://schemas.microsoft.com/office/powerpoint/2010/main" val="3147777999"/>
      </p:ext>
    </p:extLst>
  </p:cSld>
  <p:clrMapOvr>
    <a:masterClrMapping/>
  </p:clrMapOvr>
  <p:extLst>
    <p:ext uri="{DCECCB84-F9BA-43D5-87BE-67443E8EF086}">
      <p15:sldGuideLst xmlns:p15="http://schemas.microsoft.com/office/powerpoint/2012/main">
        <p15:guide id="1" orient="horz" pos="391">
          <p15:clr>
            <a:srgbClr val="FBAE40"/>
          </p15:clr>
        </p15:guide>
        <p15:guide id="2" orient="horz" pos="4020">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6 - Mobile">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25DDD0EC-78EC-D41E-CE32-31086060408B}"/>
              </a:ext>
            </a:extLst>
          </p:cNvPr>
          <p:cNvSpPr/>
          <p:nvPr userDrawn="1"/>
        </p:nvSpPr>
        <p:spPr>
          <a:xfrm>
            <a:off x="6164263" y="620713"/>
            <a:ext cx="5260329" cy="5761037"/>
          </a:xfrm>
          <a:prstGeom prst="rect">
            <a:avLst/>
          </a:prstGeom>
          <a:solidFill>
            <a:srgbClr val="CBC4B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CDDC2F1F-FD40-42E3-123C-BCA95A066345}"/>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US" smtClean="0"/>
              <a:pPr algn="r"/>
              <a:t>‹#›</a:t>
            </a:fld>
            <a:endParaRPr lang="en-US"/>
          </a:p>
        </p:txBody>
      </p:sp>
      <p:cxnSp>
        <p:nvCxnSpPr>
          <p:cNvPr id="10" name="Straight Connector 9">
            <a:extLst>
              <a:ext uri="{FF2B5EF4-FFF2-40B4-BE49-F238E27FC236}">
                <a16:creationId xmlns:a16="http://schemas.microsoft.com/office/drawing/2014/main" id="{1F12D094-7AEE-C14A-E381-E4EC56E95484}"/>
              </a:ext>
            </a:extLst>
          </p:cNvPr>
          <p:cNvCxnSpPr>
            <a:cxnSpLocks/>
          </p:cNvCxnSpPr>
          <p:nvPr userDrawn="1"/>
        </p:nvCxnSpPr>
        <p:spPr>
          <a:xfrm>
            <a:off x="335360" y="6629400"/>
            <a:ext cx="11220030"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2DBA8181-DC70-E296-CC4C-B7DE82BCF43C}"/>
              </a:ext>
            </a:extLst>
          </p:cNvPr>
          <p:cNvSpPr>
            <a:spLocks noGrp="1"/>
          </p:cNvSpPr>
          <p:nvPr>
            <p:ph type="title" hasCustomPrompt="1"/>
          </p:nvPr>
        </p:nvSpPr>
        <p:spPr>
          <a:xfrm>
            <a:off x="335360" y="548681"/>
            <a:ext cx="4203307" cy="1296144"/>
          </a:xfrm>
        </p:spPr>
        <p:txBody>
          <a:bodyPr>
            <a:noAutofit/>
          </a:bodyPr>
          <a:lstStyle>
            <a:lvl1pPr>
              <a:lnSpc>
                <a:spcPct val="80000"/>
              </a:lnSpc>
              <a:defRPr>
                <a:solidFill>
                  <a:srgbClr val="3D441E"/>
                </a:solidFill>
              </a:defRPr>
            </a:lvl1pPr>
          </a:lstStyle>
          <a:p>
            <a:r>
              <a:rPr lang="en-US"/>
              <a:t>Insert Title Here</a:t>
            </a:r>
          </a:p>
        </p:txBody>
      </p:sp>
      <p:sp>
        <p:nvSpPr>
          <p:cNvPr id="7" name="Text Placeholder 6">
            <a:extLst>
              <a:ext uri="{FF2B5EF4-FFF2-40B4-BE49-F238E27FC236}">
                <a16:creationId xmlns:a16="http://schemas.microsoft.com/office/drawing/2014/main" id="{A7897ADF-6287-3772-480C-2821CC6E5C0E}"/>
              </a:ext>
            </a:extLst>
          </p:cNvPr>
          <p:cNvSpPr>
            <a:spLocks noGrp="1"/>
          </p:cNvSpPr>
          <p:nvPr>
            <p:ph type="body" sz="quarter" idx="22" hasCustomPrompt="1"/>
          </p:nvPr>
        </p:nvSpPr>
        <p:spPr>
          <a:xfrm>
            <a:off x="335396" y="3155624"/>
            <a:ext cx="2791979" cy="435549"/>
          </a:xfrm>
        </p:spPr>
        <p:txBody>
          <a:bodyPr anchor="t" anchorCtr="0"/>
          <a:lstStyle>
            <a:lvl1pPr marL="0" indent="0">
              <a:lnSpc>
                <a:spcPct val="110000"/>
              </a:lnSpc>
              <a:spcAft>
                <a:spcPts val="600"/>
              </a:spcAft>
              <a:buFont typeface="Arial" panose="020B0604020202020204" pitchFamily="34" charset="0"/>
              <a:buNone/>
              <a:defRPr sz="1600"/>
            </a:lvl1pPr>
          </a:lstStyle>
          <a:p>
            <a:pPr lvl="0"/>
            <a:r>
              <a:rPr lang="en-US"/>
              <a:t>Insert text here</a:t>
            </a:r>
          </a:p>
        </p:txBody>
      </p:sp>
      <p:pic>
        <p:nvPicPr>
          <p:cNvPr id="3" name="Picture 2" descr="A black tree with leaves&#10;&#10;Description automatically generated">
            <a:extLst>
              <a:ext uri="{FF2B5EF4-FFF2-40B4-BE49-F238E27FC236}">
                <a16:creationId xmlns:a16="http://schemas.microsoft.com/office/drawing/2014/main" id="{8EAE1181-A78C-9CC8-5EB5-AF2A50AD0E4E}"/>
              </a:ext>
            </a:extLst>
          </p:cNvPr>
          <p:cNvPicPr>
            <a:picLocks noChangeAspect="1"/>
          </p:cNvPicPr>
          <p:nvPr userDrawn="1"/>
        </p:nvPicPr>
        <p:blipFill>
          <a:blip r:embed="rId2"/>
          <a:stretch>
            <a:fillRect/>
          </a:stretch>
        </p:blipFill>
        <p:spPr>
          <a:xfrm>
            <a:off x="11440401" y="188640"/>
            <a:ext cx="488247" cy="495124"/>
          </a:xfrm>
          <a:prstGeom prst="rect">
            <a:avLst/>
          </a:prstGeom>
        </p:spPr>
      </p:pic>
      <p:cxnSp>
        <p:nvCxnSpPr>
          <p:cNvPr id="4" name="Straight Connector 3">
            <a:extLst>
              <a:ext uri="{FF2B5EF4-FFF2-40B4-BE49-F238E27FC236}">
                <a16:creationId xmlns:a16="http://schemas.microsoft.com/office/drawing/2014/main" id="{96434894-C4B7-8C5F-7A69-EAE3E8185F04}"/>
              </a:ext>
            </a:extLst>
          </p:cNvPr>
          <p:cNvCxnSpPr>
            <a:cxnSpLocks/>
          </p:cNvCxnSpPr>
          <p:nvPr userDrawn="1"/>
        </p:nvCxnSpPr>
        <p:spPr>
          <a:xfrm>
            <a:off x="335360" y="444624"/>
            <a:ext cx="11105041"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5" name="Text Placeholder 6">
            <a:extLst>
              <a:ext uri="{FF2B5EF4-FFF2-40B4-BE49-F238E27FC236}">
                <a16:creationId xmlns:a16="http://schemas.microsoft.com/office/drawing/2014/main" id="{686C1766-699B-3F3B-7524-43F9B495E36A}"/>
              </a:ext>
            </a:extLst>
          </p:cNvPr>
          <p:cNvSpPr>
            <a:spLocks noGrp="1"/>
          </p:cNvSpPr>
          <p:nvPr>
            <p:ph type="body" sz="quarter" idx="23" hasCustomPrompt="1"/>
          </p:nvPr>
        </p:nvSpPr>
        <p:spPr>
          <a:xfrm>
            <a:off x="3265409" y="3155624"/>
            <a:ext cx="2760741" cy="435549"/>
          </a:xfrm>
        </p:spPr>
        <p:txBody>
          <a:bodyPr anchor="t" anchorCtr="0"/>
          <a:lstStyle>
            <a:lvl1pPr marL="0" indent="0">
              <a:lnSpc>
                <a:spcPct val="110000"/>
              </a:lnSpc>
              <a:spcAft>
                <a:spcPts val="600"/>
              </a:spcAft>
              <a:buFont typeface="Arial" panose="020B0604020202020204" pitchFamily="34" charset="0"/>
              <a:buNone/>
              <a:defRPr sz="1600"/>
            </a:lvl1pPr>
          </a:lstStyle>
          <a:p>
            <a:pPr lvl="0"/>
            <a:r>
              <a:rPr lang="en-US"/>
              <a:t>Insert text here</a:t>
            </a:r>
          </a:p>
        </p:txBody>
      </p:sp>
      <p:pic>
        <p:nvPicPr>
          <p:cNvPr id="13" name="Picture 12">
            <a:extLst>
              <a:ext uri="{FF2B5EF4-FFF2-40B4-BE49-F238E27FC236}">
                <a16:creationId xmlns:a16="http://schemas.microsoft.com/office/drawing/2014/main" id="{755B4D43-DA7A-A20E-5B37-B06252AB3FFE}"/>
              </a:ext>
            </a:extLst>
          </p:cNvPr>
          <p:cNvPicPr>
            <a:picLocks noChangeAspect="1"/>
          </p:cNvPicPr>
          <p:nvPr userDrawn="1"/>
        </p:nvPicPr>
        <p:blipFill>
          <a:blip r:embed="rId3">
            <a:extLst>
              <a:ext uri="{28A0092B-C50C-407E-A947-70E740481C1C}">
                <a14:useLocalDpi xmlns:a14="http://schemas.microsoft.com/office/drawing/2010/main"/>
              </a:ext>
            </a:extLst>
          </a:blip>
          <a:srcRect l="-2140" t="-625" r="-1853" b="-973"/>
          <a:stretch>
            <a:fillRect/>
          </a:stretch>
        </p:blipFill>
        <p:spPr>
          <a:xfrm>
            <a:off x="7608168" y="1050434"/>
            <a:ext cx="2497134" cy="4970854"/>
          </a:xfrm>
          <a:prstGeom prst="rect">
            <a:avLst/>
          </a:prstGeom>
        </p:spPr>
      </p:pic>
      <p:sp>
        <p:nvSpPr>
          <p:cNvPr id="14" name="Picture Placeholder 10">
            <a:extLst>
              <a:ext uri="{FF2B5EF4-FFF2-40B4-BE49-F238E27FC236}">
                <a16:creationId xmlns:a16="http://schemas.microsoft.com/office/drawing/2014/main" id="{086C4749-C1D2-E52C-30FE-5C8E2F79FE53}"/>
              </a:ext>
            </a:extLst>
          </p:cNvPr>
          <p:cNvSpPr>
            <a:spLocks noGrp="1" noChangeAspect="1"/>
          </p:cNvSpPr>
          <p:nvPr>
            <p:ph type="pic" sz="quarter" idx="30"/>
          </p:nvPr>
        </p:nvSpPr>
        <p:spPr>
          <a:xfrm>
            <a:off x="7776062" y="1182569"/>
            <a:ext cx="2161346" cy="4694703"/>
          </a:xfrm>
          <a:custGeom>
            <a:avLst/>
            <a:gdLst>
              <a:gd name="connsiteX0" fmla="*/ 228609 w 2082430"/>
              <a:gd name="connsiteY0" fmla="*/ 0 h 4544973"/>
              <a:gd name="connsiteX1" fmla="*/ 484315 w 2082430"/>
              <a:gd name="connsiteY1" fmla="*/ 0 h 4544973"/>
              <a:gd name="connsiteX2" fmla="*/ 484315 w 2082430"/>
              <a:gd name="connsiteY2" fmla="*/ 68639 h 4544973"/>
              <a:gd name="connsiteX3" fmla="*/ 575881 w 2082430"/>
              <a:gd name="connsiteY3" fmla="*/ 160205 h 4544973"/>
              <a:gd name="connsiteX4" fmla="*/ 1513525 w 2082430"/>
              <a:gd name="connsiteY4" fmla="*/ 160205 h 4544973"/>
              <a:gd name="connsiteX5" fmla="*/ 1605091 w 2082430"/>
              <a:gd name="connsiteY5" fmla="*/ 68639 h 4544973"/>
              <a:gd name="connsiteX6" fmla="*/ 1605090 w 2082430"/>
              <a:gd name="connsiteY6" fmla="*/ 0 h 4544973"/>
              <a:gd name="connsiteX7" fmla="*/ 1853821 w 2082430"/>
              <a:gd name="connsiteY7" fmla="*/ 0 h 4544973"/>
              <a:gd name="connsiteX8" fmla="*/ 2082430 w 2082430"/>
              <a:gd name="connsiteY8" fmla="*/ 228609 h 4544973"/>
              <a:gd name="connsiteX9" fmla="*/ 2082430 w 2082430"/>
              <a:gd name="connsiteY9" fmla="*/ 4316364 h 4544973"/>
              <a:gd name="connsiteX10" fmla="*/ 1853821 w 2082430"/>
              <a:gd name="connsiteY10" fmla="*/ 4544973 h 4544973"/>
              <a:gd name="connsiteX11" fmla="*/ 228609 w 2082430"/>
              <a:gd name="connsiteY11" fmla="*/ 4544973 h 4544973"/>
              <a:gd name="connsiteX12" fmla="*/ 0 w 2082430"/>
              <a:gd name="connsiteY12" fmla="*/ 4316364 h 4544973"/>
              <a:gd name="connsiteX13" fmla="*/ 0 w 2082430"/>
              <a:gd name="connsiteY13" fmla="*/ 228609 h 4544973"/>
              <a:gd name="connsiteX14" fmla="*/ 228609 w 2082430"/>
              <a:gd name="connsiteY14" fmla="*/ 0 h 4544973"/>
              <a:gd name="csX0" fmla="*/ 228609 w 2082430"/>
              <a:gd name="csY0" fmla="*/ 15169 h 4560142"/>
              <a:gd name="csX1" fmla="*/ 484315 w 2082430"/>
              <a:gd name="csY1" fmla="*/ 15169 h 4560142"/>
              <a:gd name="csX2" fmla="*/ 484315 w 2082430"/>
              <a:gd name="csY2" fmla="*/ 83808 h 4560142"/>
              <a:gd name="csX3" fmla="*/ 575881 w 2082430"/>
              <a:gd name="csY3" fmla="*/ 175374 h 4560142"/>
              <a:gd name="csX4" fmla="*/ 1311764 w 2082430"/>
              <a:gd name="csY4" fmla="*/ 0 h 4560142"/>
              <a:gd name="csX5" fmla="*/ 1605091 w 2082430"/>
              <a:gd name="csY5" fmla="*/ 83808 h 4560142"/>
              <a:gd name="csX6" fmla="*/ 1605090 w 2082430"/>
              <a:gd name="csY6" fmla="*/ 15169 h 4560142"/>
              <a:gd name="csX7" fmla="*/ 1853821 w 2082430"/>
              <a:gd name="csY7" fmla="*/ 15169 h 4560142"/>
              <a:gd name="csX8" fmla="*/ 2082430 w 2082430"/>
              <a:gd name="csY8" fmla="*/ 243778 h 4560142"/>
              <a:gd name="csX9" fmla="*/ 2082430 w 2082430"/>
              <a:gd name="csY9" fmla="*/ 4331533 h 4560142"/>
              <a:gd name="csX10" fmla="*/ 1853821 w 2082430"/>
              <a:gd name="csY10" fmla="*/ 4560142 h 4560142"/>
              <a:gd name="csX11" fmla="*/ 228609 w 2082430"/>
              <a:gd name="csY11" fmla="*/ 4560142 h 4560142"/>
              <a:gd name="csX12" fmla="*/ 0 w 2082430"/>
              <a:gd name="csY12" fmla="*/ 4331533 h 4560142"/>
              <a:gd name="csX13" fmla="*/ 0 w 2082430"/>
              <a:gd name="csY13" fmla="*/ 243778 h 4560142"/>
              <a:gd name="csX14" fmla="*/ 228609 w 2082430"/>
              <a:gd name="csY14" fmla="*/ 15169 h 4560142"/>
              <a:gd name="csX0" fmla="*/ 228609 w 2082430"/>
              <a:gd name="csY0" fmla="*/ 15169 h 4560142"/>
              <a:gd name="csX1" fmla="*/ 484315 w 2082430"/>
              <a:gd name="csY1" fmla="*/ 15169 h 4560142"/>
              <a:gd name="csX2" fmla="*/ 484315 w 2082430"/>
              <a:gd name="csY2" fmla="*/ 83808 h 4560142"/>
              <a:gd name="csX3" fmla="*/ 575881 w 2082430"/>
              <a:gd name="csY3" fmla="*/ 175374 h 4560142"/>
              <a:gd name="csX4" fmla="*/ 1311764 w 2082430"/>
              <a:gd name="csY4" fmla="*/ 0 h 4560142"/>
              <a:gd name="csX5" fmla="*/ 1484034 w 2082430"/>
              <a:gd name="csY5" fmla="*/ 23103 h 4560142"/>
              <a:gd name="csX6" fmla="*/ 1605090 w 2082430"/>
              <a:gd name="csY6" fmla="*/ 15169 h 4560142"/>
              <a:gd name="csX7" fmla="*/ 1853821 w 2082430"/>
              <a:gd name="csY7" fmla="*/ 15169 h 4560142"/>
              <a:gd name="csX8" fmla="*/ 2082430 w 2082430"/>
              <a:gd name="csY8" fmla="*/ 243778 h 4560142"/>
              <a:gd name="csX9" fmla="*/ 2082430 w 2082430"/>
              <a:gd name="csY9" fmla="*/ 4331533 h 4560142"/>
              <a:gd name="csX10" fmla="*/ 1853821 w 2082430"/>
              <a:gd name="csY10" fmla="*/ 4560142 h 4560142"/>
              <a:gd name="csX11" fmla="*/ 228609 w 2082430"/>
              <a:gd name="csY11" fmla="*/ 4560142 h 4560142"/>
              <a:gd name="csX12" fmla="*/ 0 w 2082430"/>
              <a:gd name="csY12" fmla="*/ 4331533 h 4560142"/>
              <a:gd name="csX13" fmla="*/ 0 w 2082430"/>
              <a:gd name="csY13" fmla="*/ 243778 h 4560142"/>
              <a:gd name="csX14" fmla="*/ 228609 w 2082430"/>
              <a:gd name="csY14" fmla="*/ 15169 h 4560142"/>
              <a:gd name="csX0" fmla="*/ 228609 w 2082430"/>
              <a:gd name="csY0" fmla="*/ 15169 h 4560142"/>
              <a:gd name="csX1" fmla="*/ 484315 w 2082430"/>
              <a:gd name="csY1" fmla="*/ 15169 h 4560142"/>
              <a:gd name="csX2" fmla="*/ 484315 w 2082430"/>
              <a:gd name="csY2" fmla="*/ 83808 h 4560142"/>
              <a:gd name="csX3" fmla="*/ 817995 w 2082430"/>
              <a:gd name="csY3" fmla="*/ 20236 h 4560142"/>
              <a:gd name="csX4" fmla="*/ 1311764 w 2082430"/>
              <a:gd name="csY4" fmla="*/ 0 h 4560142"/>
              <a:gd name="csX5" fmla="*/ 1484034 w 2082430"/>
              <a:gd name="csY5" fmla="*/ 23103 h 4560142"/>
              <a:gd name="csX6" fmla="*/ 1605090 w 2082430"/>
              <a:gd name="csY6" fmla="*/ 15169 h 4560142"/>
              <a:gd name="csX7" fmla="*/ 1853821 w 2082430"/>
              <a:gd name="csY7" fmla="*/ 15169 h 4560142"/>
              <a:gd name="csX8" fmla="*/ 2082430 w 2082430"/>
              <a:gd name="csY8" fmla="*/ 243778 h 4560142"/>
              <a:gd name="csX9" fmla="*/ 2082430 w 2082430"/>
              <a:gd name="csY9" fmla="*/ 4331533 h 4560142"/>
              <a:gd name="csX10" fmla="*/ 1853821 w 2082430"/>
              <a:gd name="csY10" fmla="*/ 4560142 h 4560142"/>
              <a:gd name="csX11" fmla="*/ 228609 w 2082430"/>
              <a:gd name="csY11" fmla="*/ 4560142 h 4560142"/>
              <a:gd name="csX12" fmla="*/ 0 w 2082430"/>
              <a:gd name="csY12" fmla="*/ 4331533 h 4560142"/>
              <a:gd name="csX13" fmla="*/ 0 w 2082430"/>
              <a:gd name="csY13" fmla="*/ 243778 h 4560142"/>
              <a:gd name="csX14" fmla="*/ 228609 w 2082430"/>
              <a:gd name="csY14" fmla="*/ 15169 h 4560142"/>
              <a:gd name="csX0" fmla="*/ 228609 w 2082430"/>
              <a:gd name="csY0" fmla="*/ 15169 h 4560142"/>
              <a:gd name="csX1" fmla="*/ 484315 w 2082430"/>
              <a:gd name="csY1" fmla="*/ 15169 h 4560142"/>
              <a:gd name="csX2" fmla="*/ 484315 w 2082430"/>
              <a:gd name="csY2" fmla="*/ 83808 h 4560142"/>
              <a:gd name="csX3" fmla="*/ 1311764 w 2082430"/>
              <a:gd name="csY3" fmla="*/ 0 h 4560142"/>
              <a:gd name="csX4" fmla="*/ 1484034 w 2082430"/>
              <a:gd name="csY4" fmla="*/ 23103 h 4560142"/>
              <a:gd name="csX5" fmla="*/ 1605090 w 2082430"/>
              <a:gd name="csY5" fmla="*/ 15169 h 4560142"/>
              <a:gd name="csX6" fmla="*/ 1853821 w 2082430"/>
              <a:gd name="csY6" fmla="*/ 15169 h 4560142"/>
              <a:gd name="csX7" fmla="*/ 2082430 w 2082430"/>
              <a:gd name="csY7" fmla="*/ 243778 h 4560142"/>
              <a:gd name="csX8" fmla="*/ 2082430 w 2082430"/>
              <a:gd name="csY8" fmla="*/ 4331533 h 4560142"/>
              <a:gd name="csX9" fmla="*/ 1853821 w 2082430"/>
              <a:gd name="csY9" fmla="*/ 4560142 h 4560142"/>
              <a:gd name="csX10" fmla="*/ 228609 w 2082430"/>
              <a:gd name="csY10" fmla="*/ 4560142 h 4560142"/>
              <a:gd name="csX11" fmla="*/ 0 w 2082430"/>
              <a:gd name="csY11" fmla="*/ 4331533 h 4560142"/>
              <a:gd name="csX12" fmla="*/ 0 w 2082430"/>
              <a:gd name="csY12" fmla="*/ 243778 h 4560142"/>
              <a:gd name="csX13" fmla="*/ 228609 w 2082430"/>
              <a:gd name="csY13" fmla="*/ 15169 h 4560142"/>
              <a:gd name="csX0" fmla="*/ 228609 w 2082430"/>
              <a:gd name="csY0" fmla="*/ 0 h 4544973"/>
              <a:gd name="csX1" fmla="*/ 484315 w 2082430"/>
              <a:gd name="csY1" fmla="*/ 0 h 4544973"/>
              <a:gd name="csX2" fmla="*/ 484315 w 2082430"/>
              <a:gd name="csY2" fmla="*/ 68639 h 4544973"/>
              <a:gd name="csX3" fmla="*/ 1484034 w 2082430"/>
              <a:gd name="csY3" fmla="*/ 7934 h 4544973"/>
              <a:gd name="csX4" fmla="*/ 1605090 w 2082430"/>
              <a:gd name="csY4" fmla="*/ 0 h 4544973"/>
              <a:gd name="csX5" fmla="*/ 1853821 w 2082430"/>
              <a:gd name="csY5" fmla="*/ 0 h 4544973"/>
              <a:gd name="csX6" fmla="*/ 2082430 w 2082430"/>
              <a:gd name="csY6" fmla="*/ 228609 h 4544973"/>
              <a:gd name="csX7" fmla="*/ 2082430 w 2082430"/>
              <a:gd name="csY7" fmla="*/ 4316364 h 4544973"/>
              <a:gd name="csX8" fmla="*/ 1853821 w 2082430"/>
              <a:gd name="csY8" fmla="*/ 4544973 h 4544973"/>
              <a:gd name="csX9" fmla="*/ 228609 w 2082430"/>
              <a:gd name="csY9" fmla="*/ 4544973 h 4544973"/>
              <a:gd name="csX10" fmla="*/ 0 w 2082430"/>
              <a:gd name="csY10" fmla="*/ 4316364 h 4544973"/>
              <a:gd name="csX11" fmla="*/ 0 w 2082430"/>
              <a:gd name="csY11" fmla="*/ 228609 h 4544973"/>
              <a:gd name="csX12" fmla="*/ 228609 w 2082430"/>
              <a:gd name="csY12" fmla="*/ 0 h 4544973"/>
              <a:gd name="csX0" fmla="*/ 228609 w 2082430"/>
              <a:gd name="csY0" fmla="*/ 0 h 4544973"/>
              <a:gd name="csX1" fmla="*/ 484315 w 2082430"/>
              <a:gd name="csY1" fmla="*/ 0 h 4544973"/>
              <a:gd name="csX2" fmla="*/ 484315 w 2082430"/>
              <a:gd name="csY2" fmla="*/ 68639 h 4544973"/>
              <a:gd name="csX3" fmla="*/ 1605090 w 2082430"/>
              <a:gd name="csY3" fmla="*/ 0 h 4544973"/>
              <a:gd name="csX4" fmla="*/ 1853821 w 2082430"/>
              <a:gd name="csY4" fmla="*/ 0 h 4544973"/>
              <a:gd name="csX5" fmla="*/ 2082430 w 2082430"/>
              <a:gd name="csY5" fmla="*/ 228609 h 4544973"/>
              <a:gd name="csX6" fmla="*/ 2082430 w 2082430"/>
              <a:gd name="csY6" fmla="*/ 4316364 h 4544973"/>
              <a:gd name="csX7" fmla="*/ 1853821 w 2082430"/>
              <a:gd name="csY7" fmla="*/ 4544973 h 4544973"/>
              <a:gd name="csX8" fmla="*/ 228609 w 2082430"/>
              <a:gd name="csY8" fmla="*/ 4544973 h 4544973"/>
              <a:gd name="csX9" fmla="*/ 0 w 2082430"/>
              <a:gd name="csY9" fmla="*/ 4316364 h 4544973"/>
              <a:gd name="csX10" fmla="*/ 0 w 2082430"/>
              <a:gd name="csY10" fmla="*/ 228609 h 4544973"/>
              <a:gd name="csX11" fmla="*/ 228609 w 2082430"/>
              <a:gd name="csY11" fmla="*/ 0 h 4544973"/>
              <a:gd name="csX0" fmla="*/ 228609 w 2082430"/>
              <a:gd name="csY0" fmla="*/ 0 h 4544973"/>
              <a:gd name="csX1" fmla="*/ 484315 w 2082430"/>
              <a:gd name="csY1" fmla="*/ 0 h 4544973"/>
              <a:gd name="csX2" fmla="*/ 760055 w 2082430"/>
              <a:gd name="csY2" fmla="*/ 1188 h 4544973"/>
              <a:gd name="csX3" fmla="*/ 1605090 w 2082430"/>
              <a:gd name="csY3" fmla="*/ 0 h 4544973"/>
              <a:gd name="csX4" fmla="*/ 1853821 w 2082430"/>
              <a:gd name="csY4" fmla="*/ 0 h 4544973"/>
              <a:gd name="csX5" fmla="*/ 2082430 w 2082430"/>
              <a:gd name="csY5" fmla="*/ 228609 h 4544973"/>
              <a:gd name="csX6" fmla="*/ 2082430 w 2082430"/>
              <a:gd name="csY6" fmla="*/ 4316364 h 4544973"/>
              <a:gd name="csX7" fmla="*/ 1853821 w 2082430"/>
              <a:gd name="csY7" fmla="*/ 4544973 h 4544973"/>
              <a:gd name="csX8" fmla="*/ 228609 w 2082430"/>
              <a:gd name="csY8" fmla="*/ 4544973 h 4544973"/>
              <a:gd name="csX9" fmla="*/ 0 w 2082430"/>
              <a:gd name="csY9" fmla="*/ 4316364 h 4544973"/>
              <a:gd name="csX10" fmla="*/ 0 w 2082430"/>
              <a:gd name="csY10" fmla="*/ 228609 h 4544973"/>
              <a:gd name="csX11" fmla="*/ 228609 w 2082430"/>
              <a:gd name="csY11" fmla="*/ 0 h 4544973"/>
              <a:gd name="csX0" fmla="*/ 228609 w 2082430"/>
              <a:gd name="csY0" fmla="*/ 0 h 4544973"/>
              <a:gd name="csX1" fmla="*/ 484315 w 2082430"/>
              <a:gd name="csY1" fmla="*/ 0 h 4544973"/>
              <a:gd name="csX2" fmla="*/ 1605090 w 2082430"/>
              <a:gd name="csY2" fmla="*/ 0 h 4544973"/>
              <a:gd name="csX3" fmla="*/ 1853821 w 2082430"/>
              <a:gd name="csY3" fmla="*/ 0 h 4544973"/>
              <a:gd name="csX4" fmla="*/ 2082430 w 2082430"/>
              <a:gd name="csY4" fmla="*/ 228609 h 4544973"/>
              <a:gd name="csX5" fmla="*/ 2082430 w 2082430"/>
              <a:gd name="csY5" fmla="*/ 4316364 h 4544973"/>
              <a:gd name="csX6" fmla="*/ 1853821 w 2082430"/>
              <a:gd name="csY6" fmla="*/ 4544973 h 4544973"/>
              <a:gd name="csX7" fmla="*/ 228609 w 2082430"/>
              <a:gd name="csY7" fmla="*/ 4544973 h 4544973"/>
              <a:gd name="csX8" fmla="*/ 0 w 2082430"/>
              <a:gd name="csY8" fmla="*/ 4316364 h 4544973"/>
              <a:gd name="csX9" fmla="*/ 0 w 2082430"/>
              <a:gd name="csY9" fmla="*/ 228609 h 4544973"/>
              <a:gd name="csX10" fmla="*/ 228609 w 2082430"/>
              <a:gd name="csY10" fmla="*/ 0 h 4544973"/>
              <a:gd name="csX0" fmla="*/ 244488 w 2098309"/>
              <a:gd name="csY0" fmla="*/ 0 h 4544973"/>
              <a:gd name="csX1" fmla="*/ 500194 w 2098309"/>
              <a:gd name="csY1" fmla="*/ 0 h 4544973"/>
              <a:gd name="csX2" fmla="*/ 1620969 w 2098309"/>
              <a:gd name="csY2" fmla="*/ 0 h 4544973"/>
              <a:gd name="csX3" fmla="*/ 1869700 w 2098309"/>
              <a:gd name="csY3" fmla="*/ 0 h 4544973"/>
              <a:gd name="csX4" fmla="*/ 2098309 w 2098309"/>
              <a:gd name="csY4" fmla="*/ 228609 h 4544973"/>
              <a:gd name="csX5" fmla="*/ 2098309 w 2098309"/>
              <a:gd name="csY5" fmla="*/ 4316364 h 4544973"/>
              <a:gd name="csX6" fmla="*/ 1869700 w 2098309"/>
              <a:gd name="csY6" fmla="*/ 4544973 h 4544973"/>
              <a:gd name="csX7" fmla="*/ 244488 w 2098309"/>
              <a:gd name="csY7" fmla="*/ 4544973 h 4544973"/>
              <a:gd name="csX8" fmla="*/ 15879 w 2098309"/>
              <a:gd name="csY8" fmla="*/ 4316364 h 4544973"/>
              <a:gd name="csX9" fmla="*/ 0 w 2098309"/>
              <a:gd name="csY9" fmla="*/ 231794 h 4544973"/>
              <a:gd name="csX10" fmla="*/ 244488 w 2098309"/>
              <a:gd name="csY10" fmla="*/ 0 h 4544973"/>
              <a:gd name="csX0" fmla="*/ 244488 w 2098309"/>
              <a:gd name="csY0" fmla="*/ 9556 h 4554529"/>
              <a:gd name="csX1" fmla="*/ 503370 w 2098309"/>
              <a:gd name="csY1" fmla="*/ 0 h 4554529"/>
              <a:gd name="csX2" fmla="*/ 1620969 w 2098309"/>
              <a:gd name="csY2" fmla="*/ 9556 h 4554529"/>
              <a:gd name="csX3" fmla="*/ 1869700 w 2098309"/>
              <a:gd name="csY3" fmla="*/ 9556 h 4554529"/>
              <a:gd name="csX4" fmla="*/ 2098309 w 2098309"/>
              <a:gd name="csY4" fmla="*/ 238165 h 4554529"/>
              <a:gd name="csX5" fmla="*/ 2098309 w 2098309"/>
              <a:gd name="csY5" fmla="*/ 4325920 h 4554529"/>
              <a:gd name="csX6" fmla="*/ 1869700 w 2098309"/>
              <a:gd name="csY6" fmla="*/ 4554529 h 4554529"/>
              <a:gd name="csX7" fmla="*/ 244488 w 2098309"/>
              <a:gd name="csY7" fmla="*/ 4554529 h 4554529"/>
              <a:gd name="csX8" fmla="*/ 15879 w 2098309"/>
              <a:gd name="csY8" fmla="*/ 4325920 h 4554529"/>
              <a:gd name="csX9" fmla="*/ 0 w 2098309"/>
              <a:gd name="csY9" fmla="*/ 241350 h 4554529"/>
              <a:gd name="csX10" fmla="*/ 244488 w 2098309"/>
              <a:gd name="csY10" fmla="*/ 9556 h 4554529"/>
              <a:gd name="csX0" fmla="*/ 244488 w 2098309"/>
              <a:gd name="csY0" fmla="*/ 3186 h 4548159"/>
              <a:gd name="csX1" fmla="*/ 500194 w 2098309"/>
              <a:gd name="csY1" fmla="*/ 0 h 4548159"/>
              <a:gd name="csX2" fmla="*/ 1620969 w 2098309"/>
              <a:gd name="csY2" fmla="*/ 3186 h 4548159"/>
              <a:gd name="csX3" fmla="*/ 1869700 w 2098309"/>
              <a:gd name="csY3" fmla="*/ 3186 h 4548159"/>
              <a:gd name="csX4" fmla="*/ 2098309 w 2098309"/>
              <a:gd name="csY4" fmla="*/ 231795 h 4548159"/>
              <a:gd name="csX5" fmla="*/ 2098309 w 2098309"/>
              <a:gd name="csY5" fmla="*/ 4319550 h 4548159"/>
              <a:gd name="csX6" fmla="*/ 1869700 w 2098309"/>
              <a:gd name="csY6" fmla="*/ 4548159 h 4548159"/>
              <a:gd name="csX7" fmla="*/ 244488 w 2098309"/>
              <a:gd name="csY7" fmla="*/ 4548159 h 4548159"/>
              <a:gd name="csX8" fmla="*/ 15879 w 2098309"/>
              <a:gd name="csY8" fmla="*/ 4319550 h 4548159"/>
              <a:gd name="csX9" fmla="*/ 0 w 2098309"/>
              <a:gd name="csY9" fmla="*/ 234980 h 4548159"/>
              <a:gd name="csX10" fmla="*/ 244488 w 2098309"/>
              <a:gd name="csY10" fmla="*/ 3186 h 4548159"/>
              <a:gd name="csX0" fmla="*/ 244488 w 2098309"/>
              <a:gd name="csY0" fmla="*/ 3186 h 4548159"/>
              <a:gd name="csX1" fmla="*/ 500194 w 2098309"/>
              <a:gd name="csY1" fmla="*/ 0 h 4548159"/>
              <a:gd name="csX2" fmla="*/ 1617793 w 2098309"/>
              <a:gd name="csY2" fmla="*/ 3186 h 4548159"/>
              <a:gd name="csX3" fmla="*/ 1869700 w 2098309"/>
              <a:gd name="csY3" fmla="*/ 3186 h 4548159"/>
              <a:gd name="csX4" fmla="*/ 2098309 w 2098309"/>
              <a:gd name="csY4" fmla="*/ 231795 h 4548159"/>
              <a:gd name="csX5" fmla="*/ 2098309 w 2098309"/>
              <a:gd name="csY5" fmla="*/ 4319550 h 4548159"/>
              <a:gd name="csX6" fmla="*/ 1869700 w 2098309"/>
              <a:gd name="csY6" fmla="*/ 4548159 h 4548159"/>
              <a:gd name="csX7" fmla="*/ 244488 w 2098309"/>
              <a:gd name="csY7" fmla="*/ 4548159 h 4548159"/>
              <a:gd name="csX8" fmla="*/ 15879 w 2098309"/>
              <a:gd name="csY8" fmla="*/ 4319550 h 4548159"/>
              <a:gd name="csX9" fmla="*/ 0 w 2098309"/>
              <a:gd name="csY9" fmla="*/ 234980 h 4548159"/>
              <a:gd name="csX10" fmla="*/ 244488 w 2098309"/>
              <a:gd name="csY10" fmla="*/ 3186 h 4548159"/>
              <a:gd name="csX0" fmla="*/ 244488 w 2098309"/>
              <a:gd name="csY0" fmla="*/ 1 h 4544974"/>
              <a:gd name="csX1" fmla="*/ 500194 w 2098309"/>
              <a:gd name="csY1" fmla="*/ 0 h 4544974"/>
              <a:gd name="csX2" fmla="*/ 1617793 w 2098309"/>
              <a:gd name="csY2" fmla="*/ 1 h 4544974"/>
              <a:gd name="csX3" fmla="*/ 1869700 w 2098309"/>
              <a:gd name="csY3" fmla="*/ 1 h 4544974"/>
              <a:gd name="csX4" fmla="*/ 2098309 w 2098309"/>
              <a:gd name="csY4" fmla="*/ 228610 h 4544974"/>
              <a:gd name="csX5" fmla="*/ 2098309 w 2098309"/>
              <a:gd name="csY5" fmla="*/ 4316365 h 4544974"/>
              <a:gd name="csX6" fmla="*/ 1869700 w 2098309"/>
              <a:gd name="csY6" fmla="*/ 4544974 h 4544974"/>
              <a:gd name="csX7" fmla="*/ 244488 w 2098309"/>
              <a:gd name="csY7" fmla="*/ 4544974 h 4544974"/>
              <a:gd name="csX8" fmla="*/ 15879 w 2098309"/>
              <a:gd name="csY8" fmla="*/ 4316365 h 4544974"/>
              <a:gd name="csX9" fmla="*/ 0 w 2098309"/>
              <a:gd name="csY9" fmla="*/ 231795 h 4544974"/>
              <a:gd name="csX10" fmla="*/ 244488 w 2098309"/>
              <a:gd name="csY10" fmla="*/ 1 h 4544974"/>
              <a:gd name="csX0" fmla="*/ 244488 w 2098309"/>
              <a:gd name="csY0" fmla="*/ 1415 h 4546388"/>
              <a:gd name="csX1" fmla="*/ 500194 w 2098309"/>
              <a:gd name="csY1" fmla="*/ 1414 h 4546388"/>
              <a:gd name="csX2" fmla="*/ 1617793 w 2098309"/>
              <a:gd name="csY2" fmla="*/ 1415 h 4546388"/>
              <a:gd name="csX3" fmla="*/ 1869700 w 2098309"/>
              <a:gd name="csY3" fmla="*/ 1415 h 4546388"/>
              <a:gd name="csX4" fmla="*/ 2098309 w 2098309"/>
              <a:gd name="csY4" fmla="*/ 230024 h 4546388"/>
              <a:gd name="csX5" fmla="*/ 2098309 w 2098309"/>
              <a:gd name="csY5" fmla="*/ 4317779 h 4546388"/>
              <a:gd name="csX6" fmla="*/ 1869700 w 2098309"/>
              <a:gd name="csY6" fmla="*/ 4546388 h 4546388"/>
              <a:gd name="csX7" fmla="*/ 244488 w 2098309"/>
              <a:gd name="csY7" fmla="*/ 4546388 h 4546388"/>
              <a:gd name="csX8" fmla="*/ 15879 w 2098309"/>
              <a:gd name="csY8" fmla="*/ 4317779 h 4546388"/>
              <a:gd name="csX9" fmla="*/ 0 w 2098309"/>
              <a:gd name="csY9" fmla="*/ 233209 h 4546388"/>
              <a:gd name="csX10" fmla="*/ 244488 w 2098309"/>
              <a:gd name="csY10" fmla="*/ 1415 h 4546388"/>
              <a:gd name="csX0" fmla="*/ 244488 w 2098367"/>
              <a:gd name="csY0" fmla="*/ 1415 h 4546388"/>
              <a:gd name="csX1" fmla="*/ 500194 w 2098367"/>
              <a:gd name="csY1" fmla="*/ 1414 h 4546388"/>
              <a:gd name="csX2" fmla="*/ 1617793 w 2098367"/>
              <a:gd name="csY2" fmla="*/ 1415 h 4546388"/>
              <a:gd name="csX3" fmla="*/ 1869700 w 2098367"/>
              <a:gd name="csY3" fmla="*/ 1415 h 4546388"/>
              <a:gd name="csX4" fmla="*/ 2098309 w 2098367"/>
              <a:gd name="csY4" fmla="*/ 230024 h 4546388"/>
              <a:gd name="csX5" fmla="*/ 2098309 w 2098367"/>
              <a:gd name="csY5" fmla="*/ 4317779 h 4546388"/>
              <a:gd name="csX6" fmla="*/ 1869700 w 2098367"/>
              <a:gd name="csY6" fmla="*/ 4546388 h 4546388"/>
              <a:gd name="csX7" fmla="*/ 244488 w 2098367"/>
              <a:gd name="csY7" fmla="*/ 4546388 h 4546388"/>
              <a:gd name="csX8" fmla="*/ 15879 w 2098367"/>
              <a:gd name="csY8" fmla="*/ 4317779 h 4546388"/>
              <a:gd name="csX9" fmla="*/ 0 w 2098367"/>
              <a:gd name="csY9" fmla="*/ 233209 h 4546388"/>
              <a:gd name="csX10" fmla="*/ 244488 w 2098367"/>
              <a:gd name="csY10" fmla="*/ 1415 h 4546388"/>
              <a:gd name="csX0" fmla="*/ 244488 w 2098309"/>
              <a:gd name="csY0" fmla="*/ 1415 h 4546388"/>
              <a:gd name="csX1" fmla="*/ 500194 w 2098309"/>
              <a:gd name="csY1" fmla="*/ 1414 h 4546388"/>
              <a:gd name="csX2" fmla="*/ 1617793 w 2098309"/>
              <a:gd name="csY2" fmla="*/ 1415 h 4546388"/>
              <a:gd name="csX3" fmla="*/ 1869700 w 2098309"/>
              <a:gd name="csY3" fmla="*/ 1415 h 4546388"/>
              <a:gd name="csX4" fmla="*/ 2098309 w 2098309"/>
              <a:gd name="csY4" fmla="*/ 230024 h 4546388"/>
              <a:gd name="csX5" fmla="*/ 2098309 w 2098309"/>
              <a:gd name="csY5" fmla="*/ 4317779 h 4546388"/>
              <a:gd name="csX6" fmla="*/ 1869700 w 2098309"/>
              <a:gd name="csY6" fmla="*/ 4546388 h 4546388"/>
              <a:gd name="csX7" fmla="*/ 244488 w 2098309"/>
              <a:gd name="csY7" fmla="*/ 4546388 h 4546388"/>
              <a:gd name="csX8" fmla="*/ 15879 w 2098309"/>
              <a:gd name="csY8" fmla="*/ 4317779 h 4546388"/>
              <a:gd name="csX9" fmla="*/ 0 w 2098309"/>
              <a:gd name="csY9" fmla="*/ 233209 h 4546388"/>
              <a:gd name="csX10" fmla="*/ 244488 w 2098309"/>
              <a:gd name="csY10" fmla="*/ 1415 h 4546388"/>
              <a:gd name="csX0" fmla="*/ 244488 w 2098309"/>
              <a:gd name="csY0" fmla="*/ 1415 h 4565499"/>
              <a:gd name="csX1" fmla="*/ 500194 w 2098309"/>
              <a:gd name="csY1" fmla="*/ 1414 h 4565499"/>
              <a:gd name="csX2" fmla="*/ 1617793 w 2098309"/>
              <a:gd name="csY2" fmla="*/ 1415 h 4565499"/>
              <a:gd name="csX3" fmla="*/ 1869700 w 2098309"/>
              <a:gd name="csY3" fmla="*/ 1415 h 4565499"/>
              <a:gd name="csX4" fmla="*/ 2098309 w 2098309"/>
              <a:gd name="csY4" fmla="*/ 230024 h 4565499"/>
              <a:gd name="csX5" fmla="*/ 2098309 w 2098309"/>
              <a:gd name="csY5" fmla="*/ 4317779 h 4565499"/>
              <a:gd name="csX6" fmla="*/ 1863349 w 2098309"/>
              <a:gd name="csY6" fmla="*/ 4565499 h 4565499"/>
              <a:gd name="csX7" fmla="*/ 244488 w 2098309"/>
              <a:gd name="csY7" fmla="*/ 4546388 h 4565499"/>
              <a:gd name="csX8" fmla="*/ 15879 w 2098309"/>
              <a:gd name="csY8" fmla="*/ 4317779 h 4565499"/>
              <a:gd name="csX9" fmla="*/ 0 w 2098309"/>
              <a:gd name="csY9" fmla="*/ 233209 h 4565499"/>
              <a:gd name="csX10" fmla="*/ 244488 w 2098309"/>
              <a:gd name="csY10" fmla="*/ 1415 h 4565499"/>
              <a:gd name="csX0" fmla="*/ 244488 w 2098309"/>
              <a:gd name="csY0" fmla="*/ 1415 h 4565499"/>
              <a:gd name="csX1" fmla="*/ 500194 w 2098309"/>
              <a:gd name="csY1" fmla="*/ 1414 h 4565499"/>
              <a:gd name="csX2" fmla="*/ 1617793 w 2098309"/>
              <a:gd name="csY2" fmla="*/ 1415 h 4565499"/>
              <a:gd name="csX3" fmla="*/ 1869700 w 2098309"/>
              <a:gd name="csY3" fmla="*/ 1415 h 4565499"/>
              <a:gd name="csX4" fmla="*/ 2098309 w 2098309"/>
              <a:gd name="csY4" fmla="*/ 230024 h 4565499"/>
              <a:gd name="csX5" fmla="*/ 2098309 w 2098309"/>
              <a:gd name="csY5" fmla="*/ 4317779 h 4565499"/>
              <a:gd name="csX6" fmla="*/ 1863349 w 2098309"/>
              <a:gd name="csY6" fmla="*/ 4565499 h 4565499"/>
              <a:gd name="csX7" fmla="*/ 257191 w 2098309"/>
              <a:gd name="csY7" fmla="*/ 4565499 h 4565499"/>
              <a:gd name="csX8" fmla="*/ 15879 w 2098309"/>
              <a:gd name="csY8" fmla="*/ 4317779 h 4565499"/>
              <a:gd name="csX9" fmla="*/ 0 w 2098309"/>
              <a:gd name="csY9" fmla="*/ 233209 h 4565499"/>
              <a:gd name="csX10" fmla="*/ 244488 w 2098309"/>
              <a:gd name="csY10" fmla="*/ 1415 h 4565499"/>
              <a:gd name="csX0" fmla="*/ 244488 w 2098309"/>
              <a:gd name="csY0" fmla="*/ 1415 h 4565499"/>
              <a:gd name="csX1" fmla="*/ 500194 w 2098309"/>
              <a:gd name="csY1" fmla="*/ 1414 h 4565499"/>
              <a:gd name="csX2" fmla="*/ 1617793 w 2098309"/>
              <a:gd name="csY2" fmla="*/ 1415 h 4565499"/>
              <a:gd name="csX3" fmla="*/ 1869700 w 2098309"/>
              <a:gd name="csY3" fmla="*/ 1415 h 4565499"/>
              <a:gd name="csX4" fmla="*/ 2098309 w 2098309"/>
              <a:gd name="csY4" fmla="*/ 230024 h 4565499"/>
              <a:gd name="csX5" fmla="*/ 2098309 w 2098309"/>
              <a:gd name="csY5" fmla="*/ 4317779 h 4565499"/>
              <a:gd name="csX6" fmla="*/ 1863349 w 2098309"/>
              <a:gd name="csY6" fmla="*/ 4565499 h 4565499"/>
              <a:gd name="csX7" fmla="*/ 257191 w 2098309"/>
              <a:gd name="csY7" fmla="*/ 4565499 h 4565499"/>
              <a:gd name="csX8" fmla="*/ 0 w 2098309"/>
              <a:gd name="csY8" fmla="*/ 4317780 h 4565499"/>
              <a:gd name="csX9" fmla="*/ 0 w 2098309"/>
              <a:gd name="csY9" fmla="*/ 233209 h 4565499"/>
              <a:gd name="csX10" fmla="*/ 244488 w 2098309"/>
              <a:gd name="csY10" fmla="*/ 1415 h 4565499"/>
              <a:gd name="csX0" fmla="*/ 244488 w 2098309"/>
              <a:gd name="csY0" fmla="*/ 1415 h 4565558"/>
              <a:gd name="csX1" fmla="*/ 500194 w 2098309"/>
              <a:gd name="csY1" fmla="*/ 1414 h 4565558"/>
              <a:gd name="csX2" fmla="*/ 1617793 w 2098309"/>
              <a:gd name="csY2" fmla="*/ 1415 h 4565558"/>
              <a:gd name="csX3" fmla="*/ 1869700 w 2098309"/>
              <a:gd name="csY3" fmla="*/ 1415 h 4565558"/>
              <a:gd name="csX4" fmla="*/ 2098309 w 2098309"/>
              <a:gd name="csY4" fmla="*/ 230024 h 4565558"/>
              <a:gd name="csX5" fmla="*/ 2098309 w 2098309"/>
              <a:gd name="csY5" fmla="*/ 4317779 h 4565558"/>
              <a:gd name="csX6" fmla="*/ 1863349 w 2098309"/>
              <a:gd name="csY6" fmla="*/ 4565499 h 4565558"/>
              <a:gd name="csX7" fmla="*/ 257191 w 2098309"/>
              <a:gd name="csY7" fmla="*/ 4565499 h 4565558"/>
              <a:gd name="csX8" fmla="*/ 0 w 2098309"/>
              <a:gd name="csY8" fmla="*/ 4317780 h 4565558"/>
              <a:gd name="csX9" fmla="*/ 0 w 2098309"/>
              <a:gd name="csY9" fmla="*/ 233209 h 4565558"/>
              <a:gd name="csX10" fmla="*/ 244488 w 2098309"/>
              <a:gd name="csY10" fmla="*/ 1415 h 4565558"/>
              <a:gd name="csX0" fmla="*/ 244488 w 2098309"/>
              <a:gd name="csY0" fmla="*/ 1415 h 4571148"/>
              <a:gd name="csX1" fmla="*/ 500194 w 2098309"/>
              <a:gd name="csY1" fmla="*/ 1414 h 4571148"/>
              <a:gd name="csX2" fmla="*/ 1617793 w 2098309"/>
              <a:gd name="csY2" fmla="*/ 1415 h 4571148"/>
              <a:gd name="csX3" fmla="*/ 1869700 w 2098309"/>
              <a:gd name="csY3" fmla="*/ 1415 h 4571148"/>
              <a:gd name="csX4" fmla="*/ 2098309 w 2098309"/>
              <a:gd name="csY4" fmla="*/ 230024 h 4571148"/>
              <a:gd name="csX5" fmla="*/ 2098309 w 2098309"/>
              <a:gd name="csY5" fmla="*/ 4317779 h 4571148"/>
              <a:gd name="csX6" fmla="*/ 1863349 w 2098309"/>
              <a:gd name="csY6" fmla="*/ 4565499 h 4571148"/>
              <a:gd name="csX7" fmla="*/ 257191 w 2098309"/>
              <a:gd name="csY7" fmla="*/ 4571091 h 4571148"/>
              <a:gd name="csX8" fmla="*/ 0 w 2098309"/>
              <a:gd name="csY8" fmla="*/ 4317780 h 4571148"/>
              <a:gd name="csX9" fmla="*/ 0 w 2098309"/>
              <a:gd name="csY9" fmla="*/ 233209 h 4571148"/>
              <a:gd name="csX10" fmla="*/ 244488 w 2098309"/>
              <a:gd name="csY10" fmla="*/ 1415 h 4571148"/>
              <a:gd name="csX0" fmla="*/ 244488 w 2098309"/>
              <a:gd name="csY0" fmla="*/ 1415 h 4571148"/>
              <a:gd name="csX1" fmla="*/ 500194 w 2098309"/>
              <a:gd name="csY1" fmla="*/ 1414 h 4571148"/>
              <a:gd name="csX2" fmla="*/ 1617793 w 2098309"/>
              <a:gd name="csY2" fmla="*/ 1415 h 4571148"/>
              <a:gd name="csX3" fmla="*/ 1869700 w 2098309"/>
              <a:gd name="csY3" fmla="*/ 1415 h 4571148"/>
              <a:gd name="csX4" fmla="*/ 2098309 w 2098309"/>
              <a:gd name="csY4" fmla="*/ 230024 h 4571148"/>
              <a:gd name="csX5" fmla="*/ 2098309 w 2098309"/>
              <a:gd name="csY5" fmla="*/ 4317779 h 4571148"/>
              <a:gd name="csX6" fmla="*/ 1863349 w 2098309"/>
              <a:gd name="csY6" fmla="*/ 4571092 h 4571148"/>
              <a:gd name="csX7" fmla="*/ 257191 w 2098309"/>
              <a:gd name="csY7" fmla="*/ 4571091 h 4571148"/>
              <a:gd name="csX8" fmla="*/ 0 w 2098309"/>
              <a:gd name="csY8" fmla="*/ 4317780 h 4571148"/>
              <a:gd name="csX9" fmla="*/ 0 w 2098309"/>
              <a:gd name="csY9" fmla="*/ 233209 h 4571148"/>
              <a:gd name="csX10" fmla="*/ 244488 w 2098309"/>
              <a:gd name="csY10" fmla="*/ 1415 h 45711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098309" h="4571148">
                <a:moveTo>
                  <a:pt x="244488" y="1415"/>
                </a:moveTo>
                <a:lnTo>
                  <a:pt x="500194" y="1414"/>
                </a:lnTo>
                <a:lnTo>
                  <a:pt x="1617793" y="1415"/>
                </a:lnTo>
                <a:cubicBezTo>
                  <a:pt x="1701762" y="1415"/>
                  <a:pt x="1765674" y="-1770"/>
                  <a:pt x="1869700" y="1415"/>
                </a:cubicBezTo>
                <a:cubicBezTo>
                  <a:pt x="1973726" y="4600"/>
                  <a:pt x="2098309" y="110138"/>
                  <a:pt x="2098309" y="230024"/>
                </a:cubicBezTo>
                <a:lnTo>
                  <a:pt x="2098309" y="4317779"/>
                </a:lnTo>
                <a:cubicBezTo>
                  <a:pt x="2098309" y="4444036"/>
                  <a:pt x="1989606" y="4571092"/>
                  <a:pt x="1863349" y="4571092"/>
                </a:cubicBezTo>
                <a:lnTo>
                  <a:pt x="257191" y="4571091"/>
                </a:lnTo>
                <a:cubicBezTo>
                  <a:pt x="108703" y="4574276"/>
                  <a:pt x="0" y="4444037"/>
                  <a:pt x="0" y="4317780"/>
                </a:cubicBezTo>
                <a:lnTo>
                  <a:pt x="0" y="233209"/>
                </a:lnTo>
                <a:cubicBezTo>
                  <a:pt x="0" y="106952"/>
                  <a:pt x="118231" y="1415"/>
                  <a:pt x="244488" y="1415"/>
                </a:cubicBezTo>
                <a:close/>
              </a:path>
            </a:pathLst>
          </a:custGeom>
        </p:spPr>
        <p:txBody>
          <a:bodyPr wrap="square">
            <a:noAutofit/>
          </a:bodyPr>
          <a:lstStyle>
            <a:lvl1pPr marL="0" indent="0">
              <a:buNone/>
              <a:defRPr sz="1000"/>
            </a:lvl1pPr>
          </a:lstStyle>
          <a:p>
            <a:endParaRPr lang="en-US"/>
          </a:p>
        </p:txBody>
      </p:sp>
      <p:sp>
        <p:nvSpPr>
          <p:cNvPr id="16" name="Terminator 15">
            <a:extLst>
              <a:ext uri="{FF2B5EF4-FFF2-40B4-BE49-F238E27FC236}">
                <a16:creationId xmlns:a16="http://schemas.microsoft.com/office/drawing/2014/main" id="{2B22F628-DE7D-3FC4-046F-2AAB774444AF}"/>
              </a:ext>
            </a:extLst>
          </p:cNvPr>
          <p:cNvSpPr>
            <a:spLocks noChangeAspect="1"/>
          </p:cNvSpPr>
          <p:nvPr userDrawn="1"/>
        </p:nvSpPr>
        <p:spPr>
          <a:xfrm>
            <a:off x="8563675" y="1242025"/>
            <a:ext cx="586120" cy="190467"/>
          </a:xfrm>
          <a:prstGeom prst="flowChartTerminator">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 Placeholder 6">
            <a:extLst>
              <a:ext uri="{FF2B5EF4-FFF2-40B4-BE49-F238E27FC236}">
                <a16:creationId xmlns:a16="http://schemas.microsoft.com/office/drawing/2014/main" id="{2007B91C-B4FD-8816-2118-C3E48BC007E7}"/>
              </a:ext>
            </a:extLst>
          </p:cNvPr>
          <p:cNvSpPr>
            <a:spLocks noGrp="1"/>
          </p:cNvSpPr>
          <p:nvPr>
            <p:ph type="body" sz="quarter" idx="31" hasCustomPrompt="1"/>
          </p:nvPr>
        </p:nvSpPr>
        <p:spPr>
          <a:xfrm>
            <a:off x="335396" y="4523776"/>
            <a:ext cx="2791979" cy="495096"/>
          </a:xfrm>
        </p:spPr>
        <p:txBody>
          <a:bodyPr anchor="t" anchorCtr="0"/>
          <a:lstStyle>
            <a:lvl1pPr marL="0" indent="0">
              <a:lnSpc>
                <a:spcPct val="110000"/>
              </a:lnSpc>
              <a:spcAft>
                <a:spcPts val="600"/>
              </a:spcAft>
              <a:buFont typeface="Arial" panose="020B0604020202020204" pitchFamily="34" charset="0"/>
              <a:buNone/>
              <a:defRPr sz="1600"/>
            </a:lvl1pPr>
          </a:lstStyle>
          <a:p>
            <a:pPr lvl="0"/>
            <a:r>
              <a:rPr lang="en-US"/>
              <a:t>Insert text here</a:t>
            </a:r>
          </a:p>
        </p:txBody>
      </p:sp>
      <p:sp>
        <p:nvSpPr>
          <p:cNvPr id="23" name="Text Placeholder 6">
            <a:extLst>
              <a:ext uri="{FF2B5EF4-FFF2-40B4-BE49-F238E27FC236}">
                <a16:creationId xmlns:a16="http://schemas.microsoft.com/office/drawing/2014/main" id="{8C74D6CD-10C5-CD1F-4D73-7AFDB5E69043}"/>
              </a:ext>
            </a:extLst>
          </p:cNvPr>
          <p:cNvSpPr>
            <a:spLocks noGrp="1"/>
          </p:cNvSpPr>
          <p:nvPr>
            <p:ph type="body" sz="quarter" idx="32" hasCustomPrompt="1"/>
          </p:nvPr>
        </p:nvSpPr>
        <p:spPr>
          <a:xfrm>
            <a:off x="3265409" y="4523776"/>
            <a:ext cx="2760741" cy="495096"/>
          </a:xfrm>
        </p:spPr>
        <p:txBody>
          <a:bodyPr anchor="t" anchorCtr="0"/>
          <a:lstStyle>
            <a:lvl1pPr marL="0" indent="0">
              <a:lnSpc>
                <a:spcPct val="110000"/>
              </a:lnSpc>
              <a:spcAft>
                <a:spcPts val="600"/>
              </a:spcAft>
              <a:buFont typeface="Arial" panose="020B0604020202020204" pitchFamily="34" charset="0"/>
              <a:buNone/>
              <a:defRPr sz="1600"/>
            </a:lvl1pPr>
          </a:lstStyle>
          <a:p>
            <a:pPr lvl="0"/>
            <a:r>
              <a:rPr lang="en-US"/>
              <a:t>Insert text here</a:t>
            </a:r>
          </a:p>
        </p:txBody>
      </p:sp>
      <p:sp>
        <p:nvSpPr>
          <p:cNvPr id="25" name="Text Placeholder 5">
            <a:extLst>
              <a:ext uri="{FF2B5EF4-FFF2-40B4-BE49-F238E27FC236}">
                <a16:creationId xmlns:a16="http://schemas.microsoft.com/office/drawing/2014/main" id="{39436F5B-CA0C-59AB-CE9C-E704DF2DD6D2}"/>
              </a:ext>
            </a:extLst>
          </p:cNvPr>
          <p:cNvSpPr>
            <a:spLocks noGrp="1"/>
          </p:cNvSpPr>
          <p:nvPr>
            <p:ph type="body" sz="quarter" idx="26" hasCustomPrompt="1"/>
          </p:nvPr>
        </p:nvSpPr>
        <p:spPr>
          <a:xfrm>
            <a:off x="334963" y="2511053"/>
            <a:ext cx="495105" cy="495105"/>
          </a:xfrm>
          <a:prstGeom prst="ellipse">
            <a:avLst/>
          </a:prstGeom>
          <a:solidFill>
            <a:srgbClr val="3D441E"/>
          </a:solidFill>
        </p:spPr>
        <p:txBody>
          <a:bodyPr lIns="90000" anchor="ctr" anchorCtr="0"/>
          <a:lstStyle>
            <a:lvl1pPr algn="ctr">
              <a:lnSpc>
                <a:spcPct val="100000"/>
              </a:lnSpc>
              <a:defRPr sz="2800" b="0" i="0">
                <a:solidFill>
                  <a:schemeClr val="bg1"/>
                </a:solidFill>
                <a:latin typeface="Saol Display Light" pitchFamily="2" charset="77"/>
              </a:defRPr>
            </a:lvl1pPr>
          </a:lstStyle>
          <a:p>
            <a:pPr lvl="0"/>
            <a:r>
              <a:rPr lang="en-US"/>
              <a:t>1</a:t>
            </a:r>
            <a:endParaRPr lang="en-GB"/>
          </a:p>
        </p:txBody>
      </p:sp>
      <p:sp>
        <p:nvSpPr>
          <p:cNvPr id="26" name="Text Placeholder 5">
            <a:extLst>
              <a:ext uri="{FF2B5EF4-FFF2-40B4-BE49-F238E27FC236}">
                <a16:creationId xmlns:a16="http://schemas.microsoft.com/office/drawing/2014/main" id="{83916D3B-7E46-A42B-7CC8-69DC3FAF8803}"/>
              </a:ext>
            </a:extLst>
          </p:cNvPr>
          <p:cNvSpPr>
            <a:spLocks noGrp="1"/>
          </p:cNvSpPr>
          <p:nvPr>
            <p:ph type="body" sz="quarter" idx="33" hasCustomPrompt="1"/>
          </p:nvPr>
        </p:nvSpPr>
        <p:spPr>
          <a:xfrm>
            <a:off x="3261043" y="2511053"/>
            <a:ext cx="495105" cy="495105"/>
          </a:xfrm>
          <a:prstGeom prst="ellipse">
            <a:avLst/>
          </a:prstGeom>
          <a:solidFill>
            <a:srgbClr val="3D441E"/>
          </a:solidFill>
        </p:spPr>
        <p:txBody>
          <a:bodyPr lIns="90000" anchor="ctr" anchorCtr="0"/>
          <a:lstStyle>
            <a:lvl1pPr algn="ctr">
              <a:lnSpc>
                <a:spcPct val="100000"/>
              </a:lnSpc>
              <a:defRPr sz="2800" b="0" i="0">
                <a:solidFill>
                  <a:schemeClr val="bg1"/>
                </a:solidFill>
                <a:latin typeface="Saol Display Light" pitchFamily="2" charset="77"/>
              </a:defRPr>
            </a:lvl1pPr>
          </a:lstStyle>
          <a:p>
            <a:pPr lvl="0"/>
            <a:r>
              <a:rPr lang="en-US"/>
              <a:t>2</a:t>
            </a:r>
            <a:endParaRPr lang="en-GB"/>
          </a:p>
        </p:txBody>
      </p:sp>
      <p:sp>
        <p:nvSpPr>
          <p:cNvPr id="27" name="Text Placeholder 5">
            <a:extLst>
              <a:ext uri="{FF2B5EF4-FFF2-40B4-BE49-F238E27FC236}">
                <a16:creationId xmlns:a16="http://schemas.microsoft.com/office/drawing/2014/main" id="{34F07745-C45D-4E2B-2EFD-2B9152453EE5}"/>
              </a:ext>
            </a:extLst>
          </p:cNvPr>
          <p:cNvSpPr>
            <a:spLocks noGrp="1"/>
          </p:cNvSpPr>
          <p:nvPr>
            <p:ph type="body" sz="quarter" idx="34" hasCustomPrompt="1"/>
          </p:nvPr>
        </p:nvSpPr>
        <p:spPr>
          <a:xfrm>
            <a:off x="334963" y="3879205"/>
            <a:ext cx="495105" cy="495105"/>
          </a:xfrm>
          <a:prstGeom prst="ellipse">
            <a:avLst/>
          </a:prstGeom>
          <a:solidFill>
            <a:srgbClr val="3D441E"/>
          </a:solidFill>
        </p:spPr>
        <p:txBody>
          <a:bodyPr lIns="90000" anchor="ctr" anchorCtr="0"/>
          <a:lstStyle>
            <a:lvl1pPr algn="ctr">
              <a:lnSpc>
                <a:spcPct val="100000"/>
              </a:lnSpc>
              <a:defRPr sz="2800" b="0" i="0">
                <a:solidFill>
                  <a:schemeClr val="bg1"/>
                </a:solidFill>
                <a:latin typeface="Saol Display Light" pitchFamily="2" charset="77"/>
              </a:defRPr>
            </a:lvl1pPr>
          </a:lstStyle>
          <a:p>
            <a:pPr lvl="0"/>
            <a:r>
              <a:rPr lang="en-US"/>
              <a:t>3</a:t>
            </a:r>
            <a:endParaRPr lang="en-GB"/>
          </a:p>
        </p:txBody>
      </p:sp>
      <p:sp>
        <p:nvSpPr>
          <p:cNvPr id="28" name="Text Placeholder 5">
            <a:extLst>
              <a:ext uri="{FF2B5EF4-FFF2-40B4-BE49-F238E27FC236}">
                <a16:creationId xmlns:a16="http://schemas.microsoft.com/office/drawing/2014/main" id="{FC6C5EEA-817E-E687-57B9-514D22A8ECA7}"/>
              </a:ext>
            </a:extLst>
          </p:cNvPr>
          <p:cNvSpPr>
            <a:spLocks noGrp="1"/>
          </p:cNvSpPr>
          <p:nvPr>
            <p:ph type="body" sz="quarter" idx="35" hasCustomPrompt="1"/>
          </p:nvPr>
        </p:nvSpPr>
        <p:spPr>
          <a:xfrm>
            <a:off x="3261043" y="3879205"/>
            <a:ext cx="495105" cy="495105"/>
          </a:xfrm>
          <a:prstGeom prst="ellipse">
            <a:avLst/>
          </a:prstGeom>
          <a:solidFill>
            <a:srgbClr val="3D441E"/>
          </a:solidFill>
        </p:spPr>
        <p:txBody>
          <a:bodyPr lIns="90000" anchor="ctr" anchorCtr="0"/>
          <a:lstStyle>
            <a:lvl1pPr algn="ctr">
              <a:lnSpc>
                <a:spcPct val="100000"/>
              </a:lnSpc>
              <a:defRPr sz="2800" b="0" i="0">
                <a:solidFill>
                  <a:schemeClr val="bg1"/>
                </a:solidFill>
                <a:latin typeface="Saol Display Light" pitchFamily="2" charset="77"/>
              </a:defRPr>
            </a:lvl1pPr>
          </a:lstStyle>
          <a:p>
            <a:pPr lvl="0"/>
            <a:r>
              <a:rPr lang="en-US"/>
              <a:t>4</a:t>
            </a:r>
            <a:endParaRPr lang="en-GB"/>
          </a:p>
        </p:txBody>
      </p:sp>
      <p:sp>
        <p:nvSpPr>
          <p:cNvPr id="29" name="Text Placeholder 6">
            <a:extLst>
              <a:ext uri="{FF2B5EF4-FFF2-40B4-BE49-F238E27FC236}">
                <a16:creationId xmlns:a16="http://schemas.microsoft.com/office/drawing/2014/main" id="{CD01991C-BA5C-AB93-9B35-91E15B5C75CC}"/>
              </a:ext>
            </a:extLst>
          </p:cNvPr>
          <p:cNvSpPr>
            <a:spLocks noGrp="1"/>
          </p:cNvSpPr>
          <p:nvPr>
            <p:ph type="body" sz="quarter" idx="36" hasCustomPrompt="1"/>
          </p:nvPr>
        </p:nvSpPr>
        <p:spPr>
          <a:xfrm>
            <a:off x="335396" y="5886232"/>
            <a:ext cx="2791979" cy="495096"/>
          </a:xfrm>
        </p:spPr>
        <p:txBody>
          <a:bodyPr anchor="t" anchorCtr="0"/>
          <a:lstStyle>
            <a:lvl1pPr marL="0" indent="0">
              <a:lnSpc>
                <a:spcPct val="110000"/>
              </a:lnSpc>
              <a:spcAft>
                <a:spcPts val="600"/>
              </a:spcAft>
              <a:buFont typeface="Arial" panose="020B0604020202020204" pitchFamily="34" charset="0"/>
              <a:buNone/>
              <a:defRPr sz="1600"/>
            </a:lvl1pPr>
          </a:lstStyle>
          <a:p>
            <a:pPr lvl="0"/>
            <a:r>
              <a:rPr lang="en-US"/>
              <a:t>Insert text here</a:t>
            </a:r>
          </a:p>
        </p:txBody>
      </p:sp>
      <p:sp>
        <p:nvSpPr>
          <p:cNvPr id="30" name="Text Placeholder 6">
            <a:extLst>
              <a:ext uri="{FF2B5EF4-FFF2-40B4-BE49-F238E27FC236}">
                <a16:creationId xmlns:a16="http://schemas.microsoft.com/office/drawing/2014/main" id="{11AA6C56-6695-F2FB-9A09-6916F9963429}"/>
              </a:ext>
            </a:extLst>
          </p:cNvPr>
          <p:cNvSpPr>
            <a:spLocks noGrp="1"/>
          </p:cNvSpPr>
          <p:nvPr>
            <p:ph type="body" sz="quarter" idx="37" hasCustomPrompt="1"/>
          </p:nvPr>
        </p:nvSpPr>
        <p:spPr>
          <a:xfrm>
            <a:off x="3265409" y="5886232"/>
            <a:ext cx="2760741" cy="495096"/>
          </a:xfrm>
        </p:spPr>
        <p:txBody>
          <a:bodyPr anchor="t" anchorCtr="0"/>
          <a:lstStyle>
            <a:lvl1pPr marL="0" indent="0">
              <a:lnSpc>
                <a:spcPct val="110000"/>
              </a:lnSpc>
              <a:spcAft>
                <a:spcPts val="600"/>
              </a:spcAft>
              <a:buFont typeface="Arial" panose="020B0604020202020204" pitchFamily="34" charset="0"/>
              <a:buNone/>
              <a:defRPr sz="1600"/>
            </a:lvl1pPr>
          </a:lstStyle>
          <a:p>
            <a:pPr lvl="0"/>
            <a:r>
              <a:rPr lang="en-US"/>
              <a:t>Insert text here</a:t>
            </a:r>
          </a:p>
        </p:txBody>
      </p:sp>
      <p:sp>
        <p:nvSpPr>
          <p:cNvPr id="31" name="Text Placeholder 5">
            <a:extLst>
              <a:ext uri="{FF2B5EF4-FFF2-40B4-BE49-F238E27FC236}">
                <a16:creationId xmlns:a16="http://schemas.microsoft.com/office/drawing/2014/main" id="{14A7ACBA-EB15-AEF9-2574-AA9412040392}"/>
              </a:ext>
            </a:extLst>
          </p:cNvPr>
          <p:cNvSpPr>
            <a:spLocks noGrp="1"/>
          </p:cNvSpPr>
          <p:nvPr>
            <p:ph type="body" sz="quarter" idx="38" hasCustomPrompt="1"/>
          </p:nvPr>
        </p:nvSpPr>
        <p:spPr>
          <a:xfrm>
            <a:off x="334963" y="5241661"/>
            <a:ext cx="495105" cy="495105"/>
          </a:xfrm>
          <a:prstGeom prst="ellipse">
            <a:avLst/>
          </a:prstGeom>
          <a:solidFill>
            <a:srgbClr val="3D441E"/>
          </a:solidFill>
        </p:spPr>
        <p:txBody>
          <a:bodyPr lIns="90000" anchor="ctr" anchorCtr="0"/>
          <a:lstStyle>
            <a:lvl1pPr algn="ctr">
              <a:lnSpc>
                <a:spcPct val="100000"/>
              </a:lnSpc>
              <a:defRPr sz="2800" b="0" i="0">
                <a:solidFill>
                  <a:schemeClr val="bg1"/>
                </a:solidFill>
                <a:latin typeface="Saol Display Light" pitchFamily="2" charset="77"/>
              </a:defRPr>
            </a:lvl1pPr>
          </a:lstStyle>
          <a:p>
            <a:pPr lvl="0"/>
            <a:r>
              <a:rPr lang="en-US"/>
              <a:t>5</a:t>
            </a:r>
            <a:endParaRPr lang="en-GB"/>
          </a:p>
        </p:txBody>
      </p:sp>
      <p:sp>
        <p:nvSpPr>
          <p:cNvPr id="32" name="Text Placeholder 5">
            <a:extLst>
              <a:ext uri="{FF2B5EF4-FFF2-40B4-BE49-F238E27FC236}">
                <a16:creationId xmlns:a16="http://schemas.microsoft.com/office/drawing/2014/main" id="{BA09C9BC-9F0C-53F7-03B8-7CCAFD4607E3}"/>
              </a:ext>
            </a:extLst>
          </p:cNvPr>
          <p:cNvSpPr>
            <a:spLocks noGrp="1"/>
          </p:cNvSpPr>
          <p:nvPr>
            <p:ph type="body" sz="quarter" idx="39" hasCustomPrompt="1"/>
          </p:nvPr>
        </p:nvSpPr>
        <p:spPr>
          <a:xfrm>
            <a:off x="3261043" y="5241661"/>
            <a:ext cx="495105" cy="495105"/>
          </a:xfrm>
          <a:prstGeom prst="ellipse">
            <a:avLst/>
          </a:prstGeom>
          <a:solidFill>
            <a:srgbClr val="3D441E"/>
          </a:solidFill>
        </p:spPr>
        <p:txBody>
          <a:bodyPr lIns="90000" anchor="ctr" anchorCtr="0"/>
          <a:lstStyle>
            <a:lvl1pPr algn="ctr">
              <a:lnSpc>
                <a:spcPct val="100000"/>
              </a:lnSpc>
              <a:defRPr sz="2800" b="0" i="0">
                <a:solidFill>
                  <a:schemeClr val="bg1"/>
                </a:solidFill>
                <a:latin typeface="Saol Display Light" pitchFamily="2" charset="77"/>
              </a:defRPr>
            </a:lvl1pPr>
          </a:lstStyle>
          <a:p>
            <a:pPr lvl="0"/>
            <a:r>
              <a:rPr lang="en-US"/>
              <a:t>6</a:t>
            </a:r>
            <a:endParaRPr lang="en-GB"/>
          </a:p>
        </p:txBody>
      </p:sp>
      <p:sp>
        <p:nvSpPr>
          <p:cNvPr id="8" name="Text Placeholder 8">
            <a:extLst>
              <a:ext uri="{FF2B5EF4-FFF2-40B4-BE49-F238E27FC236}">
                <a16:creationId xmlns:a16="http://schemas.microsoft.com/office/drawing/2014/main" id="{C30BD436-3F11-72B5-47C0-3DD5CD30E1BD}"/>
              </a:ext>
            </a:extLst>
          </p:cNvPr>
          <p:cNvSpPr>
            <a:spLocks noGrp="1"/>
          </p:cNvSpPr>
          <p:nvPr>
            <p:ph type="body" sz="quarter" idx="24" hasCustomPrompt="1"/>
          </p:nvPr>
        </p:nvSpPr>
        <p:spPr>
          <a:xfrm>
            <a:off x="348300" y="242888"/>
            <a:ext cx="4206240" cy="182284"/>
          </a:xfrm>
        </p:spPr>
        <p:txBody>
          <a:bodyPr tIns="0" bIns="0"/>
          <a:lstStyle>
            <a:lvl1pPr>
              <a:lnSpc>
                <a:spcPct val="100000"/>
              </a:lnSpc>
              <a:defRPr sz="700" spc="50" baseline="0">
                <a:solidFill>
                  <a:schemeClr val="tx2"/>
                </a:solidFill>
                <a:latin typeface="+mn-lt"/>
              </a:defRPr>
            </a:lvl1pPr>
          </a:lstStyle>
          <a:p>
            <a:pPr lvl="0"/>
            <a:r>
              <a:rPr lang="en-US"/>
              <a:t>SECTION TITLE HERE</a:t>
            </a:r>
          </a:p>
        </p:txBody>
      </p:sp>
    </p:spTree>
    <p:extLst>
      <p:ext uri="{BB962C8B-B14F-4D97-AF65-F5344CB8AC3E}">
        <p14:creationId xmlns:p14="http://schemas.microsoft.com/office/powerpoint/2010/main" val="2133937804"/>
      </p:ext>
    </p:extLst>
  </p:cSld>
  <p:clrMapOvr>
    <a:masterClrMapping/>
  </p:clrMapOvr>
  <p:extLst>
    <p:ext uri="{DCECCB84-F9BA-43D5-87BE-67443E8EF086}">
      <p15:sldGuideLst xmlns:p15="http://schemas.microsoft.com/office/powerpoint/2012/main">
        <p15:guide id="1" orient="horz" pos="391">
          <p15:clr>
            <a:srgbClr val="FBAE40"/>
          </p15:clr>
        </p15:guide>
        <p15:guide id="2" orient="horz" pos="4020">
          <p15:clr>
            <a:srgbClr val="FBAE40"/>
          </p15:clr>
        </p15:guide>
        <p15:guide id="3" orient="horz" pos="2160">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6 - Desktop">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E9EC58A-440D-FF0C-31CD-0227867D889E}"/>
              </a:ext>
            </a:extLst>
          </p:cNvPr>
          <p:cNvSpPr/>
          <p:nvPr userDrawn="1"/>
        </p:nvSpPr>
        <p:spPr>
          <a:xfrm>
            <a:off x="6164263" y="620713"/>
            <a:ext cx="5260329" cy="5761037"/>
          </a:xfrm>
          <a:prstGeom prst="rect">
            <a:avLst/>
          </a:prstGeom>
          <a:solidFill>
            <a:srgbClr val="CBC4B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CDDC2F1F-FD40-42E3-123C-BCA95A066345}"/>
              </a:ext>
            </a:extLst>
          </p:cNvPr>
          <p:cNvSpPr>
            <a:spLocks noGrp="1"/>
          </p:cNvSpPr>
          <p:nvPr>
            <p:ph type="sldNum" sz="quarter" idx="12"/>
          </p:nvPr>
        </p:nvSpPr>
        <p:spPr>
          <a:xfrm>
            <a:off x="11567021" y="6541368"/>
            <a:ext cx="258267" cy="176064"/>
          </a:xfrm>
        </p:spPr>
        <p:txBody>
          <a:bodyPr lIns="0" tIns="0" rIns="0" bIns="0" anchor="ctr" anchorCtr="0"/>
          <a:lstStyle>
            <a:lvl1pPr algn="r">
              <a:defRPr sz="700">
                <a:solidFill>
                  <a:srgbClr val="3D441E"/>
                </a:solidFill>
                <a:latin typeface="Arial" panose="020B0604020202020204" pitchFamily="34" charset="0"/>
                <a:ea typeface="Helvetica Neue" panose="02000503000000020004" pitchFamily="2" charset="0"/>
                <a:cs typeface="Arial" panose="020B0604020202020204" pitchFamily="34" charset="0"/>
              </a:defRPr>
            </a:lvl1pPr>
          </a:lstStyle>
          <a:p>
            <a:pPr algn="r"/>
            <a:fld id="{BD07F6D5-C405-3747-904C-8A4483F83D09}" type="slidenum">
              <a:rPr lang="en-US" smtClean="0"/>
              <a:pPr algn="r"/>
              <a:t>‹#›</a:t>
            </a:fld>
            <a:endParaRPr lang="en-US"/>
          </a:p>
        </p:txBody>
      </p:sp>
      <p:cxnSp>
        <p:nvCxnSpPr>
          <p:cNvPr id="10" name="Straight Connector 9">
            <a:extLst>
              <a:ext uri="{FF2B5EF4-FFF2-40B4-BE49-F238E27FC236}">
                <a16:creationId xmlns:a16="http://schemas.microsoft.com/office/drawing/2014/main" id="{1F12D094-7AEE-C14A-E381-E4EC56E95484}"/>
              </a:ext>
            </a:extLst>
          </p:cNvPr>
          <p:cNvCxnSpPr>
            <a:cxnSpLocks/>
          </p:cNvCxnSpPr>
          <p:nvPr userDrawn="1"/>
        </p:nvCxnSpPr>
        <p:spPr>
          <a:xfrm>
            <a:off x="335360" y="6629400"/>
            <a:ext cx="11220030"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2DBA8181-DC70-E296-CC4C-B7DE82BCF43C}"/>
              </a:ext>
            </a:extLst>
          </p:cNvPr>
          <p:cNvSpPr>
            <a:spLocks noGrp="1"/>
          </p:cNvSpPr>
          <p:nvPr>
            <p:ph type="title" hasCustomPrompt="1"/>
          </p:nvPr>
        </p:nvSpPr>
        <p:spPr>
          <a:xfrm>
            <a:off x="335360" y="548681"/>
            <a:ext cx="4203307" cy="1296144"/>
          </a:xfrm>
        </p:spPr>
        <p:txBody>
          <a:bodyPr>
            <a:noAutofit/>
          </a:bodyPr>
          <a:lstStyle>
            <a:lvl1pPr>
              <a:lnSpc>
                <a:spcPct val="80000"/>
              </a:lnSpc>
              <a:defRPr>
                <a:solidFill>
                  <a:srgbClr val="3D441E"/>
                </a:solidFill>
              </a:defRPr>
            </a:lvl1pPr>
          </a:lstStyle>
          <a:p>
            <a:r>
              <a:rPr lang="en-US"/>
              <a:t>Insert Title Here</a:t>
            </a:r>
          </a:p>
        </p:txBody>
      </p:sp>
      <p:sp>
        <p:nvSpPr>
          <p:cNvPr id="7" name="Text Placeholder 6">
            <a:extLst>
              <a:ext uri="{FF2B5EF4-FFF2-40B4-BE49-F238E27FC236}">
                <a16:creationId xmlns:a16="http://schemas.microsoft.com/office/drawing/2014/main" id="{A7897ADF-6287-3772-480C-2821CC6E5C0E}"/>
              </a:ext>
            </a:extLst>
          </p:cNvPr>
          <p:cNvSpPr>
            <a:spLocks noGrp="1"/>
          </p:cNvSpPr>
          <p:nvPr>
            <p:ph type="body" sz="quarter" idx="22" hasCustomPrompt="1"/>
          </p:nvPr>
        </p:nvSpPr>
        <p:spPr>
          <a:xfrm>
            <a:off x="335396" y="3155624"/>
            <a:ext cx="2791979" cy="435549"/>
          </a:xfrm>
        </p:spPr>
        <p:txBody>
          <a:bodyPr anchor="t" anchorCtr="0"/>
          <a:lstStyle>
            <a:lvl1pPr marL="0" indent="0">
              <a:lnSpc>
                <a:spcPct val="110000"/>
              </a:lnSpc>
              <a:spcAft>
                <a:spcPts val="600"/>
              </a:spcAft>
              <a:buFont typeface="Arial" panose="020B0604020202020204" pitchFamily="34" charset="0"/>
              <a:buNone/>
              <a:defRPr sz="1600"/>
            </a:lvl1pPr>
          </a:lstStyle>
          <a:p>
            <a:pPr lvl="0"/>
            <a:r>
              <a:rPr lang="en-US"/>
              <a:t>Insert text here</a:t>
            </a:r>
          </a:p>
        </p:txBody>
      </p:sp>
      <p:pic>
        <p:nvPicPr>
          <p:cNvPr id="3" name="Picture 2" descr="A black tree with leaves&#10;&#10;Description automatically generated">
            <a:extLst>
              <a:ext uri="{FF2B5EF4-FFF2-40B4-BE49-F238E27FC236}">
                <a16:creationId xmlns:a16="http://schemas.microsoft.com/office/drawing/2014/main" id="{8EAE1181-A78C-9CC8-5EB5-AF2A50AD0E4E}"/>
              </a:ext>
            </a:extLst>
          </p:cNvPr>
          <p:cNvPicPr>
            <a:picLocks noChangeAspect="1"/>
          </p:cNvPicPr>
          <p:nvPr userDrawn="1"/>
        </p:nvPicPr>
        <p:blipFill>
          <a:blip r:embed="rId2"/>
          <a:stretch>
            <a:fillRect/>
          </a:stretch>
        </p:blipFill>
        <p:spPr>
          <a:xfrm>
            <a:off x="11440401" y="188640"/>
            <a:ext cx="488247" cy="495124"/>
          </a:xfrm>
          <a:prstGeom prst="rect">
            <a:avLst/>
          </a:prstGeom>
        </p:spPr>
      </p:pic>
      <p:cxnSp>
        <p:nvCxnSpPr>
          <p:cNvPr id="4" name="Straight Connector 3">
            <a:extLst>
              <a:ext uri="{FF2B5EF4-FFF2-40B4-BE49-F238E27FC236}">
                <a16:creationId xmlns:a16="http://schemas.microsoft.com/office/drawing/2014/main" id="{96434894-C4B7-8C5F-7A69-EAE3E8185F04}"/>
              </a:ext>
            </a:extLst>
          </p:cNvPr>
          <p:cNvCxnSpPr>
            <a:cxnSpLocks/>
          </p:cNvCxnSpPr>
          <p:nvPr userDrawn="1"/>
        </p:nvCxnSpPr>
        <p:spPr>
          <a:xfrm>
            <a:off x="335360" y="444624"/>
            <a:ext cx="11105041"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5" name="Text Placeholder 6">
            <a:extLst>
              <a:ext uri="{FF2B5EF4-FFF2-40B4-BE49-F238E27FC236}">
                <a16:creationId xmlns:a16="http://schemas.microsoft.com/office/drawing/2014/main" id="{686C1766-699B-3F3B-7524-43F9B495E36A}"/>
              </a:ext>
            </a:extLst>
          </p:cNvPr>
          <p:cNvSpPr>
            <a:spLocks noGrp="1"/>
          </p:cNvSpPr>
          <p:nvPr>
            <p:ph type="body" sz="quarter" idx="23" hasCustomPrompt="1"/>
          </p:nvPr>
        </p:nvSpPr>
        <p:spPr>
          <a:xfrm>
            <a:off x="3265409" y="3155624"/>
            <a:ext cx="2760741" cy="435549"/>
          </a:xfrm>
        </p:spPr>
        <p:txBody>
          <a:bodyPr anchor="t" anchorCtr="0"/>
          <a:lstStyle>
            <a:lvl1pPr marL="0" indent="0">
              <a:lnSpc>
                <a:spcPct val="110000"/>
              </a:lnSpc>
              <a:spcAft>
                <a:spcPts val="600"/>
              </a:spcAft>
              <a:buFont typeface="Arial" panose="020B0604020202020204" pitchFamily="34" charset="0"/>
              <a:buNone/>
              <a:defRPr sz="1600"/>
            </a:lvl1pPr>
          </a:lstStyle>
          <a:p>
            <a:pPr lvl="0"/>
            <a:r>
              <a:rPr lang="en-US"/>
              <a:t>Insert text here</a:t>
            </a:r>
          </a:p>
        </p:txBody>
      </p:sp>
      <p:sp>
        <p:nvSpPr>
          <p:cNvPr id="17" name="Text Placeholder 6">
            <a:extLst>
              <a:ext uri="{FF2B5EF4-FFF2-40B4-BE49-F238E27FC236}">
                <a16:creationId xmlns:a16="http://schemas.microsoft.com/office/drawing/2014/main" id="{2007B91C-B4FD-8816-2118-C3E48BC007E7}"/>
              </a:ext>
            </a:extLst>
          </p:cNvPr>
          <p:cNvSpPr>
            <a:spLocks noGrp="1"/>
          </p:cNvSpPr>
          <p:nvPr>
            <p:ph type="body" sz="quarter" idx="31" hasCustomPrompt="1"/>
          </p:nvPr>
        </p:nvSpPr>
        <p:spPr>
          <a:xfrm>
            <a:off x="335396" y="4523776"/>
            <a:ext cx="2791979" cy="495096"/>
          </a:xfrm>
        </p:spPr>
        <p:txBody>
          <a:bodyPr anchor="t" anchorCtr="0"/>
          <a:lstStyle>
            <a:lvl1pPr marL="0" indent="0">
              <a:lnSpc>
                <a:spcPct val="110000"/>
              </a:lnSpc>
              <a:spcAft>
                <a:spcPts val="600"/>
              </a:spcAft>
              <a:buFont typeface="Arial" panose="020B0604020202020204" pitchFamily="34" charset="0"/>
              <a:buNone/>
              <a:defRPr sz="1600"/>
            </a:lvl1pPr>
          </a:lstStyle>
          <a:p>
            <a:pPr lvl="0"/>
            <a:r>
              <a:rPr lang="en-US"/>
              <a:t>Insert text here</a:t>
            </a:r>
          </a:p>
        </p:txBody>
      </p:sp>
      <p:sp>
        <p:nvSpPr>
          <p:cNvPr id="23" name="Text Placeholder 6">
            <a:extLst>
              <a:ext uri="{FF2B5EF4-FFF2-40B4-BE49-F238E27FC236}">
                <a16:creationId xmlns:a16="http://schemas.microsoft.com/office/drawing/2014/main" id="{8C74D6CD-10C5-CD1F-4D73-7AFDB5E69043}"/>
              </a:ext>
            </a:extLst>
          </p:cNvPr>
          <p:cNvSpPr>
            <a:spLocks noGrp="1"/>
          </p:cNvSpPr>
          <p:nvPr>
            <p:ph type="body" sz="quarter" idx="32" hasCustomPrompt="1"/>
          </p:nvPr>
        </p:nvSpPr>
        <p:spPr>
          <a:xfrm>
            <a:off x="3265409" y="4523776"/>
            <a:ext cx="2760741" cy="495096"/>
          </a:xfrm>
        </p:spPr>
        <p:txBody>
          <a:bodyPr anchor="t" anchorCtr="0"/>
          <a:lstStyle>
            <a:lvl1pPr marL="0" indent="0">
              <a:lnSpc>
                <a:spcPct val="110000"/>
              </a:lnSpc>
              <a:spcAft>
                <a:spcPts val="600"/>
              </a:spcAft>
              <a:buFont typeface="Arial" panose="020B0604020202020204" pitchFamily="34" charset="0"/>
              <a:buNone/>
              <a:defRPr sz="1600"/>
            </a:lvl1pPr>
          </a:lstStyle>
          <a:p>
            <a:pPr lvl="0"/>
            <a:r>
              <a:rPr lang="en-US"/>
              <a:t>Insert text here</a:t>
            </a:r>
          </a:p>
        </p:txBody>
      </p:sp>
      <p:sp>
        <p:nvSpPr>
          <p:cNvPr id="25" name="Text Placeholder 5">
            <a:extLst>
              <a:ext uri="{FF2B5EF4-FFF2-40B4-BE49-F238E27FC236}">
                <a16:creationId xmlns:a16="http://schemas.microsoft.com/office/drawing/2014/main" id="{39436F5B-CA0C-59AB-CE9C-E704DF2DD6D2}"/>
              </a:ext>
            </a:extLst>
          </p:cNvPr>
          <p:cNvSpPr>
            <a:spLocks noGrp="1"/>
          </p:cNvSpPr>
          <p:nvPr>
            <p:ph type="body" sz="quarter" idx="26" hasCustomPrompt="1"/>
          </p:nvPr>
        </p:nvSpPr>
        <p:spPr>
          <a:xfrm>
            <a:off x="334963" y="2511053"/>
            <a:ext cx="495105" cy="495105"/>
          </a:xfrm>
          <a:prstGeom prst="ellipse">
            <a:avLst/>
          </a:prstGeom>
          <a:solidFill>
            <a:srgbClr val="3D441E"/>
          </a:solidFill>
        </p:spPr>
        <p:txBody>
          <a:bodyPr lIns="90000" anchor="ctr" anchorCtr="0"/>
          <a:lstStyle>
            <a:lvl1pPr algn="ctr">
              <a:lnSpc>
                <a:spcPct val="100000"/>
              </a:lnSpc>
              <a:defRPr sz="2800" b="0" i="0">
                <a:solidFill>
                  <a:schemeClr val="bg1"/>
                </a:solidFill>
                <a:latin typeface="Saol Display Light" pitchFamily="2" charset="77"/>
              </a:defRPr>
            </a:lvl1pPr>
          </a:lstStyle>
          <a:p>
            <a:pPr lvl="0"/>
            <a:r>
              <a:rPr lang="en-US"/>
              <a:t>1</a:t>
            </a:r>
            <a:endParaRPr lang="en-GB"/>
          </a:p>
        </p:txBody>
      </p:sp>
      <p:sp>
        <p:nvSpPr>
          <p:cNvPr id="26" name="Text Placeholder 5">
            <a:extLst>
              <a:ext uri="{FF2B5EF4-FFF2-40B4-BE49-F238E27FC236}">
                <a16:creationId xmlns:a16="http://schemas.microsoft.com/office/drawing/2014/main" id="{83916D3B-7E46-A42B-7CC8-69DC3FAF8803}"/>
              </a:ext>
            </a:extLst>
          </p:cNvPr>
          <p:cNvSpPr>
            <a:spLocks noGrp="1"/>
          </p:cNvSpPr>
          <p:nvPr>
            <p:ph type="body" sz="quarter" idx="33" hasCustomPrompt="1"/>
          </p:nvPr>
        </p:nvSpPr>
        <p:spPr>
          <a:xfrm>
            <a:off x="3261043" y="2511053"/>
            <a:ext cx="495105" cy="495105"/>
          </a:xfrm>
          <a:prstGeom prst="ellipse">
            <a:avLst/>
          </a:prstGeom>
          <a:solidFill>
            <a:srgbClr val="3D441E"/>
          </a:solidFill>
        </p:spPr>
        <p:txBody>
          <a:bodyPr lIns="90000" anchor="ctr" anchorCtr="0"/>
          <a:lstStyle>
            <a:lvl1pPr algn="ctr">
              <a:lnSpc>
                <a:spcPct val="100000"/>
              </a:lnSpc>
              <a:defRPr sz="2800" b="0" i="0">
                <a:solidFill>
                  <a:schemeClr val="bg1"/>
                </a:solidFill>
                <a:latin typeface="Saol Display Light" pitchFamily="2" charset="77"/>
              </a:defRPr>
            </a:lvl1pPr>
          </a:lstStyle>
          <a:p>
            <a:pPr lvl="0"/>
            <a:r>
              <a:rPr lang="en-US"/>
              <a:t>2</a:t>
            </a:r>
            <a:endParaRPr lang="en-GB"/>
          </a:p>
        </p:txBody>
      </p:sp>
      <p:sp>
        <p:nvSpPr>
          <p:cNvPr id="27" name="Text Placeholder 5">
            <a:extLst>
              <a:ext uri="{FF2B5EF4-FFF2-40B4-BE49-F238E27FC236}">
                <a16:creationId xmlns:a16="http://schemas.microsoft.com/office/drawing/2014/main" id="{34F07745-C45D-4E2B-2EFD-2B9152453EE5}"/>
              </a:ext>
            </a:extLst>
          </p:cNvPr>
          <p:cNvSpPr>
            <a:spLocks noGrp="1"/>
          </p:cNvSpPr>
          <p:nvPr>
            <p:ph type="body" sz="quarter" idx="34" hasCustomPrompt="1"/>
          </p:nvPr>
        </p:nvSpPr>
        <p:spPr>
          <a:xfrm>
            <a:off x="334963" y="3879205"/>
            <a:ext cx="495105" cy="495105"/>
          </a:xfrm>
          <a:prstGeom prst="ellipse">
            <a:avLst/>
          </a:prstGeom>
          <a:solidFill>
            <a:srgbClr val="3D441E"/>
          </a:solidFill>
        </p:spPr>
        <p:txBody>
          <a:bodyPr lIns="90000" anchor="ctr" anchorCtr="0"/>
          <a:lstStyle>
            <a:lvl1pPr algn="ctr">
              <a:lnSpc>
                <a:spcPct val="100000"/>
              </a:lnSpc>
              <a:defRPr sz="2800" b="0" i="0">
                <a:solidFill>
                  <a:schemeClr val="bg1"/>
                </a:solidFill>
                <a:latin typeface="Saol Display Light" pitchFamily="2" charset="77"/>
              </a:defRPr>
            </a:lvl1pPr>
          </a:lstStyle>
          <a:p>
            <a:pPr lvl="0"/>
            <a:r>
              <a:rPr lang="en-US"/>
              <a:t>3</a:t>
            </a:r>
            <a:endParaRPr lang="en-GB"/>
          </a:p>
        </p:txBody>
      </p:sp>
      <p:sp>
        <p:nvSpPr>
          <p:cNvPr id="28" name="Text Placeholder 5">
            <a:extLst>
              <a:ext uri="{FF2B5EF4-FFF2-40B4-BE49-F238E27FC236}">
                <a16:creationId xmlns:a16="http://schemas.microsoft.com/office/drawing/2014/main" id="{FC6C5EEA-817E-E687-57B9-514D22A8ECA7}"/>
              </a:ext>
            </a:extLst>
          </p:cNvPr>
          <p:cNvSpPr>
            <a:spLocks noGrp="1"/>
          </p:cNvSpPr>
          <p:nvPr>
            <p:ph type="body" sz="quarter" idx="35" hasCustomPrompt="1"/>
          </p:nvPr>
        </p:nvSpPr>
        <p:spPr>
          <a:xfrm>
            <a:off x="3261043" y="3879205"/>
            <a:ext cx="495105" cy="495105"/>
          </a:xfrm>
          <a:prstGeom prst="ellipse">
            <a:avLst/>
          </a:prstGeom>
          <a:solidFill>
            <a:srgbClr val="3D441E"/>
          </a:solidFill>
        </p:spPr>
        <p:txBody>
          <a:bodyPr lIns="90000" anchor="ctr" anchorCtr="0"/>
          <a:lstStyle>
            <a:lvl1pPr algn="ctr">
              <a:lnSpc>
                <a:spcPct val="100000"/>
              </a:lnSpc>
              <a:defRPr sz="2800" b="0" i="0">
                <a:solidFill>
                  <a:schemeClr val="bg1"/>
                </a:solidFill>
                <a:latin typeface="Saol Display Light" pitchFamily="2" charset="77"/>
              </a:defRPr>
            </a:lvl1pPr>
          </a:lstStyle>
          <a:p>
            <a:pPr lvl="0"/>
            <a:r>
              <a:rPr lang="en-US"/>
              <a:t>4</a:t>
            </a:r>
            <a:endParaRPr lang="en-GB"/>
          </a:p>
        </p:txBody>
      </p:sp>
      <p:sp>
        <p:nvSpPr>
          <p:cNvPr id="29" name="Text Placeholder 6">
            <a:extLst>
              <a:ext uri="{FF2B5EF4-FFF2-40B4-BE49-F238E27FC236}">
                <a16:creationId xmlns:a16="http://schemas.microsoft.com/office/drawing/2014/main" id="{CD01991C-BA5C-AB93-9B35-91E15B5C75CC}"/>
              </a:ext>
            </a:extLst>
          </p:cNvPr>
          <p:cNvSpPr>
            <a:spLocks noGrp="1"/>
          </p:cNvSpPr>
          <p:nvPr>
            <p:ph type="body" sz="quarter" idx="36" hasCustomPrompt="1"/>
          </p:nvPr>
        </p:nvSpPr>
        <p:spPr>
          <a:xfrm>
            <a:off x="335396" y="5886232"/>
            <a:ext cx="2791979" cy="495096"/>
          </a:xfrm>
        </p:spPr>
        <p:txBody>
          <a:bodyPr anchor="t" anchorCtr="0"/>
          <a:lstStyle>
            <a:lvl1pPr marL="0" indent="0">
              <a:lnSpc>
                <a:spcPct val="110000"/>
              </a:lnSpc>
              <a:spcAft>
                <a:spcPts val="600"/>
              </a:spcAft>
              <a:buFont typeface="Arial" panose="020B0604020202020204" pitchFamily="34" charset="0"/>
              <a:buNone/>
              <a:defRPr sz="1600"/>
            </a:lvl1pPr>
          </a:lstStyle>
          <a:p>
            <a:pPr lvl="0"/>
            <a:r>
              <a:rPr lang="en-US"/>
              <a:t>Insert text here</a:t>
            </a:r>
          </a:p>
        </p:txBody>
      </p:sp>
      <p:sp>
        <p:nvSpPr>
          <p:cNvPr id="30" name="Text Placeholder 6">
            <a:extLst>
              <a:ext uri="{FF2B5EF4-FFF2-40B4-BE49-F238E27FC236}">
                <a16:creationId xmlns:a16="http://schemas.microsoft.com/office/drawing/2014/main" id="{11AA6C56-6695-F2FB-9A09-6916F9963429}"/>
              </a:ext>
            </a:extLst>
          </p:cNvPr>
          <p:cNvSpPr>
            <a:spLocks noGrp="1"/>
          </p:cNvSpPr>
          <p:nvPr>
            <p:ph type="body" sz="quarter" idx="37" hasCustomPrompt="1"/>
          </p:nvPr>
        </p:nvSpPr>
        <p:spPr>
          <a:xfrm>
            <a:off x="3265409" y="5886232"/>
            <a:ext cx="2760741" cy="495096"/>
          </a:xfrm>
        </p:spPr>
        <p:txBody>
          <a:bodyPr anchor="t" anchorCtr="0"/>
          <a:lstStyle>
            <a:lvl1pPr marL="0" indent="0">
              <a:lnSpc>
                <a:spcPct val="110000"/>
              </a:lnSpc>
              <a:spcAft>
                <a:spcPts val="600"/>
              </a:spcAft>
              <a:buFont typeface="Arial" panose="020B0604020202020204" pitchFamily="34" charset="0"/>
              <a:buNone/>
              <a:defRPr sz="1600"/>
            </a:lvl1pPr>
          </a:lstStyle>
          <a:p>
            <a:pPr lvl="0"/>
            <a:r>
              <a:rPr lang="en-US"/>
              <a:t>Insert text here</a:t>
            </a:r>
          </a:p>
        </p:txBody>
      </p:sp>
      <p:sp>
        <p:nvSpPr>
          <p:cNvPr id="31" name="Text Placeholder 5">
            <a:extLst>
              <a:ext uri="{FF2B5EF4-FFF2-40B4-BE49-F238E27FC236}">
                <a16:creationId xmlns:a16="http://schemas.microsoft.com/office/drawing/2014/main" id="{14A7ACBA-EB15-AEF9-2574-AA9412040392}"/>
              </a:ext>
            </a:extLst>
          </p:cNvPr>
          <p:cNvSpPr>
            <a:spLocks noGrp="1"/>
          </p:cNvSpPr>
          <p:nvPr>
            <p:ph type="body" sz="quarter" idx="38" hasCustomPrompt="1"/>
          </p:nvPr>
        </p:nvSpPr>
        <p:spPr>
          <a:xfrm>
            <a:off x="334963" y="5241661"/>
            <a:ext cx="495105" cy="495105"/>
          </a:xfrm>
          <a:prstGeom prst="ellipse">
            <a:avLst/>
          </a:prstGeom>
          <a:solidFill>
            <a:srgbClr val="3D441E"/>
          </a:solidFill>
        </p:spPr>
        <p:txBody>
          <a:bodyPr lIns="90000" anchor="ctr" anchorCtr="0"/>
          <a:lstStyle>
            <a:lvl1pPr algn="ctr">
              <a:lnSpc>
                <a:spcPct val="100000"/>
              </a:lnSpc>
              <a:defRPr sz="2800" b="0" i="0">
                <a:solidFill>
                  <a:schemeClr val="bg1"/>
                </a:solidFill>
                <a:latin typeface="Saol Display Light" pitchFamily="2" charset="77"/>
              </a:defRPr>
            </a:lvl1pPr>
          </a:lstStyle>
          <a:p>
            <a:pPr lvl="0"/>
            <a:r>
              <a:rPr lang="en-US"/>
              <a:t>5</a:t>
            </a:r>
            <a:endParaRPr lang="en-GB"/>
          </a:p>
        </p:txBody>
      </p:sp>
      <p:sp>
        <p:nvSpPr>
          <p:cNvPr id="32" name="Text Placeholder 5">
            <a:extLst>
              <a:ext uri="{FF2B5EF4-FFF2-40B4-BE49-F238E27FC236}">
                <a16:creationId xmlns:a16="http://schemas.microsoft.com/office/drawing/2014/main" id="{BA09C9BC-9F0C-53F7-03B8-7CCAFD4607E3}"/>
              </a:ext>
            </a:extLst>
          </p:cNvPr>
          <p:cNvSpPr>
            <a:spLocks noGrp="1"/>
          </p:cNvSpPr>
          <p:nvPr>
            <p:ph type="body" sz="quarter" idx="39" hasCustomPrompt="1"/>
          </p:nvPr>
        </p:nvSpPr>
        <p:spPr>
          <a:xfrm>
            <a:off x="3261043" y="5241661"/>
            <a:ext cx="495105" cy="495105"/>
          </a:xfrm>
          <a:prstGeom prst="ellipse">
            <a:avLst/>
          </a:prstGeom>
          <a:solidFill>
            <a:srgbClr val="3D441E"/>
          </a:solidFill>
        </p:spPr>
        <p:txBody>
          <a:bodyPr lIns="90000" anchor="ctr" anchorCtr="0"/>
          <a:lstStyle>
            <a:lvl1pPr algn="ctr">
              <a:lnSpc>
                <a:spcPct val="100000"/>
              </a:lnSpc>
              <a:defRPr sz="2800" b="0" i="0">
                <a:solidFill>
                  <a:schemeClr val="bg1"/>
                </a:solidFill>
                <a:latin typeface="Saol Display Light" pitchFamily="2" charset="77"/>
              </a:defRPr>
            </a:lvl1pPr>
          </a:lstStyle>
          <a:p>
            <a:pPr lvl="0"/>
            <a:r>
              <a:rPr lang="en-US"/>
              <a:t>6</a:t>
            </a:r>
            <a:endParaRPr lang="en-GB"/>
          </a:p>
        </p:txBody>
      </p:sp>
      <p:pic>
        <p:nvPicPr>
          <p:cNvPr id="6" name="Picture 5" descr="A computer monitor with a black screen&#10;&#10;Description automatically generated">
            <a:extLst>
              <a:ext uri="{FF2B5EF4-FFF2-40B4-BE49-F238E27FC236}">
                <a16:creationId xmlns:a16="http://schemas.microsoft.com/office/drawing/2014/main" id="{7C2555FD-0680-1868-5ECF-FAAA3DB8A9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416224" y="1469162"/>
            <a:ext cx="4756407" cy="4267805"/>
          </a:xfrm>
          <a:prstGeom prst="rect">
            <a:avLst/>
          </a:prstGeom>
        </p:spPr>
      </p:pic>
      <p:sp>
        <p:nvSpPr>
          <p:cNvPr id="8" name="Picture Placeholder 11">
            <a:extLst>
              <a:ext uri="{FF2B5EF4-FFF2-40B4-BE49-F238E27FC236}">
                <a16:creationId xmlns:a16="http://schemas.microsoft.com/office/drawing/2014/main" id="{3AD66F01-C1FE-D7E5-293F-3D0C30B2A41B}"/>
              </a:ext>
            </a:extLst>
          </p:cNvPr>
          <p:cNvSpPr>
            <a:spLocks noGrp="1"/>
          </p:cNvSpPr>
          <p:nvPr>
            <p:ph type="pic" sz="quarter" idx="30"/>
          </p:nvPr>
        </p:nvSpPr>
        <p:spPr>
          <a:xfrm>
            <a:off x="6773027" y="1998000"/>
            <a:ext cx="4042800" cy="2210400"/>
          </a:xfrm>
          <a:solidFill>
            <a:schemeClr val="bg1"/>
          </a:solidFill>
        </p:spPr>
        <p:txBody>
          <a:bodyPr>
            <a:normAutofit/>
          </a:bodyPr>
          <a:lstStyle>
            <a:lvl1pPr marL="0" indent="0">
              <a:buNone/>
              <a:defRPr sz="1000"/>
            </a:lvl1pPr>
          </a:lstStyle>
          <a:p>
            <a:endParaRPr lang="en-US"/>
          </a:p>
        </p:txBody>
      </p:sp>
      <p:sp>
        <p:nvSpPr>
          <p:cNvPr id="14" name="Text Placeholder 8">
            <a:extLst>
              <a:ext uri="{FF2B5EF4-FFF2-40B4-BE49-F238E27FC236}">
                <a16:creationId xmlns:a16="http://schemas.microsoft.com/office/drawing/2014/main" id="{D2B3C61C-4A1A-1694-8EE4-8E24D5DF6836}"/>
              </a:ext>
            </a:extLst>
          </p:cNvPr>
          <p:cNvSpPr>
            <a:spLocks noGrp="1"/>
          </p:cNvSpPr>
          <p:nvPr>
            <p:ph type="body" sz="quarter" idx="24" hasCustomPrompt="1"/>
          </p:nvPr>
        </p:nvSpPr>
        <p:spPr>
          <a:xfrm>
            <a:off x="348300" y="242888"/>
            <a:ext cx="4206240" cy="182284"/>
          </a:xfrm>
        </p:spPr>
        <p:txBody>
          <a:bodyPr tIns="0" bIns="0"/>
          <a:lstStyle>
            <a:lvl1pPr>
              <a:lnSpc>
                <a:spcPct val="100000"/>
              </a:lnSpc>
              <a:defRPr sz="700" spc="50" baseline="0">
                <a:solidFill>
                  <a:schemeClr val="tx2"/>
                </a:solidFill>
                <a:latin typeface="+mn-lt"/>
              </a:defRPr>
            </a:lvl1pPr>
          </a:lstStyle>
          <a:p>
            <a:pPr lvl="0"/>
            <a:r>
              <a:rPr lang="en-US"/>
              <a:t>SECTION TITLE HERE</a:t>
            </a:r>
          </a:p>
        </p:txBody>
      </p:sp>
    </p:spTree>
    <p:extLst>
      <p:ext uri="{BB962C8B-B14F-4D97-AF65-F5344CB8AC3E}">
        <p14:creationId xmlns:p14="http://schemas.microsoft.com/office/powerpoint/2010/main" val="2182213731"/>
      </p:ext>
    </p:extLst>
  </p:cSld>
  <p:clrMapOvr>
    <a:masterClrMapping/>
  </p:clrMapOvr>
  <p:extLst>
    <p:ext uri="{DCECCB84-F9BA-43D5-87BE-67443E8EF086}">
      <p15:sldGuideLst xmlns:p15="http://schemas.microsoft.com/office/powerpoint/2012/main">
        <p15:guide id="1" orient="horz" pos="391">
          <p15:clr>
            <a:srgbClr val="FBAE40"/>
          </p15:clr>
        </p15:guide>
        <p15:guide id="2" orient="horz" pos="4020">
          <p15:clr>
            <a:srgbClr val="FBAE40"/>
          </p15:clr>
        </p15:guide>
        <p15:guide id="3" orient="horz" pos="2160">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7 - Closing / Thank You">
    <p:spTree>
      <p:nvGrpSpPr>
        <p:cNvPr id="1" name=""/>
        <p:cNvGrpSpPr/>
        <p:nvPr/>
      </p:nvGrpSpPr>
      <p:grpSpPr>
        <a:xfrm>
          <a:off x="0" y="0"/>
          <a:ext cx="0" cy="0"/>
          <a:chOff x="0" y="0"/>
          <a:chExt cx="0" cy="0"/>
        </a:xfrm>
      </p:grpSpPr>
      <p:pic>
        <p:nvPicPr>
          <p:cNvPr id="4" name="Picture 3" descr="A black tree with leaves&#10;&#10;Description automatically generated">
            <a:extLst>
              <a:ext uri="{FF2B5EF4-FFF2-40B4-BE49-F238E27FC236}">
                <a16:creationId xmlns:a16="http://schemas.microsoft.com/office/drawing/2014/main" id="{E65DAE3D-DD0F-BBC0-2763-49B3BA60C864}"/>
              </a:ext>
            </a:extLst>
          </p:cNvPr>
          <p:cNvPicPr>
            <a:picLocks noChangeAspect="1"/>
          </p:cNvPicPr>
          <p:nvPr userDrawn="1"/>
        </p:nvPicPr>
        <p:blipFill>
          <a:blip r:embed="rId2"/>
          <a:stretch>
            <a:fillRect/>
          </a:stretch>
        </p:blipFill>
        <p:spPr>
          <a:xfrm>
            <a:off x="11280576" y="2852936"/>
            <a:ext cx="710074" cy="720075"/>
          </a:xfrm>
          <a:prstGeom prst="rect">
            <a:avLst/>
          </a:prstGeom>
        </p:spPr>
      </p:pic>
      <p:cxnSp>
        <p:nvCxnSpPr>
          <p:cNvPr id="11" name="Straight Connector 10">
            <a:extLst>
              <a:ext uri="{FF2B5EF4-FFF2-40B4-BE49-F238E27FC236}">
                <a16:creationId xmlns:a16="http://schemas.microsoft.com/office/drawing/2014/main" id="{0468A196-78C4-FD03-5917-5DE2FCC0AA23}"/>
              </a:ext>
            </a:extLst>
          </p:cNvPr>
          <p:cNvCxnSpPr>
            <a:cxnSpLocks/>
          </p:cNvCxnSpPr>
          <p:nvPr userDrawn="1"/>
        </p:nvCxnSpPr>
        <p:spPr>
          <a:xfrm>
            <a:off x="335360" y="6629400"/>
            <a:ext cx="11489928"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EB7493C2-6AC3-C935-3581-BC00F9A2CDBA}"/>
              </a:ext>
            </a:extLst>
          </p:cNvPr>
          <p:cNvSpPr>
            <a:spLocks noGrp="1"/>
          </p:cNvSpPr>
          <p:nvPr>
            <p:ph type="title" hasCustomPrompt="1"/>
          </p:nvPr>
        </p:nvSpPr>
        <p:spPr>
          <a:xfrm>
            <a:off x="348822" y="2436058"/>
            <a:ext cx="7602441" cy="1656184"/>
          </a:xfrm>
        </p:spPr>
        <p:txBody>
          <a:bodyPr anchor="ctr" anchorCtr="0">
            <a:noAutofit/>
          </a:bodyPr>
          <a:lstStyle>
            <a:lvl1pPr>
              <a:lnSpc>
                <a:spcPct val="80000"/>
              </a:lnSpc>
              <a:defRPr sz="6000" i="0">
                <a:solidFill>
                  <a:schemeClr val="tx1"/>
                </a:solidFill>
              </a:defRPr>
            </a:lvl1pPr>
          </a:lstStyle>
          <a:p>
            <a:r>
              <a:rPr lang="en-US"/>
              <a:t>Thank You</a:t>
            </a:r>
          </a:p>
        </p:txBody>
      </p:sp>
      <p:sp>
        <p:nvSpPr>
          <p:cNvPr id="10" name="Text Placeholder 9">
            <a:extLst>
              <a:ext uri="{FF2B5EF4-FFF2-40B4-BE49-F238E27FC236}">
                <a16:creationId xmlns:a16="http://schemas.microsoft.com/office/drawing/2014/main" id="{40EAC3EE-3205-8209-74CD-69D6DF71600C}"/>
              </a:ext>
            </a:extLst>
          </p:cNvPr>
          <p:cNvSpPr>
            <a:spLocks noGrp="1"/>
          </p:cNvSpPr>
          <p:nvPr>
            <p:ph type="body" sz="quarter" idx="12" hasCustomPrompt="1"/>
          </p:nvPr>
        </p:nvSpPr>
        <p:spPr>
          <a:xfrm>
            <a:off x="349250" y="5524500"/>
            <a:ext cx="3933739" cy="928688"/>
          </a:xfrm>
        </p:spPr>
        <p:txBody>
          <a:bodyPr anchor="b"/>
          <a:lstStyle>
            <a:lvl1pPr>
              <a:lnSpc>
                <a:spcPct val="100000"/>
              </a:lnSpc>
              <a:spcAft>
                <a:spcPts val="400"/>
              </a:spcAft>
              <a:defRPr sz="600" spc="50" baseline="0"/>
            </a:lvl1pPr>
          </a:lstStyle>
          <a:p>
            <a:pPr lvl="0"/>
            <a:r>
              <a:rPr lang="en-US"/>
              <a:t>FOR INQUIRIES, PLEASE CONTACT:</a:t>
            </a:r>
            <a:br>
              <a:rPr lang="en-US"/>
            </a:br>
            <a:r>
              <a:rPr lang="en-US"/>
              <a:t>JANE SMITH — J.SMITH@FOURSEASONS.COM </a:t>
            </a:r>
            <a:br>
              <a:rPr lang="en-US"/>
            </a:br>
            <a:r>
              <a:rPr lang="en-US"/>
              <a:t>ROB PLACEHOLDER — ROB.PLACEHOLDER@FOURSEASONS.COM</a:t>
            </a:r>
          </a:p>
        </p:txBody>
      </p:sp>
    </p:spTree>
    <p:extLst>
      <p:ext uri="{BB962C8B-B14F-4D97-AF65-F5344CB8AC3E}">
        <p14:creationId xmlns:p14="http://schemas.microsoft.com/office/powerpoint/2010/main" val="196628071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402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7 - Closing / End">
    <p:spTree>
      <p:nvGrpSpPr>
        <p:cNvPr id="1" name=""/>
        <p:cNvGrpSpPr/>
        <p:nvPr/>
      </p:nvGrpSpPr>
      <p:grpSpPr>
        <a:xfrm>
          <a:off x="0" y="0"/>
          <a:ext cx="0" cy="0"/>
          <a:chOff x="0" y="0"/>
          <a:chExt cx="0" cy="0"/>
        </a:xfrm>
      </p:grpSpPr>
      <p:pic>
        <p:nvPicPr>
          <p:cNvPr id="4" name="Picture 3" descr="A black tree with leaves&#10;&#10;Description automatically generated">
            <a:extLst>
              <a:ext uri="{FF2B5EF4-FFF2-40B4-BE49-F238E27FC236}">
                <a16:creationId xmlns:a16="http://schemas.microsoft.com/office/drawing/2014/main" id="{E65DAE3D-DD0F-BBC0-2763-49B3BA60C864}"/>
              </a:ext>
            </a:extLst>
          </p:cNvPr>
          <p:cNvPicPr>
            <a:picLocks noChangeAspect="1"/>
          </p:cNvPicPr>
          <p:nvPr userDrawn="1"/>
        </p:nvPicPr>
        <p:blipFill>
          <a:blip r:embed="rId2"/>
          <a:stretch>
            <a:fillRect/>
          </a:stretch>
        </p:blipFill>
        <p:spPr>
          <a:xfrm>
            <a:off x="5740963" y="2996952"/>
            <a:ext cx="710074" cy="720075"/>
          </a:xfrm>
          <a:prstGeom prst="rect">
            <a:avLst/>
          </a:prstGeom>
        </p:spPr>
      </p:pic>
      <p:cxnSp>
        <p:nvCxnSpPr>
          <p:cNvPr id="11" name="Straight Connector 10">
            <a:extLst>
              <a:ext uri="{FF2B5EF4-FFF2-40B4-BE49-F238E27FC236}">
                <a16:creationId xmlns:a16="http://schemas.microsoft.com/office/drawing/2014/main" id="{0468A196-78C4-FD03-5917-5DE2FCC0AA23}"/>
              </a:ext>
            </a:extLst>
          </p:cNvPr>
          <p:cNvCxnSpPr>
            <a:cxnSpLocks/>
          </p:cNvCxnSpPr>
          <p:nvPr userDrawn="1"/>
        </p:nvCxnSpPr>
        <p:spPr>
          <a:xfrm>
            <a:off x="335360" y="6629400"/>
            <a:ext cx="11489928" cy="0"/>
          </a:xfrm>
          <a:prstGeom prst="line">
            <a:avLst/>
          </a:prstGeom>
          <a:ln>
            <a:solidFill>
              <a:srgbClr val="3D441E"/>
            </a:solidFill>
          </a:ln>
        </p:spPr>
        <p:style>
          <a:lnRef idx="1">
            <a:schemeClr val="dk1"/>
          </a:lnRef>
          <a:fillRef idx="0">
            <a:schemeClr val="dk1"/>
          </a:fillRef>
          <a:effectRef idx="0">
            <a:schemeClr val="dk1"/>
          </a:effectRef>
          <a:fontRef idx="minor">
            <a:schemeClr val="tx1"/>
          </a:fontRef>
        </p:style>
      </p:cxnSp>
      <p:sp>
        <p:nvSpPr>
          <p:cNvPr id="7" name="Text Placeholder 9">
            <a:extLst>
              <a:ext uri="{FF2B5EF4-FFF2-40B4-BE49-F238E27FC236}">
                <a16:creationId xmlns:a16="http://schemas.microsoft.com/office/drawing/2014/main" id="{C970F23A-8084-AE56-063F-C1F33C283F17}"/>
              </a:ext>
            </a:extLst>
          </p:cNvPr>
          <p:cNvSpPr>
            <a:spLocks noGrp="1"/>
          </p:cNvSpPr>
          <p:nvPr>
            <p:ph type="body" sz="quarter" idx="12" hasCustomPrompt="1"/>
          </p:nvPr>
        </p:nvSpPr>
        <p:spPr>
          <a:xfrm>
            <a:off x="349250" y="5524500"/>
            <a:ext cx="3933739" cy="928688"/>
          </a:xfrm>
        </p:spPr>
        <p:txBody>
          <a:bodyPr anchor="b"/>
          <a:lstStyle>
            <a:lvl1pPr>
              <a:lnSpc>
                <a:spcPct val="100000"/>
              </a:lnSpc>
              <a:spcAft>
                <a:spcPts val="400"/>
              </a:spcAft>
              <a:defRPr sz="600" spc="50" baseline="0"/>
            </a:lvl1pPr>
          </a:lstStyle>
          <a:p>
            <a:pPr lvl="0"/>
            <a:r>
              <a:rPr lang="en-US"/>
              <a:t>FOR INQUIRIES, PLEASE CONTACT:</a:t>
            </a:r>
            <a:br>
              <a:rPr lang="en-US"/>
            </a:br>
            <a:r>
              <a:rPr lang="en-US"/>
              <a:t>JANE SMITH — J.SMITH@FOURSEASONS.COM </a:t>
            </a:r>
            <a:br>
              <a:rPr lang="en-US"/>
            </a:br>
            <a:r>
              <a:rPr lang="en-US"/>
              <a:t>ROB PLACEHOLDER — ROB.PLACEHOLDER@FOURSEASONS.COM</a:t>
            </a:r>
          </a:p>
        </p:txBody>
      </p:sp>
    </p:spTree>
    <p:extLst>
      <p:ext uri="{BB962C8B-B14F-4D97-AF65-F5344CB8AC3E}">
        <p14:creationId xmlns:p14="http://schemas.microsoft.com/office/powerpoint/2010/main" val="40887309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8.xml"/><Relationship Id="rId18" Type="http://schemas.openxmlformats.org/officeDocument/2006/relationships/slideLayout" Target="../slideLayouts/slideLayout33.xml"/><Relationship Id="rId26" Type="http://schemas.openxmlformats.org/officeDocument/2006/relationships/slideLayout" Target="../slideLayouts/slideLayout41.xml"/><Relationship Id="rId39" Type="http://schemas.openxmlformats.org/officeDocument/2006/relationships/slideLayout" Target="../slideLayouts/slideLayout54.xml"/><Relationship Id="rId21" Type="http://schemas.openxmlformats.org/officeDocument/2006/relationships/slideLayout" Target="../slideLayouts/slideLayout36.xml"/><Relationship Id="rId34" Type="http://schemas.openxmlformats.org/officeDocument/2006/relationships/slideLayout" Target="../slideLayouts/slideLayout49.xml"/><Relationship Id="rId42" Type="http://schemas.openxmlformats.org/officeDocument/2006/relationships/slideLayout" Target="../slideLayouts/slideLayout57.xml"/><Relationship Id="rId47" Type="http://schemas.openxmlformats.org/officeDocument/2006/relationships/slideLayout" Target="../slideLayouts/slideLayout62.xml"/><Relationship Id="rId50" Type="http://schemas.openxmlformats.org/officeDocument/2006/relationships/slideLayout" Target="../slideLayouts/slideLayout65.xml"/><Relationship Id="rId55" Type="http://schemas.openxmlformats.org/officeDocument/2006/relationships/slideLayout" Target="../slideLayouts/slideLayout70.xml"/><Relationship Id="rId63" Type="http://schemas.openxmlformats.org/officeDocument/2006/relationships/slideLayout" Target="../slideLayouts/slideLayout78.xml"/><Relationship Id="rId7" Type="http://schemas.openxmlformats.org/officeDocument/2006/relationships/slideLayout" Target="../slideLayouts/slideLayout2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29" Type="http://schemas.openxmlformats.org/officeDocument/2006/relationships/slideLayout" Target="../slideLayouts/slideLayout44.xml"/><Relationship Id="rId11" Type="http://schemas.openxmlformats.org/officeDocument/2006/relationships/slideLayout" Target="../slideLayouts/slideLayout26.xml"/><Relationship Id="rId24" Type="http://schemas.openxmlformats.org/officeDocument/2006/relationships/slideLayout" Target="../slideLayouts/slideLayout39.xml"/><Relationship Id="rId32" Type="http://schemas.openxmlformats.org/officeDocument/2006/relationships/slideLayout" Target="../slideLayouts/slideLayout47.xml"/><Relationship Id="rId37" Type="http://schemas.openxmlformats.org/officeDocument/2006/relationships/slideLayout" Target="../slideLayouts/slideLayout52.xml"/><Relationship Id="rId40" Type="http://schemas.openxmlformats.org/officeDocument/2006/relationships/slideLayout" Target="../slideLayouts/slideLayout55.xml"/><Relationship Id="rId45" Type="http://schemas.openxmlformats.org/officeDocument/2006/relationships/slideLayout" Target="../slideLayouts/slideLayout60.xml"/><Relationship Id="rId53" Type="http://schemas.openxmlformats.org/officeDocument/2006/relationships/slideLayout" Target="../slideLayouts/slideLayout68.xml"/><Relationship Id="rId58" Type="http://schemas.openxmlformats.org/officeDocument/2006/relationships/slideLayout" Target="../slideLayouts/slideLayout73.xml"/><Relationship Id="rId5" Type="http://schemas.openxmlformats.org/officeDocument/2006/relationships/slideLayout" Target="../slideLayouts/slideLayout20.xml"/><Relationship Id="rId61" Type="http://schemas.openxmlformats.org/officeDocument/2006/relationships/slideLayout" Target="../slideLayouts/slideLayout76.xml"/><Relationship Id="rId19" Type="http://schemas.openxmlformats.org/officeDocument/2006/relationships/slideLayout" Target="../slideLayouts/slideLayout34.xml"/><Relationship Id="rId14" Type="http://schemas.openxmlformats.org/officeDocument/2006/relationships/slideLayout" Target="../slideLayouts/slideLayout29.xml"/><Relationship Id="rId22" Type="http://schemas.openxmlformats.org/officeDocument/2006/relationships/slideLayout" Target="../slideLayouts/slideLayout37.xml"/><Relationship Id="rId27" Type="http://schemas.openxmlformats.org/officeDocument/2006/relationships/slideLayout" Target="../slideLayouts/slideLayout42.xml"/><Relationship Id="rId30" Type="http://schemas.openxmlformats.org/officeDocument/2006/relationships/slideLayout" Target="../slideLayouts/slideLayout45.xml"/><Relationship Id="rId35" Type="http://schemas.openxmlformats.org/officeDocument/2006/relationships/slideLayout" Target="../slideLayouts/slideLayout50.xml"/><Relationship Id="rId43" Type="http://schemas.openxmlformats.org/officeDocument/2006/relationships/slideLayout" Target="../slideLayouts/slideLayout58.xml"/><Relationship Id="rId48" Type="http://schemas.openxmlformats.org/officeDocument/2006/relationships/slideLayout" Target="../slideLayouts/slideLayout63.xml"/><Relationship Id="rId56" Type="http://schemas.openxmlformats.org/officeDocument/2006/relationships/slideLayout" Target="../slideLayouts/slideLayout71.xml"/><Relationship Id="rId64" Type="http://schemas.openxmlformats.org/officeDocument/2006/relationships/theme" Target="../theme/theme2.xml"/><Relationship Id="rId8" Type="http://schemas.openxmlformats.org/officeDocument/2006/relationships/slideLayout" Target="../slideLayouts/slideLayout23.xml"/><Relationship Id="rId51" Type="http://schemas.openxmlformats.org/officeDocument/2006/relationships/slideLayout" Target="../slideLayouts/slideLayout66.xml"/><Relationship Id="rId3" Type="http://schemas.openxmlformats.org/officeDocument/2006/relationships/slideLayout" Target="../slideLayouts/slideLayout18.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5" Type="http://schemas.openxmlformats.org/officeDocument/2006/relationships/slideLayout" Target="../slideLayouts/slideLayout40.xml"/><Relationship Id="rId33" Type="http://schemas.openxmlformats.org/officeDocument/2006/relationships/slideLayout" Target="../slideLayouts/slideLayout48.xml"/><Relationship Id="rId38" Type="http://schemas.openxmlformats.org/officeDocument/2006/relationships/slideLayout" Target="../slideLayouts/slideLayout53.xml"/><Relationship Id="rId46" Type="http://schemas.openxmlformats.org/officeDocument/2006/relationships/slideLayout" Target="../slideLayouts/slideLayout61.xml"/><Relationship Id="rId59" Type="http://schemas.openxmlformats.org/officeDocument/2006/relationships/slideLayout" Target="../slideLayouts/slideLayout74.xml"/><Relationship Id="rId20" Type="http://schemas.openxmlformats.org/officeDocument/2006/relationships/slideLayout" Target="../slideLayouts/slideLayout35.xml"/><Relationship Id="rId41" Type="http://schemas.openxmlformats.org/officeDocument/2006/relationships/slideLayout" Target="../slideLayouts/slideLayout56.xml"/><Relationship Id="rId54" Type="http://schemas.openxmlformats.org/officeDocument/2006/relationships/slideLayout" Target="../slideLayouts/slideLayout69.xml"/><Relationship Id="rId62" Type="http://schemas.openxmlformats.org/officeDocument/2006/relationships/slideLayout" Target="../slideLayouts/slideLayout7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5" Type="http://schemas.openxmlformats.org/officeDocument/2006/relationships/slideLayout" Target="../slideLayouts/slideLayout30.xml"/><Relationship Id="rId23" Type="http://schemas.openxmlformats.org/officeDocument/2006/relationships/slideLayout" Target="../slideLayouts/slideLayout38.xml"/><Relationship Id="rId28" Type="http://schemas.openxmlformats.org/officeDocument/2006/relationships/slideLayout" Target="../slideLayouts/slideLayout43.xml"/><Relationship Id="rId36" Type="http://schemas.openxmlformats.org/officeDocument/2006/relationships/slideLayout" Target="../slideLayouts/slideLayout51.xml"/><Relationship Id="rId49" Type="http://schemas.openxmlformats.org/officeDocument/2006/relationships/slideLayout" Target="../slideLayouts/slideLayout64.xml"/><Relationship Id="rId57" Type="http://schemas.openxmlformats.org/officeDocument/2006/relationships/slideLayout" Target="../slideLayouts/slideLayout72.xml"/><Relationship Id="rId10" Type="http://schemas.openxmlformats.org/officeDocument/2006/relationships/slideLayout" Target="../slideLayouts/slideLayout25.xml"/><Relationship Id="rId31" Type="http://schemas.openxmlformats.org/officeDocument/2006/relationships/slideLayout" Target="../slideLayouts/slideLayout46.xml"/><Relationship Id="rId44" Type="http://schemas.openxmlformats.org/officeDocument/2006/relationships/slideLayout" Target="../slideLayouts/slideLayout59.xml"/><Relationship Id="rId52" Type="http://schemas.openxmlformats.org/officeDocument/2006/relationships/slideLayout" Target="../slideLayouts/slideLayout67.xml"/><Relationship Id="rId60" Type="http://schemas.openxmlformats.org/officeDocument/2006/relationships/slideLayout" Target="../slideLayouts/slideLayout7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AF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584687"/>
            <a:ext cx="10972800" cy="507831"/>
          </a:xfrm>
          <a:prstGeom prst="rect">
            <a:avLst/>
          </a:prstGeom>
        </p:spPr>
        <p:txBody>
          <a:bodyPr vert="horz" wrap="square" lIns="0" tIns="0" rIns="0" bIns="118872" rtlCol="0" anchor="t" anchorCtr="0">
            <a:spAutoFit/>
          </a:bodyPr>
          <a:lstStyle/>
          <a:p>
            <a:r>
              <a:rPr lang="en-US"/>
              <a:t>Title Here</a:t>
            </a:r>
          </a:p>
        </p:txBody>
      </p:sp>
      <p:sp>
        <p:nvSpPr>
          <p:cNvPr id="6" name="Slide Number Placeholder 5"/>
          <p:cNvSpPr>
            <a:spLocks noGrp="1"/>
          </p:cNvSpPr>
          <p:nvPr>
            <p:ph type="sldNum" sz="quarter" idx="4"/>
          </p:nvPr>
        </p:nvSpPr>
        <p:spPr>
          <a:xfrm>
            <a:off x="443724" y="6422237"/>
            <a:ext cx="139192" cy="119905"/>
          </a:xfrm>
          <a:prstGeom prst="rect">
            <a:avLst/>
          </a:prstGeom>
        </p:spPr>
        <p:txBody>
          <a:bodyPr vert="horz" wrap="square" lIns="0" tIns="12065" rIns="0" bIns="0" rtlCol="0">
            <a:spAutoFit/>
          </a:bodyPr>
          <a:lstStyle>
            <a:lvl1pPr>
              <a:defRPr lang="en-US" sz="700" spc="-5" smtClean="0">
                <a:solidFill>
                  <a:schemeClr val="accent1"/>
                </a:solidFill>
                <a:latin typeface="+mn-lt"/>
                <a:cs typeface="Arial"/>
              </a:defRPr>
            </a:lvl1pPr>
          </a:lstStyle>
          <a:p>
            <a:pPr marL="12700">
              <a:spcBef>
                <a:spcPts val="95"/>
              </a:spcBef>
            </a:pPr>
            <a:fld id="{E9625C4B-B71B-4BE7-9266-E8021570290B}" type="slidenum">
              <a:rPr lang="en-US" smtClean="0"/>
              <a:pPr marL="12700">
                <a:spcBef>
                  <a:spcPts val="95"/>
                </a:spcBef>
              </a:pPr>
              <a:t>‹#›</a:t>
            </a:fld>
            <a:endParaRPr lang="en-US"/>
          </a:p>
        </p:txBody>
      </p:sp>
      <p:sp>
        <p:nvSpPr>
          <p:cNvPr id="4" name="object 2">
            <a:extLst>
              <a:ext uri="{FF2B5EF4-FFF2-40B4-BE49-F238E27FC236}">
                <a16:creationId xmlns:a16="http://schemas.microsoft.com/office/drawing/2014/main" id="{BA68BE12-E4D8-C763-E378-E8E5E50E25E7}"/>
              </a:ext>
            </a:extLst>
          </p:cNvPr>
          <p:cNvSpPr txBox="1"/>
          <p:nvPr userDrawn="1"/>
        </p:nvSpPr>
        <p:spPr>
          <a:xfrm>
            <a:off x="9730485" y="6422237"/>
            <a:ext cx="1963420" cy="116839"/>
          </a:xfrm>
          <a:prstGeom prst="rect">
            <a:avLst/>
          </a:prstGeom>
        </p:spPr>
        <p:txBody>
          <a:bodyPr vert="horz" wrap="square" lIns="0" tIns="12700" rIns="0" bIns="0" rtlCol="0">
            <a:spAutoFit/>
          </a:bodyPr>
          <a:lstStyle/>
          <a:p>
            <a:pPr marL="12700">
              <a:lnSpc>
                <a:spcPct val="100000"/>
              </a:lnSpc>
              <a:spcBef>
                <a:spcPts val="100"/>
              </a:spcBef>
            </a:pPr>
            <a:r>
              <a:rPr sz="600" spc="-85">
                <a:solidFill>
                  <a:srgbClr val="2A5150"/>
                </a:solidFill>
                <a:latin typeface="Arial"/>
                <a:cs typeface="Arial"/>
              </a:rPr>
              <a:t>F</a:t>
            </a:r>
            <a:r>
              <a:rPr sz="600" spc="-15">
                <a:solidFill>
                  <a:srgbClr val="2A5150"/>
                </a:solidFill>
                <a:latin typeface="Arial"/>
                <a:cs typeface="Arial"/>
              </a:rPr>
              <a:t> </a:t>
            </a:r>
            <a:r>
              <a:rPr sz="600" spc="50">
                <a:solidFill>
                  <a:srgbClr val="2A5150"/>
                </a:solidFill>
                <a:latin typeface="Arial"/>
                <a:cs typeface="Arial"/>
              </a:rPr>
              <a:t>O</a:t>
            </a:r>
            <a:r>
              <a:rPr sz="600" spc="-45">
                <a:solidFill>
                  <a:srgbClr val="2A5150"/>
                </a:solidFill>
                <a:latin typeface="Arial"/>
                <a:cs typeface="Arial"/>
              </a:rPr>
              <a:t> </a:t>
            </a:r>
            <a:r>
              <a:rPr sz="600" spc="-50">
                <a:solidFill>
                  <a:srgbClr val="2A5150"/>
                </a:solidFill>
                <a:latin typeface="Arial"/>
                <a:cs typeface="Arial"/>
              </a:rPr>
              <a:t>U</a:t>
            </a:r>
            <a:r>
              <a:rPr sz="600" spc="-10">
                <a:solidFill>
                  <a:srgbClr val="2A5150"/>
                </a:solidFill>
                <a:latin typeface="Arial"/>
                <a:cs typeface="Arial"/>
              </a:rPr>
              <a:t> </a:t>
            </a:r>
            <a:r>
              <a:rPr sz="600">
                <a:solidFill>
                  <a:srgbClr val="2A5150"/>
                </a:solidFill>
                <a:latin typeface="Arial"/>
                <a:cs typeface="Arial"/>
              </a:rPr>
              <a:t>R</a:t>
            </a:r>
            <a:r>
              <a:rPr sz="600" spc="254">
                <a:solidFill>
                  <a:srgbClr val="2A5150"/>
                </a:solidFill>
                <a:latin typeface="Arial"/>
                <a:cs typeface="Arial"/>
              </a:rPr>
              <a:t> </a:t>
            </a:r>
            <a:r>
              <a:rPr sz="600" spc="-110">
                <a:solidFill>
                  <a:srgbClr val="2A5150"/>
                </a:solidFill>
                <a:latin typeface="Arial"/>
                <a:cs typeface="Arial"/>
              </a:rPr>
              <a:t>S</a:t>
            </a:r>
            <a:r>
              <a:rPr sz="600" spc="-15">
                <a:solidFill>
                  <a:srgbClr val="2A5150"/>
                </a:solidFill>
                <a:latin typeface="Arial"/>
                <a:cs typeface="Arial"/>
              </a:rPr>
              <a:t> </a:t>
            </a:r>
            <a:r>
              <a:rPr sz="600" spc="-90">
                <a:solidFill>
                  <a:srgbClr val="2A5150"/>
                </a:solidFill>
                <a:latin typeface="Arial"/>
                <a:cs typeface="Arial"/>
              </a:rPr>
              <a:t>E</a:t>
            </a:r>
            <a:r>
              <a:rPr sz="600" spc="-10">
                <a:solidFill>
                  <a:srgbClr val="2A5150"/>
                </a:solidFill>
                <a:latin typeface="Arial"/>
                <a:cs typeface="Arial"/>
              </a:rPr>
              <a:t> </a:t>
            </a:r>
            <a:r>
              <a:rPr sz="600">
                <a:solidFill>
                  <a:srgbClr val="2A5150"/>
                </a:solidFill>
                <a:latin typeface="Arial"/>
                <a:cs typeface="Arial"/>
              </a:rPr>
              <a:t>A</a:t>
            </a:r>
            <a:r>
              <a:rPr sz="600" spc="-40">
                <a:solidFill>
                  <a:srgbClr val="2A5150"/>
                </a:solidFill>
                <a:latin typeface="Arial"/>
                <a:cs typeface="Arial"/>
              </a:rPr>
              <a:t> </a:t>
            </a:r>
            <a:r>
              <a:rPr sz="600" spc="-110">
                <a:solidFill>
                  <a:srgbClr val="2A5150"/>
                </a:solidFill>
                <a:latin typeface="Arial"/>
                <a:cs typeface="Arial"/>
              </a:rPr>
              <a:t>S</a:t>
            </a:r>
            <a:r>
              <a:rPr sz="600" spc="-15">
                <a:solidFill>
                  <a:srgbClr val="2A5150"/>
                </a:solidFill>
                <a:latin typeface="Arial"/>
                <a:cs typeface="Arial"/>
              </a:rPr>
              <a:t> </a:t>
            </a:r>
            <a:r>
              <a:rPr sz="600" spc="50">
                <a:solidFill>
                  <a:srgbClr val="2A5150"/>
                </a:solidFill>
                <a:latin typeface="Arial"/>
                <a:cs typeface="Arial"/>
              </a:rPr>
              <a:t>O</a:t>
            </a:r>
            <a:r>
              <a:rPr sz="600" spc="-25">
                <a:solidFill>
                  <a:srgbClr val="2A5150"/>
                </a:solidFill>
                <a:latin typeface="Arial"/>
                <a:cs typeface="Arial"/>
              </a:rPr>
              <a:t> </a:t>
            </a:r>
            <a:r>
              <a:rPr sz="600">
                <a:solidFill>
                  <a:srgbClr val="2A5150"/>
                </a:solidFill>
                <a:latin typeface="Arial"/>
                <a:cs typeface="Arial"/>
              </a:rPr>
              <a:t>N</a:t>
            </a:r>
            <a:r>
              <a:rPr sz="600" spc="-15">
                <a:solidFill>
                  <a:srgbClr val="2A5150"/>
                </a:solidFill>
                <a:latin typeface="Arial"/>
                <a:cs typeface="Arial"/>
              </a:rPr>
              <a:t> </a:t>
            </a:r>
            <a:r>
              <a:rPr sz="600">
                <a:solidFill>
                  <a:srgbClr val="2A5150"/>
                </a:solidFill>
                <a:latin typeface="Arial"/>
                <a:cs typeface="Arial"/>
              </a:rPr>
              <a:t>S</a:t>
            </a:r>
            <a:r>
              <a:rPr sz="600" spc="295">
                <a:solidFill>
                  <a:srgbClr val="2A5150"/>
                </a:solidFill>
                <a:latin typeface="Arial"/>
                <a:cs typeface="Arial"/>
              </a:rPr>
              <a:t> </a:t>
            </a:r>
            <a:r>
              <a:rPr sz="600">
                <a:solidFill>
                  <a:srgbClr val="2A5150"/>
                </a:solidFill>
                <a:latin typeface="Arial"/>
                <a:cs typeface="Arial"/>
              </a:rPr>
              <a:t>H</a:t>
            </a:r>
            <a:r>
              <a:rPr sz="600" spc="-20">
                <a:solidFill>
                  <a:srgbClr val="2A5150"/>
                </a:solidFill>
                <a:latin typeface="Arial"/>
                <a:cs typeface="Arial"/>
              </a:rPr>
              <a:t> </a:t>
            </a:r>
            <a:r>
              <a:rPr sz="600" spc="50">
                <a:solidFill>
                  <a:srgbClr val="2A5150"/>
                </a:solidFill>
                <a:latin typeface="Arial"/>
                <a:cs typeface="Arial"/>
              </a:rPr>
              <a:t>O</a:t>
            </a:r>
            <a:r>
              <a:rPr sz="600" spc="-20">
                <a:solidFill>
                  <a:srgbClr val="2A5150"/>
                </a:solidFill>
                <a:latin typeface="Arial"/>
                <a:cs typeface="Arial"/>
              </a:rPr>
              <a:t> </a:t>
            </a:r>
            <a:r>
              <a:rPr sz="600" spc="-120">
                <a:solidFill>
                  <a:srgbClr val="2A5150"/>
                </a:solidFill>
                <a:latin typeface="Arial"/>
                <a:cs typeface="Arial"/>
              </a:rPr>
              <a:t>T</a:t>
            </a:r>
            <a:r>
              <a:rPr sz="600" spc="-15">
                <a:solidFill>
                  <a:srgbClr val="2A5150"/>
                </a:solidFill>
                <a:latin typeface="Arial"/>
                <a:cs typeface="Arial"/>
              </a:rPr>
              <a:t> </a:t>
            </a:r>
            <a:r>
              <a:rPr sz="600" spc="-90">
                <a:solidFill>
                  <a:srgbClr val="2A5150"/>
                </a:solidFill>
                <a:latin typeface="Arial"/>
                <a:cs typeface="Arial"/>
              </a:rPr>
              <a:t>E</a:t>
            </a:r>
            <a:r>
              <a:rPr sz="600" spc="-10">
                <a:solidFill>
                  <a:srgbClr val="2A5150"/>
                </a:solidFill>
                <a:latin typeface="Arial"/>
                <a:cs typeface="Arial"/>
              </a:rPr>
              <a:t> </a:t>
            </a:r>
            <a:r>
              <a:rPr sz="600" spc="-65">
                <a:solidFill>
                  <a:srgbClr val="2A5150"/>
                </a:solidFill>
                <a:latin typeface="Arial"/>
                <a:cs typeface="Arial"/>
              </a:rPr>
              <a:t>L</a:t>
            </a:r>
            <a:r>
              <a:rPr sz="600" spc="-15">
                <a:solidFill>
                  <a:srgbClr val="2A5150"/>
                </a:solidFill>
                <a:latin typeface="Arial"/>
                <a:cs typeface="Arial"/>
              </a:rPr>
              <a:t> </a:t>
            </a:r>
            <a:r>
              <a:rPr sz="600">
                <a:solidFill>
                  <a:srgbClr val="2A5150"/>
                </a:solidFill>
                <a:latin typeface="Arial"/>
                <a:cs typeface="Arial"/>
              </a:rPr>
              <a:t>S</a:t>
            </a:r>
            <a:r>
              <a:rPr sz="600" spc="260">
                <a:solidFill>
                  <a:srgbClr val="2A5150"/>
                </a:solidFill>
                <a:latin typeface="Arial"/>
                <a:cs typeface="Arial"/>
              </a:rPr>
              <a:t> </a:t>
            </a:r>
            <a:r>
              <a:rPr sz="600">
                <a:solidFill>
                  <a:srgbClr val="2A5150"/>
                </a:solidFill>
                <a:latin typeface="Arial"/>
                <a:cs typeface="Arial"/>
              </a:rPr>
              <a:t>A</a:t>
            </a:r>
            <a:r>
              <a:rPr sz="600" spc="-40">
                <a:solidFill>
                  <a:srgbClr val="2A5150"/>
                </a:solidFill>
                <a:latin typeface="Arial"/>
                <a:cs typeface="Arial"/>
              </a:rPr>
              <a:t> </a:t>
            </a:r>
            <a:r>
              <a:rPr sz="600">
                <a:solidFill>
                  <a:srgbClr val="2A5150"/>
                </a:solidFill>
                <a:latin typeface="Arial"/>
                <a:cs typeface="Arial"/>
              </a:rPr>
              <a:t>N</a:t>
            </a:r>
            <a:r>
              <a:rPr sz="600" spc="-20">
                <a:solidFill>
                  <a:srgbClr val="2A5150"/>
                </a:solidFill>
                <a:latin typeface="Arial"/>
                <a:cs typeface="Arial"/>
              </a:rPr>
              <a:t> </a:t>
            </a:r>
            <a:r>
              <a:rPr sz="600">
                <a:solidFill>
                  <a:srgbClr val="2A5150"/>
                </a:solidFill>
                <a:latin typeface="Arial"/>
                <a:cs typeface="Arial"/>
              </a:rPr>
              <a:t>D</a:t>
            </a:r>
            <a:r>
              <a:rPr sz="600" spc="325">
                <a:solidFill>
                  <a:srgbClr val="2A5150"/>
                </a:solidFill>
                <a:latin typeface="Arial"/>
                <a:cs typeface="Arial"/>
              </a:rPr>
              <a:t> </a:t>
            </a:r>
            <a:r>
              <a:rPr sz="600" spc="-75">
                <a:solidFill>
                  <a:srgbClr val="2A5150"/>
                </a:solidFill>
                <a:latin typeface="Arial"/>
                <a:cs typeface="Arial"/>
              </a:rPr>
              <a:t>R</a:t>
            </a:r>
            <a:r>
              <a:rPr sz="600" spc="-20">
                <a:solidFill>
                  <a:srgbClr val="2A5150"/>
                </a:solidFill>
                <a:latin typeface="Arial"/>
                <a:cs typeface="Arial"/>
              </a:rPr>
              <a:t> </a:t>
            </a:r>
            <a:r>
              <a:rPr sz="600" spc="-90">
                <a:solidFill>
                  <a:srgbClr val="2A5150"/>
                </a:solidFill>
                <a:latin typeface="Arial"/>
                <a:cs typeface="Arial"/>
              </a:rPr>
              <a:t>E</a:t>
            </a:r>
            <a:r>
              <a:rPr sz="600" spc="-10">
                <a:solidFill>
                  <a:srgbClr val="2A5150"/>
                </a:solidFill>
                <a:latin typeface="Arial"/>
                <a:cs typeface="Arial"/>
              </a:rPr>
              <a:t> </a:t>
            </a:r>
            <a:r>
              <a:rPr sz="600" spc="-110">
                <a:solidFill>
                  <a:srgbClr val="2A5150"/>
                </a:solidFill>
                <a:latin typeface="Arial"/>
                <a:cs typeface="Arial"/>
              </a:rPr>
              <a:t>S</a:t>
            </a:r>
            <a:r>
              <a:rPr sz="600" spc="-15">
                <a:solidFill>
                  <a:srgbClr val="2A5150"/>
                </a:solidFill>
                <a:latin typeface="Arial"/>
                <a:cs typeface="Arial"/>
              </a:rPr>
              <a:t> </a:t>
            </a:r>
            <a:r>
              <a:rPr sz="600" spc="50">
                <a:solidFill>
                  <a:srgbClr val="2A5150"/>
                </a:solidFill>
                <a:latin typeface="Arial"/>
                <a:cs typeface="Arial"/>
              </a:rPr>
              <a:t>O</a:t>
            </a:r>
            <a:r>
              <a:rPr sz="600" spc="-20">
                <a:solidFill>
                  <a:srgbClr val="2A5150"/>
                </a:solidFill>
                <a:latin typeface="Arial"/>
                <a:cs typeface="Arial"/>
              </a:rPr>
              <a:t> </a:t>
            </a:r>
            <a:r>
              <a:rPr sz="600" spc="-75">
                <a:solidFill>
                  <a:srgbClr val="2A5150"/>
                </a:solidFill>
                <a:latin typeface="Arial"/>
                <a:cs typeface="Arial"/>
              </a:rPr>
              <a:t>R</a:t>
            </a:r>
            <a:r>
              <a:rPr sz="600" spc="-20">
                <a:solidFill>
                  <a:srgbClr val="2A5150"/>
                </a:solidFill>
                <a:latin typeface="Arial"/>
                <a:cs typeface="Arial"/>
              </a:rPr>
              <a:t> </a:t>
            </a:r>
            <a:r>
              <a:rPr sz="600" spc="-120">
                <a:solidFill>
                  <a:srgbClr val="2A5150"/>
                </a:solidFill>
                <a:latin typeface="Arial"/>
                <a:cs typeface="Arial"/>
              </a:rPr>
              <a:t>T</a:t>
            </a:r>
            <a:r>
              <a:rPr sz="600" spc="-15">
                <a:solidFill>
                  <a:srgbClr val="2A5150"/>
                </a:solidFill>
                <a:latin typeface="Arial"/>
                <a:cs typeface="Arial"/>
              </a:rPr>
              <a:t> </a:t>
            </a:r>
            <a:r>
              <a:rPr sz="600" spc="-50">
                <a:solidFill>
                  <a:srgbClr val="2A5150"/>
                </a:solidFill>
                <a:latin typeface="Arial"/>
                <a:cs typeface="Arial"/>
              </a:rPr>
              <a:t>S</a:t>
            </a:r>
            <a:endParaRPr sz="600">
              <a:latin typeface="Arial"/>
              <a:cs typeface="Arial"/>
            </a:endParaRPr>
          </a:p>
        </p:txBody>
      </p:sp>
      <p:sp>
        <p:nvSpPr>
          <p:cNvPr id="5" name="object 3">
            <a:extLst>
              <a:ext uri="{FF2B5EF4-FFF2-40B4-BE49-F238E27FC236}">
                <a16:creationId xmlns:a16="http://schemas.microsoft.com/office/drawing/2014/main" id="{BABA70D0-00F6-8B6A-744F-C38E4A228680}"/>
              </a:ext>
            </a:extLst>
          </p:cNvPr>
          <p:cNvSpPr/>
          <p:nvPr userDrawn="1"/>
        </p:nvSpPr>
        <p:spPr>
          <a:xfrm>
            <a:off x="659891" y="6478523"/>
            <a:ext cx="8597265" cy="0"/>
          </a:xfrm>
          <a:custGeom>
            <a:avLst/>
            <a:gdLst/>
            <a:ahLst/>
            <a:cxnLst/>
            <a:rect l="l" t="t" r="r" b="b"/>
            <a:pathLst>
              <a:path w="8597265">
                <a:moveTo>
                  <a:pt x="0" y="0"/>
                </a:moveTo>
                <a:lnTo>
                  <a:pt x="8596884" y="0"/>
                </a:lnTo>
              </a:path>
            </a:pathLst>
          </a:custGeom>
          <a:ln w="9525">
            <a:solidFill>
              <a:srgbClr val="2A5150"/>
            </a:solidFill>
          </a:ln>
        </p:spPr>
        <p:txBody>
          <a:bodyPr wrap="square" lIns="0" tIns="0" rIns="0" bIns="0" rtlCol="0"/>
          <a:lstStyle/>
          <a:p>
            <a:endParaRPr/>
          </a:p>
        </p:txBody>
      </p:sp>
      <p:sp>
        <p:nvSpPr>
          <p:cNvPr id="7" name="object 4">
            <a:extLst>
              <a:ext uri="{FF2B5EF4-FFF2-40B4-BE49-F238E27FC236}">
                <a16:creationId xmlns:a16="http://schemas.microsoft.com/office/drawing/2014/main" id="{7144D34B-6BBE-8398-5EB4-94D39FD4BDEF}"/>
              </a:ext>
            </a:extLst>
          </p:cNvPr>
          <p:cNvSpPr/>
          <p:nvPr userDrawn="1"/>
        </p:nvSpPr>
        <p:spPr>
          <a:xfrm>
            <a:off x="659891" y="460248"/>
            <a:ext cx="10694035" cy="0"/>
          </a:xfrm>
          <a:custGeom>
            <a:avLst/>
            <a:gdLst/>
            <a:ahLst/>
            <a:cxnLst/>
            <a:rect l="l" t="t" r="r" b="b"/>
            <a:pathLst>
              <a:path w="10694035">
                <a:moveTo>
                  <a:pt x="0" y="0"/>
                </a:moveTo>
                <a:lnTo>
                  <a:pt x="10694035" y="0"/>
                </a:lnTo>
              </a:path>
            </a:pathLst>
          </a:custGeom>
          <a:ln w="9525">
            <a:solidFill>
              <a:srgbClr val="2A5150"/>
            </a:solidFill>
          </a:ln>
        </p:spPr>
        <p:txBody>
          <a:bodyPr wrap="square" lIns="0" tIns="0" rIns="0" bIns="0" rtlCol="0"/>
          <a:lstStyle/>
          <a:p>
            <a:endParaRPr/>
          </a:p>
        </p:txBody>
      </p:sp>
      <p:pic>
        <p:nvPicPr>
          <p:cNvPr id="8" name="object 5">
            <a:extLst>
              <a:ext uri="{FF2B5EF4-FFF2-40B4-BE49-F238E27FC236}">
                <a16:creationId xmlns:a16="http://schemas.microsoft.com/office/drawing/2014/main" id="{F5DFC223-5188-AEAE-AD5A-0F2F6D4AB918}"/>
              </a:ext>
            </a:extLst>
          </p:cNvPr>
          <p:cNvPicPr/>
          <p:nvPr userDrawn="1"/>
        </p:nvPicPr>
        <p:blipFill>
          <a:blip r:embed="rId17" cstate="print"/>
          <a:stretch>
            <a:fillRect/>
          </a:stretch>
        </p:blipFill>
        <p:spPr>
          <a:xfrm>
            <a:off x="11535157" y="222510"/>
            <a:ext cx="323003" cy="491650"/>
          </a:xfrm>
          <a:prstGeom prst="rect">
            <a:avLst/>
          </a:prstGeom>
        </p:spPr>
      </p:pic>
      <p:sp>
        <p:nvSpPr>
          <p:cNvPr id="9" name="Text Placeholder 8">
            <a:extLst>
              <a:ext uri="{FF2B5EF4-FFF2-40B4-BE49-F238E27FC236}">
                <a16:creationId xmlns:a16="http://schemas.microsoft.com/office/drawing/2014/main" id="{E1647875-A108-9280-7155-A1872F3C32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07060920"/>
      </p:ext>
    </p:extLst>
  </p:cSld>
  <p:clrMap bg1="lt1" tx1="dk1" bg2="lt2" tx2="dk2" accent1="accent1" accent2="accent2" accent3="accent3" accent4="accent4" accent5="accent5" accent6="accent6" hlink="hlink" folHlink="folHlink"/>
  <p:sldLayoutIdLst>
    <p:sldLayoutId id="2147484471" r:id="rId1"/>
    <p:sldLayoutId id="2147484468" r:id="rId2"/>
    <p:sldLayoutId id="2147484461" r:id="rId3"/>
    <p:sldLayoutId id="2147484478" r:id="rId4"/>
    <p:sldLayoutId id="2147484476" r:id="rId5"/>
    <p:sldLayoutId id="2147484477" r:id="rId6"/>
    <p:sldLayoutId id="2147484128" r:id="rId7"/>
    <p:sldLayoutId id="2147484467" r:id="rId8"/>
    <p:sldLayoutId id="2147484462" r:id="rId9"/>
    <p:sldLayoutId id="2147484463" r:id="rId10"/>
    <p:sldLayoutId id="2147484472" r:id="rId11"/>
    <p:sldLayoutId id="2147484475" r:id="rId12"/>
    <p:sldLayoutId id="2147484473" r:id="rId13"/>
    <p:sldLayoutId id="2147484474" r:id="rId14"/>
    <p:sldLayoutId id="2147484544" r:id="rId15"/>
  </p:sldLayoutIdLst>
  <p:hf hdr="0" ftr="0" dt="0"/>
  <p:txStyles>
    <p:titleStyle>
      <a:lvl1pPr algn="l" defTabSz="914400" rtl="0" eaLnBrk="1" latinLnBrk="0" hangingPunct="1">
        <a:lnSpc>
          <a:spcPct val="90000"/>
        </a:lnSpc>
        <a:spcBef>
          <a:spcPct val="0"/>
        </a:spcBef>
        <a:buNone/>
        <a:defRPr sz="2800" b="0" i="0" kern="1200" spc="50" baseline="0">
          <a:solidFill>
            <a:srgbClr val="175252"/>
          </a:solidFill>
          <a:latin typeface="+mj-lt"/>
          <a:ea typeface="Baskerville" panose="02020502070401020303" pitchFamily="18" charset="0"/>
          <a:cs typeface="+mj-cs"/>
        </a:defRPr>
      </a:lvl1pPr>
    </p:titleStyle>
    <p:bodyStyle>
      <a:lvl1pPr marL="0" indent="0" algn="l" defTabSz="914400" rtl="0" eaLnBrk="1" fontAlgn="base" latinLnBrk="0" hangingPunct="1">
        <a:lnSpc>
          <a:spcPct val="90000"/>
        </a:lnSpc>
        <a:spcBef>
          <a:spcPts val="1000"/>
        </a:spcBef>
        <a:buFont typeface="Arial" panose="020B0604020202020204" pitchFamily="34" charset="0"/>
        <a:buNone/>
        <a:defRPr lang="en-US" sz="1600" b="1" i="0" kern="1200" spc="0" dirty="0" smtClean="0">
          <a:solidFill>
            <a:srgbClr val="175250"/>
          </a:solidFill>
          <a:latin typeface="+mn-lt"/>
          <a:ea typeface="+mn-ea"/>
          <a:cs typeface="Arial" panose="020B0604020202020204" pitchFamily="34" charset="0"/>
        </a:defRPr>
      </a:lvl1pPr>
      <a:lvl2pPr marL="0" indent="0" algn="l" defTabSz="914400" rtl="0" eaLnBrk="1" latinLnBrk="0" hangingPunct="1">
        <a:lnSpc>
          <a:spcPct val="114000"/>
        </a:lnSpc>
        <a:spcBef>
          <a:spcPts val="1000"/>
        </a:spcBef>
        <a:spcAft>
          <a:spcPts val="0"/>
        </a:spcAft>
        <a:buFont typeface="Arial" panose="020B0604020202020204" pitchFamily="34" charset="0"/>
        <a:buNone/>
        <a:defRPr lang="en-US" sz="1400" b="1" kern="1200" spc="0" baseline="0" dirty="0">
          <a:solidFill>
            <a:srgbClr val="175252"/>
          </a:solidFill>
          <a:latin typeface="+mn-lt"/>
          <a:ea typeface="+mn-ea"/>
          <a:cs typeface="+mn-cs"/>
        </a:defRPr>
      </a:lvl2pPr>
      <a:lvl3pPr marL="0" indent="0" algn="l" defTabSz="914400" rtl="0" eaLnBrk="1" latinLnBrk="0" hangingPunct="1">
        <a:lnSpc>
          <a:spcPct val="125000"/>
        </a:lnSpc>
        <a:spcBef>
          <a:spcPts val="0"/>
        </a:spcBef>
        <a:spcAft>
          <a:spcPts val="500"/>
        </a:spcAft>
        <a:buFont typeface="Arial" panose="020B0604020202020204" pitchFamily="34" charset="0"/>
        <a:buNone/>
        <a:defRPr sz="1200" kern="1200" spc="0">
          <a:solidFill>
            <a:srgbClr val="175252"/>
          </a:solidFill>
          <a:latin typeface="+mn-lt"/>
          <a:ea typeface="+mn-ea"/>
          <a:cs typeface="+mn-cs"/>
        </a:defRPr>
      </a:lvl3pPr>
      <a:lvl4pPr marL="0" indent="0" algn="l" defTabSz="914400" rtl="0" eaLnBrk="1" latinLnBrk="0" hangingPunct="1">
        <a:lnSpc>
          <a:spcPct val="114000"/>
        </a:lnSpc>
        <a:spcBef>
          <a:spcPts val="750"/>
        </a:spcBef>
        <a:spcAft>
          <a:spcPts val="0"/>
        </a:spcAft>
        <a:buFont typeface="Arial" panose="020B0604020202020204" pitchFamily="34" charset="0"/>
        <a:buNone/>
        <a:defRPr sz="900" kern="1200" spc="0" baseline="0">
          <a:solidFill>
            <a:schemeClr val="tx1"/>
          </a:solidFill>
          <a:latin typeface="+mn-lt"/>
          <a:ea typeface="+mn-ea"/>
          <a:cs typeface="+mn-cs"/>
        </a:defRPr>
      </a:lvl4pPr>
      <a:lvl5pPr marL="0" indent="0" algn="l" defTabSz="914400" rtl="0" eaLnBrk="1" latinLnBrk="0" hangingPunct="1">
        <a:lnSpc>
          <a:spcPct val="133000"/>
        </a:lnSpc>
        <a:spcBef>
          <a:spcPts val="0"/>
        </a:spcBef>
        <a:spcAft>
          <a:spcPts val="250"/>
        </a:spcAft>
        <a:buFont typeface="Arial" panose="020B0604020202020204" pitchFamily="34" charset="0"/>
        <a:buNone/>
        <a:defRPr sz="900" kern="1200" spc="0">
          <a:solidFill>
            <a:srgbClr val="64646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orient="horz" pos="2160">
          <p15:clr>
            <a:srgbClr val="F26B43"/>
          </p15:clr>
        </p15:guide>
        <p15:guide id="3" pos="384">
          <p15:clr>
            <a:srgbClr val="000000"/>
          </p15:clr>
        </p15:guide>
        <p15:guide id="4" pos="7296">
          <p15:clr>
            <a:srgbClr val="000000"/>
          </p15:clr>
        </p15:guide>
        <p15:guide id="5" orient="horz" pos="256">
          <p15:clr>
            <a:srgbClr val="A4A3A4"/>
          </p15:clr>
        </p15:guide>
        <p15:guide id="7" pos="5373">
          <p15:clr>
            <a:srgbClr val="C35EA4"/>
          </p15:clr>
        </p15:guide>
        <p15:guide id="8" pos="4805">
          <p15:clr>
            <a:srgbClr val="C35EA4"/>
          </p15:clr>
        </p15:guide>
        <p15:guide id="9" pos="2304">
          <p15:clr>
            <a:srgbClr val="C35EA4"/>
          </p15:clr>
        </p15:guide>
        <p15:guide id="10" pos="2880">
          <p15:clr>
            <a:srgbClr val="C35EA4"/>
          </p15:clr>
        </p15:guide>
        <p15:guide id="11" pos="2592">
          <p15:clr>
            <a:srgbClr val="9FCC3B"/>
          </p15:clr>
        </p15:guide>
        <p15:guide id="12" pos="5088">
          <p15:clr>
            <a:srgbClr val="9FCC3B"/>
          </p15:clr>
        </p15:guide>
        <p15:guide id="13" orient="horz" pos="3931">
          <p15:clr>
            <a:srgbClr val="000000"/>
          </p15:clr>
        </p15:guide>
        <p15:guide id="14" orient="horz" pos="4008">
          <p15:clr>
            <a:srgbClr val="A4A3A4"/>
          </p15:clr>
        </p15:guide>
        <p15:guide id="15" orient="horz" pos="336">
          <p15:clr>
            <a:srgbClr val="00000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CF9"/>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DB2EFB-A7C6-766F-3EA1-AAF5026FD071}"/>
              </a:ext>
            </a:extLst>
          </p:cNvPr>
          <p:cNvSpPr>
            <a:spLocks noGrp="1"/>
          </p:cNvSpPr>
          <p:nvPr>
            <p:ph type="title"/>
          </p:nvPr>
        </p:nvSpPr>
        <p:spPr>
          <a:xfrm>
            <a:off x="838200" y="365125"/>
            <a:ext cx="10515600" cy="1325563"/>
          </a:xfrm>
          <a:prstGeom prst="rect">
            <a:avLst/>
          </a:prstGeom>
        </p:spPr>
        <p:txBody>
          <a:bodyPr vert="horz" lIns="0" tIns="45720" rIns="91440" bIns="4572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2A5AED84-062A-9D1F-8772-FD02ACD70C02}"/>
              </a:ext>
            </a:extLst>
          </p:cNvPr>
          <p:cNvSpPr>
            <a:spLocks noGrp="1"/>
          </p:cNvSpPr>
          <p:nvPr>
            <p:ph type="body" idx="1"/>
          </p:nvPr>
        </p:nvSpPr>
        <p:spPr>
          <a:xfrm>
            <a:off x="838200" y="1825625"/>
            <a:ext cx="10515600" cy="4351338"/>
          </a:xfrm>
          <a:prstGeom prst="rect">
            <a:avLst/>
          </a:prstGeom>
        </p:spPr>
        <p:txBody>
          <a:bodyPr vert="horz" lIns="0" tIns="45720" rIns="91440" bIns="45720" rtlCol="0">
            <a:noAutofit/>
          </a:bodyPr>
          <a:lstStyle/>
          <a:p>
            <a:pPr lvl="0"/>
            <a:r>
              <a:rPr lang="en-US"/>
              <a:t>Click to edit Master text styles</a:t>
            </a:r>
          </a:p>
          <a:p>
            <a:pPr lvl="1"/>
            <a:r>
              <a:rPr lang="en-US" sz="1800" b="0" i="0" spc="0" baseline="0">
                <a:solidFill>
                  <a:srgbClr val="3D441E"/>
                </a:solidFill>
                <a:latin typeface="Helvetica Neue" panose="02000503000000020004" pitchFamily="2" charset="0"/>
                <a:ea typeface="Helvetica Neue" panose="02000503000000020004" pitchFamily="2" charset="0"/>
                <a:cs typeface="Helvetica Neue" panose="02000503000000020004" pitchFamily="2" charset="0"/>
              </a:rPr>
              <a:t>Second level</a:t>
            </a:r>
            <a:endParaRPr lang="en-US"/>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7739AE-D007-BE5B-34FC-0D9DAA0989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FF20D47F-A421-D24E-8AE1-92B0BF06A7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C370B7D-C80C-9C66-6CBC-D95136DCDB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07F6D5-C405-3747-904C-8A4483F83D09}" type="slidenum">
              <a:rPr lang="en-US" smtClean="0"/>
              <a:t>‹#›</a:t>
            </a:fld>
            <a:endParaRPr lang="en-US"/>
          </a:p>
        </p:txBody>
      </p:sp>
    </p:spTree>
    <p:extLst>
      <p:ext uri="{BB962C8B-B14F-4D97-AF65-F5344CB8AC3E}">
        <p14:creationId xmlns:p14="http://schemas.microsoft.com/office/powerpoint/2010/main" val="3702495410"/>
      </p:ext>
    </p:extLst>
  </p:cSld>
  <p:clrMap bg1="lt1" tx1="dk1" bg2="lt2" tx2="dk2" accent1="accent1" accent2="accent2" accent3="accent3" accent4="accent4" accent5="accent5" accent6="accent6" hlink="hlink" folHlink="folHlink"/>
  <p:sldLayoutIdLst>
    <p:sldLayoutId id="2147484481" r:id="rId1"/>
    <p:sldLayoutId id="2147484482" r:id="rId2"/>
    <p:sldLayoutId id="2147484483" r:id="rId3"/>
    <p:sldLayoutId id="2147484484" r:id="rId4"/>
    <p:sldLayoutId id="2147484485" r:id="rId5"/>
    <p:sldLayoutId id="2147484486" r:id="rId6"/>
    <p:sldLayoutId id="2147484487" r:id="rId7"/>
    <p:sldLayoutId id="2147484488" r:id="rId8"/>
    <p:sldLayoutId id="2147484489" r:id="rId9"/>
    <p:sldLayoutId id="2147484490" r:id="rId10"/>
    <p:sldLayoutId id="2147484491" r:id="rId11"/>
    <p:sldLayoutId id="2147484492" r:id="rId12"/>
    <p:sldLayoutId id="2147484493" r:id="rId13"/>
    <p:sldLayoutId id="2147484494" r:id="rId14"/>
    <p:sldLayoutId id="2147484495" r:id="rId15"/>
    <p:sldLayoutId id="2147484496" r:id="rId16"/>
    <p:sldLayoutId id="2147484497" r:id="rId17"/>
    <p:sldLayoutId id="2147484498" r:id="rId18"/>
    <p:sldLayoutId id="2147484499" r:id="rId19"/>
    <p:sldLayoutId id="2147484500" r:id="rId20"/>
    <p:sldLayoutId id="2147484501" r:id="rId21"/>
    <p:sldLayoutId id="2147484502" r:id="rId22"/>
    <p:sldLayoutId id="2147484503" r:id="rId23"/>
    <p:sldLayoutId id="2147484504" r:id="rId24"/>
    <p:sldLayoutId id="2147484505" r:id="rId25"/>
    <p:sldLayoutId id="2147484506" r:id="rId26"/>
    <p:sldLayoutId id="2147484507" r:id="rId27"/>
    <p:sldLayoutId id="2147484508" r:id="rId28"/>
    <p:sldLayoutId id="2147484509" r:id="rId29"/>
    <p:sldLayoutId id="2147484510" r:id="rId30"/>
    <p:sldLayoutId id="2147484511" r:id="rId31"/>
    <p:sldLayoutId id="2147484512" r:id="rId32"/>
    <p:sldLayoutId id="2147484513" r:id="rId33"/>
    <p:sldLayoutId id="2147484514" r:id="rId34"/>
    <p:sldLayoutId id="2147484515" r:id="rId35"/>
    <p:sldLayoutId id="2147484516" r:id="rId36"/>
    <p:sldLayoutId id="2147484517" r:id="rId37"/>
    <p:sldLayoutId id="2147484518" r:id="rId38"/>
    <p:sldLayoutId id="2147484519" r:id="rId39"/>
    <p:sldLayoutId id="2147484520" r:id="rId40"/>
    <p:sldLayoutId id="2147484521" r:id="rId41"/>
    <p:sldLayoutId id="2147484522" r:id="rId42"/>
    <p:sldLayoutId id="2147484523" r:id="rId43"/>
    <p:sldLayoutId id="2147484524" r:id="rId44"/>
    <p:sldLayoutId id="2147484525" r:id="rId45"/>
    <p:sldLayoutId id="2147484526" r:id="rId46"/>
    <p:sldLayoutId id="2147484527" r:id="rId47"/>
    <p:sldLayoutId id="2147484528" r:id="rId48"/>
    <p:sldLayoutId id="2147484529" r:id="rId49"/>
    <p:sldLayoutId id="2147484530" r:id="rId50"/>
    <p:sldLayoutId id="2147484531" r:id="rId51"/>
    <p:sldLayoutId id="2147484532" r:id="rId52"/>
    <p:sldLayoutId id="2147484533" r:id="rId53"/>
    <p:sldLayoutId id="2147484534" r:id="rId54"/>
    <p:sldLayoutId id="2147484535" r:id="rId55"/>
    <p:sldLayoutId id="2147484536" r:id="rId56"/>
    <p:sldLayoutId id="2147484537" r:id="rId57"/>
    <p:sldLayoutId id="2147484538" r:id="rId58"/>
    <p:sldLayoutId id="2147484539" r:id="rId59"/>
    <p:sldLayoutId id="2147484540" r:id="rId60"/>
    <p:sldLayoutId id="2147484541" r:id="rId61"/>
    <p:sldLayoutId id="2147484542" r:id="rId62"/>
    <p:sldLayoutId id="2147484543" r:id="rId63"/>
  </p:sldLayoutIdLst>
  <p:hf hdr="0" ftr="0" dt="0"/>
  <p:txStyles>
    <p:titleStyle>
      <a:lvl1pPr algn="l" defTabSz="914400" rtl="0" eaLnBrk="1" latinLnBrk="0" hangingPunct="1">
        <a:lnSpc>
          <a:spcPts val="4000"/>
        </a:lnSpc>
        <a:spcBef>
          <a:spcPct val="0"/>
        </a:spcBef>
        <a:buNone/>
        <a:defRPr sz="4000" b="0" i="0" kern="1200" spc="-100" baseline="0">
          <a:solidFill>
            <a:srgbClr val="3D441E"/>
          </a:solidFill>
          <a:latin typeface="Saol Display Light" pitchFamily="2" charset="77"/>
          <a:ea typeface="+mj-ea"/>
          <a:cs typeface="+mj-cs"/>
        </a:defRPr>
      </a:lvl1pPr>
    </p:titleStyle>
    <p:bodyStyle>
      <a:lvl1pPr marL="0" indent="0" algn="l" defTabSz="914400" rtl="0" eaLnBrk="1" latinLnBrk="0" hangingPunct="1">
        <a:lnSpc>
          <a:spcPts val="1700"/>
        </a:lnSpc>
        <a:spcBef>
          <a:spcPts val="0"/>
        </a:spcBef>
        <a:spcAft>
          <a:spcPts val="1000"/>
        </a:spcAft>
        <a:buFont typeface="Arial" panose="020B0604020202020204" pitchFamily="34" charset="0"/>
        <a:buNone/>
        <a:defRPr sz="1300" kern="1200" spc="0" baseline="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vl2pPr marL="180000" indent="-180000" algn="l" defTabSz="914400" rtl="0" eaLnBrk="1" latinLnBrk="0" hangingPunct="1">
        <a:lnSpc>
          <a:spcPts val="1700"/>
        </a:lnSpc>
        <a:spcBef>
          <a:spcPts val="0"/>
        </a:spcBef>
        <a:spcAft>
          <a:spcPts val="500"/>
        </a:spcAft>
        <a:buFont typeface="Arial" panose="020B0604020202020204" pitchFamily="34" charset="0"/>
        <a:buChar char="•"/>
        <a:tabLst/>
        <a:defRPr sz="1300" b="0" i="0" kern="0" spc="0" baseline="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2pPr>
      <a:lvl3pPr marL="360000" indent="-180000" algn="l" defTabSz="914400" rtl="0" eaLnBrk="1" latinLnBrk="0" hangingPunct="1">
        <a:lnSpc>
          <a:spcPts val="1700"/>
        </a:lnSpc>
        <a:spcBef>
          <a:spcPts val="0"/>
        </a:spcBef>
        <a:spcAft>
          <a:spcPts val="500"/>
        </a:spcAft>
        <a:buFont typeface="Arial" panose="020B0604020202020204" pitchFamily="34" charset="0"/>
        <a:buChar char="•"/>
        <a:tabLst/>
        <a:defRPr sz="1300" b="0" i="0" kern="0" cap="none" spc="0" baseline="0">
          <a:solidFill>
            <a:schemeClr val="tx1"/>
          </a:solidFill>
          <a:latin typeface="+mn-lt"/>
          <a:ea typeface="Helvetica Neue" panose="02000503000000020004" pitchFamily="2" charset="0"/>
          <a:cs typeface="Helvetica Neue" panose="02000503000000020004" pitchFamily="2" charset="0"/>
        </a:defRPr>
      </a:lvl3pPr>
      <a:lvl4pPr marL="576000" indent="-180000" algn="l" defTabSz="914400" rtl="0" eaLnBrk="1" latinLnBrk="0" hangingPunct="1">
        <a:lnSpc>
          <a:spcPts val="1700"/>
        </a:lnSpc>
        <a:spcBef>
          <a:spcPts val="0"/>
        </a:spcBef>
        <a:spcAft>
          <a:spcPts val="500"/>
        </a:spcAft>
        <a:buFont typeface="Arial" panose="020B0604020202020204" pitchFamily="34" charset="0"/>
        <a:buChar char="•"/>
        <a:tabLst/>
        <a:defRPr sz="1300" b="0" i="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4pPr>
      <a:lvl5pPr marL="828000" indent="-180000" algn="l" defTabSz="914400" rtl="0" eaLnBrk="1" latinLnBrk="0" hangingPunct="1">
        <a:lnSpc>
          <a:spcPts val="1700"/>
        </a:lnSpc>
        <a:spcBef>
          <a:spcPts val="0"/>
        </a:spcBef>
        <a:spcAft>
          <a:spcPts val="500"/>
        </a:spcAft>
        <a:buFont typeface="Arial" panose="020B0604020202020204" pitchFamily="34" charset="0"/>
        <a:buChar char="•"/>
        <a:tabLst/>
        <a:defRPr sz="1300" b="0" i="0" kern="1200" baseline="0">
          <a:solidFill>
            <a:schemeClr val="tx1"/>
          </a:solidFill>
          <a:latin typeface="+mn-lt"/>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7680">
          <p15:clr>
            <a:srgbClr val="F26B43"/>
          </p15:clr>
        </p15:guide>
        <p15:guide id="3" pos="211">
          <p15:clr>
            <a:srgbClr val="F26B43"/>
          </p15:clr>
        </p15:guide>
        <p15:guide id="4" pos="752">
          <p15:clr>
            <a:srgbClr val="F26B43"/>
          </p15:clr>
        </p15:guide>
        <p15:guide id="5" pos="839">
          <p15:clr>
            <a:srgbClr val="F26B43"/>
          </p15:clr>
        </p15:guide>
        <p15:guide id="6" pos="1361">
          <p15:clr>
            <a:srgbClr val="F26B43"/>
          </p15:clr>
        </p15:guide>
        <p15:guide id="7" pos="1448">
          <p15:clr>
            <a:srgbClr val="F26B43"/>
          </p15:clr>
        </p15:guide>
        <p15:guide id="8" pos="1970">
          <p15:clr>
            <a:srgbClr val="F26B43"/>
          </p15:clr>
        </p15:guide>
        <p15:guide id="9" pos="2056">
          <p15:clr>
            <a:srgbClr val="F26B43"/>
          </p15:clr>
        </p15:guide>
        <p15:guide id="10" pos="2579">
          <p15:clr>
            <a:srgbClr val="F26B43"/>
          </p15:clr>
        </p15:guide>
        <p15:guide id="11" pos="2665">
          <p15:clr>
            <a:srgbClr val="F26B43"/>
          </p15:clr>
        </p15:guide>
        <p15:guide id="12" pos="3188">
          <p15:clr>
            <a:srgbClr val="F26B43"/>
          </p15:clr>
        </p15:guide>
        <p15:guide id="13" pos="3274">
          <p15:clr>
            <a:srgbClr val="F26B43"/>
          </p15:clr>
        </p15:guide>
        <p15:guide id="14" pos="3796">
          <p15:clr>
            <a:srgbClr val="F26B43"/>
          </p15:clr>
        </p15:guide>
        <p15:guide id="15" pos="3883">
          <p15:clr>
            <a:srgbClr val="F26B43"/>
          </p15:clr>
        </p15:guide>
        <p15:guide id="16" pos="4405">
          <p15:clr>
            <a:srgbClr val="F26B43"/>
          </p15:clr>
        </p15:guide>
        <p15:guide id="17" pos="4492">
          <p15:clr>
            <a:srgbClr val="F26B43"/>
          </p15:clr>
        </p15:guide>
        <p15:guide id="18" pos="5014">
          <p15:clr>
            <a:srgbClr val="F26B43"/>
          </p15:clr>
        </p15:guide>
        <p15:guide id="19" pos="5100">
          <p15:clr>
            <a:srgbClr val="F26B43"/>
          </p15:clr>
        </p15:guide>
        <p15:guide id="20" pos="5623">
          <p15:clr>
            <a:srgbClr val="F26B43"/>
          </p15:clr>
        </p15:guide>
        <p15:guide id="21" pos="5709">
          <p15:clr>
            <a:srgbClr val="F26B43"/>
          </p15:clr>
        </p15:guide>
        <p15:guide id="22" pos="6232">
          <p15:clr>
            <a:srgbClr val="F26B43"/>
          </p15:clr>
        </p15:guide>
        <p15:guide id="23" pos="6318">
          <p15:clr>
            <a:srgbClr val="F26B43"/>
          </p15:clr>
        </p15:guide>
        <p15:guide id="24" pos="6840">
          <p15:clr>
            <a:srgbClr val="F26B43"/>
          </p15:clr>
        </p15:guide>
        <p15:guide id="25" pos="6927">
          <p15:clr>
            <a:srgbClr val="F26B43"/>
          </p15:clr>
        </p15:guide>
        <p15:guide id="26" pos="7449">
          <p15:clr>
            <a:srgbClr val="F26B43"/>
          </p15:clr>
        </p15:guide>
        <p15:guide id="27" orient="horz">
          <p15:clr>
            <a:srgbClr val="F26B43"/>
          </p15:clr>
        </p15:guide>
        <p15:guide id="28" orient="horz" pos="4320">
          <p15:clr>
            <a:srgbClr val="F26B43"/>
          </p15:clr>
        </p15:guide>
        <p15:guide id="29" orient="horz" pos="144">
          <p15:clr>
            <a:srgbClr val="F26B43"/>
          </p15:clr>
        </p15:guide>
        <p15:guide id="30" orient="horz" pos="417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hyperlink" Target="https://www.talkwalker.com/" TargetMode="External"/><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8" Type="http://schemas.openxmlformats.org/officeDocument/2006/relationships/hyperlink" Target="https://www.independent.co.uk/travel/cruise/four-seasons-third-luxury-yacht-b3013772.html" TargetMode="External"/><Relationship Id="rId13" Type="http://schemas.openxmlformats.org/officeDocument/2006/relationships/hyperlink" Target="https://www.breakingtravelnews.com/news/article/silversea-unveils-2028-2029-voyage-collection-with-278-voyages-across-497-d/" TargetMode="External"/><Relationship Id="rId18" Type="http://schemas.openxmlformats.org/officeDocument/2006/relationships/hyperlink" Target="https://www.mirror.co.uk/travel/five-bucket-list-cruise-holidays-37331424" TargetMode="External"/><Relationship Id="rId26" Type="http://schemas.openxmlformats.org/officeDocument/2006/relationships/hyperlink" Target="https://www.travelmarketreport.com/cruises/articles/regent-seven-seas-cruises-celebrates-35-years-with-collection-of-anniversary-sailings" TargetMode="External"/><Relationship Id="rId3" Type="http://schemas.openxmlformats.org/officeDocument/2006/relationships/hyperlink" Target="https://www.thestar.com/life/travel/cruise/article_7157b3bd-cd57-467b-9e8f-c8ff0a61f57d.html" TargetMode="External"/><Relationship Id="rId21" Type="http://schemas.openxmlformats.org/officeDocument/2006/relationships/hyperlink" Target="https://www.fvw.de/touristik/kreuzfahrt/reduzierte-gaestekapazitaet-rssc-mit-mehr-komfort-und-weniger-suiten-263407" TargetMode="External"/><Relationship Id="rId7" Type="http://schemas.openxmlformats.org/officeDocument/2006/relationships/hyperlink" Target="https://latteluxurynews.com/2026/07/08/fincantieri-signs-contract-for-four-seasons-iii/" TargetMode="External"/><Relationship Id="rId12" Type="http://schemas.openxmlformats.org/officeDocument/2006/relationships/hyperlink" Target="https://www.travelmarketreport.com/cruises/articles/silversea-cruises-unveils-2028-29-deployments-497-destinations-71-countries" TargetMode="External"/><Relationship Id="rId17" Type="http://schemas.openxmlformats.org/officeDocument/2006/relationships/hyperlink" Target="https://www.independent.co.uk/travel/cruise/best-cruises-the-odyssey-b3016828.html" TargetMode="External"/><Relationship Id="rId25" Type="http://schemas.openxmlformats.org/officeDocument/2006/relationships/hyperlink" Target="https://www.independent.co.uk/travel/cruise/regent-seven-seas-prestige-sports-deck-b3009759.html" TargetMode="External"/><Relationship Id="rId2" Type="http://schemas.openxmlformats.org/officeDocument/2006/relationships/hyperlink" Target="https://www.bonappetit.com/story/four-seasons-yacht-dining" TargetMode="External"/><Relationship Id="rId16" Type="http://schemas.openxmlformats.org/officeDocument/2006/relationships/hyperlink" Target="https://www.independent.co.uk/travel/cruise/silversea-golf-themed-cruises-b3016673.html" TargetMode="External"/><Relationship Id="rId20" Type="http://schemas.openxmlformats.org/officeDocument/2006/relationships/hyperlink" Target="https://www.luxurytravelreport.com/cruises/articles/regent-seven-seas-cruises-bets-on-more-space-and-fewer-guests" TargetMode="External"/><Relationship Id="rId29" Type="http://schemas.openxmlformats.org/officeDocument/2006/relationships/chart" Target="../charts/chart1.xml"/><Relationship Id="rId1" Type="http://schemas.openxmlformats.org/officeDocument/2006/relationships/slideLayout" Target="../slideLayouts/slideLayout26.xml"/><Relationship Id="rId6" Type="http://schemas.openxmlformats.org/officeDocument/2006/relationships/hyperlink" Target="https://www.travelpulse.com/news/cruise/four-seasons-yachts-to-add-third-ship-to-fleet" TargetMode="External"/><Relationship Id="rId11" Type="http://schemas.openxmlformats.org/officeDocument/2006/relationships/hyperlink" Target="https://www.travelpulse.com/news/cruise/royal-caribbean-and-carnival-s-new-ship-plans-itinerary-updates-and-top-cruise-news-from-july" TargetMode="External"/><Relationship Id="rId24" Type="http://schemas.openxmlformats.org/officeDocument/2006/relationships/hyperlink" Target="https://www.travelmarketreport.com/cruises/articles/regent-seven-seas-cruises-releases-2026-holiday-shore-excursions-land-programs" TargetMode="External"/><Relationship Id="rId5" Type="http://schemas.openxmlformats.org/officeDocument/2006/relationships/hyperlink" Target="https://www.travelmarketreport.com/cruises/articles/fincantieri-to-build-third-four-seasons-yacht-vessel" TargetMode="External"/><Relationship Id="rId15" Type="http://schemas.openxmlformats.org/officeDocument/2006/relationships/hyperlink" Target="https://www.travelmarketreport.com/cruises/articles/silversea-cruises-launches-golf-themed-sailings-in-partnership-with-perrygolf" TargetMode="External"/><Relationship Id="rId23" Type="http://schemas.openxmlformats.org/officeDocument/2006/relationships/hyperlink" Target="https://www.travelmarketreport.com/cruises/articles/regent-seven-seas-cruises-reveals-new-solara-sports-deck-concept-for-seven-seas-prestige" TargetMode="External"/><Relationship Id="rId28" Type="http://schemas.openxmlformats.org/officeDocument/2006/relationships/hyperlink" Target="https://www.luxurytravelmagazine.com/news-articles/regent-seven-seas-cruises-to-celebrate-35-unrivaled-years-at-sea" TargetMode="External"/><Relationship Id="rId10" Type="http://schemas.openxmlformats.org/officeDocument/2006/relationships/hyperlink" Target="https://www.globaltravelerusa.com/four-seasons-yachts-debuts-private-island-experiences-ahead-of-caribbean-season/" TargetMode="External"/><Relationship Id="rId19" Type="http://schemas.openxmlformats.org/officeDocument/2006/relationships/hyperlink" Target="https://www.travelmarketreport.com/cruises/articles/regent-seven-seas-cruises-enhances-explorer-class-with-larger-suites-reduced-capacity" TargetMode="External"/><Relationship Id="rId4" Type="http://schemas.openxmlformats.org/officeDocument/2006/relationships/hyperlink" Target="https://www.independent.co.uk/travel/cruise/best-new-cruise-ships-2026-2027-2028-b2963323.html" TargetMode="External"/><Relationship Id="rId9" Type="http://schemas.openxmlformats.org/officeDocument/2006/relationships/hyperlink" Target="https://www.fvw.de/touristik/kreuzfahrt/schiff-nummer-drei-fincantieri-baut-weitere-four-seasons-yacht-262677" TargetMode="External"/><Relationship Id="rId14" Type="http://schemas.openxmlformats.org/officeDocument/2006/relationships/hyperlink" Target="https://www.fvw.de/touristik/kreuzfahrt/coolcation-mit-der-silver-nova-silversea-legt-neue-nordeuropa-reisen-auf-263376" TargetMode="External"/><Relationship Id="rId22" Type="http://schemas.openxmlformats.org/officeDocument/2006/relationships/hyperlink" Target="https://www.travelmarketreport.com/cruises/articles/travel-leisure-names-best-cruise-lines-for-2026" TargetMode="External"/><Relationship Id="rId27" Type="http://schemas.openxmlformats.org/officeDocument/2006/relationships/hyperlink" Target="https://www.globaltravelerusa.com/regent-seven-seas-cruises-celebrates-35-years-with-special-savings/" TargetMode="External"/><Relationship Id="rId30" Type="http://schemas.openxmlformats.org/officeDocument/2006/relationships/chart" Target="../charts/chart2.xml"/></Relationships>
</file>

<file path=ppt/slides/_rels/slide7.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notesSlide" Target="../notesSlides/notesSlide1.xml"/><Relationship Id="rId1" Type="http://schemas.openxmlformats.org/officeDocument/2006/relationships/slideLayout" Target="../slideLayouts/slideLayout26.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s/_rels/slide9.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svg"/><Relationship Id="rId1" Type="http://schemas.openxmlformats.org/officeDocument/2006/relationships/slideLayout" Target="../slideLayouts/slideLayout26.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8" Type="http://schemas.openxmlformats.org/officeDocument/2006/relationships/hyperlink" Target="https://www.travelmarketreport.com/cruises/articles/silversea-cruises-unveils-2028-29-deployments-497-destinations-71-countries" TargetMode="External"/><Relationship Id="rId13" Type="http://schemas.openxmlformats.org/officeDocument/2006/relationships/chart" Target="../charts/chart4.xml"/><Relationship Id="rId3" Type="http://schemas.openxmlformats.org/officeDocument/2006/relationships/hyperlink" Target="https://www.bonappetit.com/story/four-seasons-yacht-dining" TargetMode="External"/><Relationship Id="rId7" Type="http://schemas.openxmlformats.org/officeDocument/2006/relationships/hyperlink" Target="https://www.globaltravelerusa.com/four-seasons-yachts-debuts-private-island-experiences-ahead-of-caribbean-season/" TargetMode="External"/><Relationship Id="rId12" Type="http://schemas.openxmlformats.org/officeDocument/2006/relationships/hyperlink" Target="https://www.luxurytravelreport.com/cruises/articles/regent-seven-seas-cruises-bets-on-more-space-and-fewer-guests" TargetMode="External"/><Relationship Id="rId2" Type="http://schemas.openxmlformats.org/officeDocument/2006/relationships/notesSlide" Target="../notesSlides/notesSlide2.xml"/><Relationship Id="rId1" Type="http://schemas.openxmlformats.org/officeDocument/2006/relationships/slideLayout" Target="../slideLayouts/slideLayout26.xml"/><Relationship Id="rId6" Type="http://schemas.openxmlformats.org/officeDocument/2006/relationships/hyperlink" Target="https://www.travelpulse.com/news/cruise/four-seasons-yachts-to-add-third-ship-to-fleet" TargetMode="External"/><Relationship Id="rId11" Type="http://schemas.openxmlformats.org/officeDocument/2006/relationships/hyperlink" Target="https://www.globaltravelerusa.com/regent-seven-seas-cruises-celebrates-35-years-with-special-savings/" TargetMode="External"/><Relationship Id="rId5" Type="http://schemas.openxmlformats.org/officeDocument/2006/relationships/hyperlink" Target="https://www.travelmarketreport.com/cruises/articles/fincantieri-to-build-third-four-seasons-yacht-vessel" TargetMode="External"/><Relationship Id="rId10" Type="http://schemas.openxmlformats.org/officeDocument/2006/relationships/hyperlink" Target="https://www.travelmarketreport.com/cruises/articles/regent-seven-seas-cruises-enhances-explorer-class-with-larger-suites-reduced-capacity" TargetMode="External"/><Relationship Id="rId4" Type="http://schemas.openxmlformats.org/officeDocument/2006/relationships/hyperlink" Target="https://www.thestar.com/life/travel/cruise/article_7157b3bd-cd57-467b-9e8f-c8ff0a61f57d.html" TargetMode="External"/><Relationship Id="rId9" Type="http://schemas.openxmlformats.org/officeDocument/2006/relationships/hyperlink" Target="https://www.travelmarketreport.com/cruises/articles/silversea-cruises-launches-golf-themed-sailings-in-partnership-with-perrygolf" TargetMode="External"/><Relationship Id="rId14" Type="http://schemas.openxmlformats.org/officeDocument/2006/relationships/chart" Target="../charts/char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8" Type="http://schemas.openxmlformats.org/officeDocument/2006/relationships/hyperlink" Target="https://www.breakingtravelnews.com/news/article/regent-seven-seas-cruises-to-celebrate-35-unrivalled-years-at-sea/" TargetMode="External"/><Relationship Id="rId13" Type="http://schemas.openxmlformats.org/officeDocument/2006/relationships/hyperlink" Target="https://www.independent.co.uk/travel/cruise/silversea-golf-themed-cruises-b3016673.html" TargetMode="External"/><Relationship Id="rId18" Type="http://schemas.openxmlformats.org/officeDocument/2006/relationships/chart" Target="../charts/chart7.xml"/><Relationship Id="rId3" Type="http://schemas.openxmlformats.org/officeDocument/2006/relationships/hyperlink" Target="https://www.independent.co.uk/bulletin/news/four-seasons-yacht-fincantieri-ancona-b3015247.html" TargetMode="External"/><Relationship Id="rId7" Type="http://schemas.openxmlformats.org/officeDocument/2006/relationships/hyperlink" Target="https://www.breakingtravelnews.com/news/article/regent-seven-seas-cruises-to-celebrate-the-festive-season-with-56-new-shore/" TargetMode="External"/><Relationship Id="rId12" Type="http://schemas.openxmlformats.org/officeDocument/2006/relationships/hyperlink" Target="https://www.fvw.de/touristik/kreuzfahrt/reduzierte-gaestekapazitaet-rssc-mit-mehr-komfort-und-weniger-suiten-263407" TargetMode="External"/><Relationship Id="rId17" Type="http://schemas.openxmlformats.org/officeDocument/2006/relationships/chart" Target="../charts/chart6.xml"/><Relationship Id="rId2" Type="http://schemas.openxmlformats.org/officeDocument/2006/relationships/notesSlide" Target="../notesSlides/notesSlide3.xml"/><Relationship Id="rId16" Type="http://schemas.openxmlformats.org/officeDocument/2006/relationships/hyperlink" Target="https://www.fvw.de/touristik/kreuzfahrt/coolcation-mit-der-silver-nova-silversea-legt-neue-nordeuropa-reisen-auf-263376" TargetMode="External"/><Relationship Id="rId1" Type="http://schemas.openxmlformats.org/officeDocument/2006/relationships/slideLayout" Target="../slideLayouts/slideLayout26.xml"/><Relationship Id="rId6" Type="http://schemas.openxmlformats.org/officeDocument/2006/relationships/hyperlink" Target="https://www.independent.co.uk/travel/cruise/regent-seven-seas-prestige-sports-deck-b3009759.html" TargetMode="External"/><Relationship Id="rId11" Type="http://schemas.openxmlformats.org/officeDocument/2006/relationships/hyperlink" Target="https://www.fvw.de/touristik/kreuzfahrt/spezielle-kreuzfahrtkollektion-zum-35.-regent-seven-seas-legt-geburtstagsreisen-auf-263165" TargetMode="External"/><Relationship Id="rId5" Type="http://schemas.openxmlformats.org/officeDocument/2006/relationships/hyperlink" Target="https://www.fvw.de/touristik/kreuzfahrt/schiff-nummer-drei-fincantieri-baut-weitere-four-seasons-yacht-262677" TargetMode="External"/><Relationship Id="rId15" Type="http://schemas.openxmlformats.org/officeDocument/2006/relationships/hyperlink" Target="https://www.mirror.co.uk/travel/five-bucket-list-cruise-holidays-37331424" TargetMode="External"/><Relationship Id="rId10" Type="http://schemas.openxmlformats.org/officeDocument/2006/relationships/hyperlink" Target="https://www.touristik-aktuell.de/kreuzfahrten/regent-seven-seas-35-jubilaeum/" TargetMode="External"/><Relationship Id="rId4" Type="http://schemas.openxmlformats.org/officeDocument/2006/relationships/hyperlink" Target="https://www.independent.co.uk/travel/cruise/four-seasons-third-luxury-yacht-b3013772.html" TargetMode="External"/><Relationship Id="rId9" Type="http://schemas.openxmlformats.org/officeDocument/2006/relationships/hyperlink" Target="https://www.tip-online.at/news/60281/regent-seven-seas-cruises-feiert-35-jahre/" TargetMode="External"/><Relationship Id="rId14" Type="http://schemas.openxmlformats.org/officeDocument/2006/relationships/hyperlink" Target="https://www.independent.co.uk/travel/cruise/best-cruises-the-odyssey-b3016828.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8" Type="http://schemas.openxmlformats.org/officeDocument/2006/relationships/hyperlink" Target="https://mp.weixin.qq.com/s?__biz=MzkyNjE5MzEyMg==&amp;mid=2247491634&amp;idx=1&amp;sn=01eb75f0ca8a6141cbbfbafbaac741b2&amp;poc_token=HDeYfmqjiWtBFWgQFzM-Dge4kE3nvLVwG1VkQxxx" TargetMode="External"/><Relationship Id="rId13" Type="http://schemas.openxmlformats.org/officeDocument/2006/relationships/hyperlink" Target="https://weibo.com/2297463275/R7yaz97Ke" TargetMode="External"/><Relationship Id="rId18" Type="http://schemas.openxmlformats.org/officeDocument/2006/relationships/hyperlink" Target="https://www.traveldailymedia.com/aman-at-sea-launches-amangati-yacht/" TargetMode="External"/><Relationship Id="rId26" Type="http://schemas.openxmlformats.org/officeDocument/2006/relationships/hyperlink" Target="https://mp.weixin.qq.com/s?__biz=MzkxNjcwNTg3OQ==&amp;mid=2247524100&amp;idx=1&amp;sn=966b1b94907068b75da2210f0d519362&amp;poc_token=HC_pfmqjz0NSsbf7_i6d6CM3TrIrApmtr1NIdW3S" TargetMode="External"/><Relationship Id="rId3" Type="http://schemas.openxmlformats.org/officeDocument/2006/relationships/hyperlink" Target="http://www.chinagrazia.com/article/186163.html" TargetMode="External"/><Relationship Id="rId21" Type="http://schemas.openxmlformats.org/officeDocument/2006/relationships/hyperlink" Target="https://www.cruisemonitor.com.au/aman-at-sea-celebrates-major-milestone-for-debut-yacht/" TargetMode="External"/><Relationship Id="rId7" Type="http://schemas.openxmlformats.org/officeDocument/2006/relationships/hyperlink" Target="https://mp.weixin.qq.com/s?__biz=MjM5Njc1MzgyNA==&amp;mid=2651466571&amp;idx=4&amp;sn=e0c1dc5246e37994190913d62639f3e3&amp;poc_token=HBqVfmqjjDejRi77nOS4sozqdjKIu04WhkgYT8i3" TargetMode="External"/><Relationship Id="rId12" Type="http://schemas.openxmlformats.org/officeDocument/2006/relationships/hyperlink" Target="https://cruisepassenger.com.au/news/regent-seven-seas-cruises-unveils-a-dedicated-sports-deck-onboard-the-new-seven-seas-prestige/" TargetMode="External"/><Relationship Id="rId17" Type="http://schemas.openxmlformats.org/officeDocument/2006/relationships/hyperlink" Target="https://travelweekly.com.au/regent-seven-seas-reveals-collection-with-56-shore-excursions-five-holiday-land-programs/" TargetMode="External"/><Relationship Id="rId25" Type="http://schemas.openxmlformats.org/officeDocument/2006/relationships/hyperlink" Target="https://money.udn.com/money/story/123060/9641362" TargetMode="External"/><Relationship Id="rId2" Type="http://schemas.openxmlformats.org/officeDocument/2006/relationships/hyperlink" Target="https://cosmopolitancn.com/cosmo/lohas/detail/50062" TargetMode="External"/><Relationship Id="rId16" Type="http://schemas.openxmlformats.org/officeDocument/2006/relationships/hyperlink" Target="https://karryon.com.au/luxury/regent-seven-seas-excursions/" TargetMode="External"/><Relationship Id="rId20" Type="http://schemas.openxmlformats.org/officeDocument/2006/relationships/hyperlink" Target="https://www.ttrweekly.com/site/2026/07/amangati-from-dry-dock-to-sea/" TargetMode="External"/><Relationship Id="rId1" Type="http://schemas.openxmlformats.org/officeDocument/2006/relationships/slideLayout" Target="../slideLayouts/slideLayout26.xml"/><Relationship Id="rId6" Type="http://schemas.openxmlformats.org/officeDocument/2006/relationships/hyperlink" Target="https://latteluxurynews.com/2026/07/08/fincantieri-signs-contract-for-four-seasons-iii/" TargetMode="External"/><Relationship Id="rId11" Type="http://schemas.openxmlformats.org/officeDocument/2006/relationships/hyperlink" Target="https://www.traveldailymedia.com/regent-seven-seas-unveils-prestiges-solara-luxury-decks/" TargetMode="External"/><Relationship Id="rId24" Type="http://schemas.openxmlformats.org/officeDocument/2006/relationships/hyperlink" Target="https://www.ttgasia.com/2026/07/06/aman-at-sea-charts-inaugural-caribbean-season/" TargetMode="External"/><Relationship Id="rId5" Type="http://schemas.openxmlformats.org/officeDocument/2006/relationships/hyperlink" Target="https://traveldaily.com.au/news/four-seasons-third/426913" TargetMode="External"/><Relationship Id="rId15" Type="http://schemas.openxmlformats.org/officeDocument/2006/relationships/hyperlink" Target="https://www.smh.com.au/traveller/inspiration/on-board-the-best-ship-in-the-world-s-most-luxurious-fleet-20260701-p60bkv.html" TargetMode="External"/><Relationship Id="rId23" Type="http://schemas.openxmlformats.org/officeDocument/2006/relationships/hyperlink" Target="https://mp.weixin.qq.com/s?__biz=MzkyNjE5MzEyMg==&amp;mid=2247491667&amp;idx=1&amp;sn=d8aae91230b76cf88fbeb2c699a5d0b0&amp;poc_token=HMrpfmqjDIk13v3myGYwpReRgWi8O64VmRE7p6FB" TargetMode="External"/><Relationship Id="rId28" Type="http://schemas.openxmlformats.org/officeDocument/2006/relationships/chart" Target="../charts/chart9.xml"/><Relationship Id="rId10" Type="http://schemas.openxmlformats.org/officeDocument/2006/relationships/hyperlink" Target="https://www.xiaohongshu.com/explore/6a4f72460000000011017c32?xsec_token=ABxTwDulpWkhzVKi2Nklmaop0VNjcqzUt0mXHogiV6Lbk=&amp;xsec_source=pc_search&amp;source=unknown" TargetMode="External"/><Relationship Id="rId19" Type="http://schemas.openxmlformats.org/officeDocument/2006/relationships/hyperlink" Target="https://latteluxurynews.com/2026/07/24/aman-at-sea-amangati-has-been-floated-out-in-genoa/" TargetMode="External"/><Relationship Id="rId4" Type="http://schemas.openxmlformats.org/officeDocument/2006/relationships/hyperlink" Target="https://cruiseweekly.com.au/news/third-ship-for-four-seasons/91947" TargetMode="External"/><Relationship Id="rId9" Type="http://schemas.openxmlformats.org/officeDocument/2006/relationships/hyperlink" Target="https://www.traveldailymedia.com/four-seasons-yachts-adds-private-islands-to-caribbean-debut/" TargetMode="External"/><Relationship Id="rId14" Type="http://schemas.openxmlformats.org/officeDocument/2006/relationships/hyperlink" Target="https://www.ttgasia.com/2026/07/06/luxury-cruising-heats-up-as-more-brands-and-experiences-enter-the-market/" TargetMode="External"/><Relationship Id="rId22" Type="http://schemas.openxmlformats.org/officeDocument/2006/relationships/hyperlink" Target="https://weibo.com/1894758707/R7eAlr9tM" TargetMode="External"/><Relationship Id="rId27" Type="http://schemas.openxmlformats.org/officeDocument/2006/relationships/chart" Target="../charts/char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chart" Target="../charts/chart10.xml"/><Relationship Id="rId1" Type="http://schemas.openxmlformats.org/officeDocument/2006/relationships/slideLayout" Target="../slideLayouts/slideLayout26.xml"/><Relationship Id="rId5" Type="http://schemas.openxmlformats.org/officeDocument/2006/relationships/chart" Target="../charts/chart13.xml"/><Relationship Id="rId4" Type="http://schemas.openxmlformats.org/officeDocument/2006/relationships/chart" Target="../charts/char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D441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04FAA-C440-4E36-E7D2-FE416F6FA55C}"/>
              </a:ext>
            </a:extLst>
          </p:cNvPr>
          <p:cNvSpPr>
            <a:spLocks noGrp="1"/>
          </p:cNvSpPr>
          <p:nvPr>
            <p:ph type="title"/>
          </p:nvPr>
        </p:nvSpPr>
        <p:spPr/>
        <p:txBody>
          <a:bodyPr/>
          <a:lstStyle/>
          <a:p>
            <a:r>
              <a:rPr lang="en-GB" noProof="1"/>
              <a:t>FOUR SEASONS </a:t>
            </a:r>
            <a:br>
              <a:rPr lang="en-GB" noProof="1"/>
            </a:br>
            <a:r>
              <a:rPr lang="en-GB" i="1" noProof="1"/>
              <a:t>YACHTS</a:t>
            </a:r>
          </a:p>
        </p:txBody>
      </p:sp>
      <p:sp>
        <p:nvSpPr>
          <p:cNvPr id="3" name="Text Placeholder 2">
            <a:extLst>
              <a:ext uri="{FF2B5EF4-FFF2-40B4-BE49-F238E27FC236}">
                <a16:creationId xmlns:a16="http://schemas.microsoft.com/office/drawing/2014/main" id="{7A77E512-0631-3355-52DB-2865C66035AA}"/>
              </a:ext>
            </a:extLst>
          </p:cNvPr>
          <p:cNvSpPr>
            <a:spLocks noGrp="1"/>
          </p:cNvSpPr>
          <p:nvPr>
            <p:ph type="body" sz="quarter" idx="18"/>
          </p:nvPr>
        </p:nvSpPr>
        <p:spPr/>
        <p:txBody>
          <a:bodyPr/>
          <a:lstStyle/>
          <a:p>
            <a:r>
              <a:rPr lang="en-GB" noProof="1"/>
              <a:t>{{month}} 2026</a:t>
            </a:r>
          </a:p>
        </p:txBody>
      </p:sp>
      <p:sp>
        <p:nvSpPr>
          <p:cNvPr id="4" name="Text Placeholder 3">
            <a:extLst>
              <a:ext uri="{FF2B5EF4-FFF2-40B4-BE49-F238E27FC236}">
                <a16:creationId xmlns:a16="http://schemas.microsoft.com/office/drawing/2014/main" id="{CEC687A4-2A11-7395-457A-3B99FCFE4069}"/>
              </a:ext>
            </a:extLst>
          </p:cNvPr>
          <p:cNvSpPr>
            <a:spLocks noGrp="1"/>
          </p:cNvSpPr>
          <p:nvPr>
            <p:ph type="body" sz="quarter" idx="19"/>
          </p:nvPr>
        </p:nvSpPr>
        <p:spPr>
          <a:xfrm>
            <a:off x="4230688" y="5734229"/>
            <a:ext cx="4067738" cy="359062"/>
          </a:xfrm>
        </p:spPr>
        <p:txBody>
          <a:bodyPr/>
          <a:lstStyle/>
          <a:p>
            <a:r>
              <a:rPr lang="en-GB" noProof="1"/>
              <a:t>GLOBAL AND REGIONAL MONTHLY PR REPORT </a:t>
            </a:r>
          </a:p>
        </p:txBody>
      </p:sp>
    </p:spTree>
    <p:extLst>
      <p:ext uri="{BB962C8B-B14F-4D97-AF65-F5344CB8AC3E}">
        <p14:creationId xmlns:p14="http://schemas.microsoft.com/office/powerpoint/2010/main" val="17954612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1B088EC2-E01F-DAD1-21BD-05CF649F12D9}"/>
              </a:ext>
            </a:extLst>
          </p:cNvPr>
          <p:cNvSpPr>
            <a:spLocks noGrp="1"/>
          </p:cNvSpPr>
          <p:nvPr>
            <p:ph type="body" sz="quarter" idx="24"/>
          </p:nvPr>
        </p:nvSpPr>
        <p:spPr/>
        <p:txBody>
          <a:bodyPr/>
          <a:lstStyle/>
          <a:p>
            <a:r>
              <a:rPr lang="en-US"/>
              <a:t>FOUR SEASONS HOTEL AND RESORTS</a:t>
            </a:r>
          </a:p>
        </p:txBody>
      </p:sp>
      <p:sp>
        <p:nvSpPr>
          <p:cNvPr id="3" name="Slide Number Placeholder 2">
            <a:extLst>
              <a:ext uri="{FF2B5EF4-FFF2-40B4-BE49-F238E27FC236}">
                <a16:creationId xmlns:a16="http://schemas.microsoft.com/office/drawing/2014/main" id="{111A16B3-A895-A7B5-7104-3BA7FAB548C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07F6D5-C405-3747-904C-8A4483F83D09}" type="slidenum">
              <a:rPr kumimoji="0" lang="en-US" sz="700" b="0" i="0" u="none" strike="noStrike" kern="1200" cap="none" spc="0" normalizeH="0" baseline="0" noProof="0" smtClean="0">
                <a:ln>
                  <a:noFill/>
                </a:ln>
                <a:solidFill>
                  <a:srgbClr val="FFFFFF"/>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700" b="0"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endParaRPr>
          </a:p>
        </p:txBody>
      </p:sp>
      <p:sp>
        <p:nvSpPr>
          <p:cNvPr id="10" name="Content Placeholder 8x5274">
            <a:extLst>
              <a:ext uri="{FF2B5EF4-FFF2-40B4-BE49-F238E27FC236}">
                <a16:creationId xmlns:a16="http://schemas.microsoft.com/office/drawing/2014/main" id="{C8CD6FF0-B03E-1188-3560-D704BC47742D}"/>
              </a:ext>
            </a:extLst>
          </p:cNvPr>
          <p:cNvSpPr txBox="1"/>
          <p:nvPr/>
        </p:nvSpPr>
        <p:spPr>
          <a:xfrm>
            <a:off x="348299" y="6315468"/>
            <a:ext cx="8626475" cy="313932"/>
          </a:xfrm>
          <a:prstGeom prst="rect">
            <a:avLst/>
          </a:prstGeom>
        </p:spPr>
        <p:txBody>
          <a:bodyPr vert="horz" wrap="square" lIns="0" tIns="45720" rIns="91440" bIns="45720" rtlCol="0">
            <a:spAutoFit/>
          </a:bodyPr>
          <a:lstStyle>
            <a:lvl1pPr marL="0" indent="0" algn="l" defTabSz="914400" rtl="0" eaLnBrk="1" fontAlgn="base" latinLnBrk="0" hangingPunct="1">
              <a:lnSpc>
                <a:spcPct val="90000"/>
              </a:lnSpc>
              <a:spcBef>
                <a:spcPts val="1000"/>
              </a:spcBef>
              <a:buFont typeface="Arial" panose="020B0604020202020204" pitchFamily="34" charset="0"/>
              <a:buNone/>
              <a:defRPr lang="en-US" sz="1600" b="1" i="0" kern="1200" spc="0">
                <a:solidFill>
                  <a:schemeClr val="accent3"/>
                </a:solidFill>
                <a:latin typeface="Century Gothic" panose="020B0502020202020204" pitchFamily="34" charset="0"/>
                <a:ea typeface="+mn-ea"/>
                <a:cs typeface="Arial" panose="020B0604020202020204" pitchFamily="34" charset="0"/>
              </a:defRPr>
            </a:lvl1pPr>
            <a:lvl2pPr marL="0" indent="0" algn="l" defTabSz="914400" rtl="0" eaLnBrk="1" latinLnBrk="0" hangingPunct="1">
              <a:lnSpc>
                <a:spcPct val="114000"/>
              </a:lnSpc>
              <a:spcBef>
                <a:spcPts val="1000"/>
              </a:spcBef>
              <a:spcAft>
                <a:spcPts val="0"/>
              </a:spcAft>
              <a:buFont typeface="Arial" panose="020B0604020202020204" pitchFamily="34" charset="0"/>
              <a:buNone/>
              <a:defRPr lang="en-US" sz="1400" b="1" kern="1200" spc="0" baseline="0">
                <a:solidFill>
                  <a:schemeClr val="accent3"/>
                </a:solidFill>
                <a:latin typeface="Century Gothic" panose="020B0502020202020204" pitchFamily="34" charset="0"/>
                <a:ea typeface="+mn-ea"/>
                <a:cs typeface="+mn-cs"/>
              </a:defRPr>
            </a:lvl2pPr>
            <a:lvl3pPr marL="0" indent="0" algn="l" defTabSz="914400" rtl="0" eaLnBrk="1" latinLnBrk="0" hangingPunct="1">
              <a:lnSpc>
                <a:spcPct val="125000"/>
              </a:lnSpc>
              <a:spcBef>
                <a:spcPts val="0"/>
              </a:spcBef>
              <a:spcAft>
                <a:spcPts val="500"/>
              </a:spcAft>
              <a:buFont typeface="Arial" panose="020B0604020202020204" pitchFamily="34" charset="0"/>
              <a:buNone/>
              <a:defRPr sz="1200" kern="1200" spc="0">
                <a:solidFill>
                  <a:schemeClr val="accent3"/>
                </a:solidFill>
                <a:latin typeface="Century Gothic" panose="020B0502020202020204" pitchFamily="34" charset="0"/>
                <a:ea typeface="+mn-ea"/>
                <a:cs typeface="+mn-cs"/>
              </a:defRPr>
            </a:lvl3pPr>
            <a:lvl4pPr marL="0" indent="0" algn="l" defTabSz="914400" rtl="0" eaLnBrk="1" latinLnBrk="0" hangingPunct="1">
              <a:lnSpc>
                <a:spcPct val="114000"/>
              </a:lnSpc>
              <a:spcBef>
                <a:spcPts val="750"/>
              </a:spcBef>
              <a:spcAft>
                <a:spcPts val="0"/>
              </a:spcAft>
              <a:buFont typeface="Arial" panose="020B0604020202020204" pitchFamily="34" charset="0"/>
              <a:buNone/>
              <a:defRPr sz="900" kern="1200" spc="0" baseline="0">
                <a:solidFill>
                  <a:schemeClr val="accent3"/>
                </a:solidFill>
                <a:latin typeface="Verlag Light" pitchFamily="50" charset="0"/>
                <a:ea typeface="+mn-ea"/>
                <a:cs typeface="+mn-cs"/>
              </a:defRPr>
            </a:lvl4pPr>
            <a:lvl5pPr marL="0" indent="0" algn="l" defTabSz="914400" rtl="0" eaLnBrk="1" latinLnBrk="0" hangingPunct="1">
              <a:lnSpc>
                <a:spcPct val="133000"/>
              </a:lnSpc>
              <a:spcBef>
                <a:spcPts val="0"/>
              </a:spcBef>
              <a:spcAft>
                <a:spcPts val="250"/>
              </a:spcAft>
              <a:buFont typeface="Arial" panose="020B0604020202020204" pitchFamily="34" charset="0"/>
              <a:buNone/>
              <a:defRPr sz="900" kern="1200" spc="0">
                <a:solidFill>
                  <a:schemeClr val="accent3"/>
                </a:solidFill>
                <a:latin typeface="Verlag Light"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90000"/>
              </a:lnSpc>
              <a:spcBef>
                <a:spcPts val="1000"/>
              </a:spcBef>
              <a:spcAft>
                <a:spcPts val="0"/>
              </a:spcAft>
              <a:buClrTx/>
              <a:buSzTx/>
              <a:buFont typeface="Arial" panose="020B0604020202020204" pitchFamily="34" charset="0"/>
              <a:buNone/>
              <a:tabLst/>
              <a:defRPr/>
            </a:pPr>
            <a:r>
              <a:rPr kumimoji="0" lang="en-US" sz="800" b="0" i="1" u="none" strike="noStrike" kern="1200" cap="none" spc="0" normalizeH="0" baseline="0" noProof="0">
                <a:ln>
                  <a:noFill/>
                </a:ln>
                <a:solidFill>
                  <a:srgbClr val="FFFFFF"/>
                </a:solidFill>
                <a:effectLst/>
                <a:uLnTx/>
                <a:uFillTx/>
                <a:latin typeface="Helvetica Neue" panose="02000503000000020004"/>
                <a:ea typeface="+mn-ea"/>
                <a:cs typeface="Arial" panose="020B0604020202020204" pitchFamily="34" charset="0"/>
              </a:rPr>
              <a:t>* Languages inclusive of: English, Mandarin, Cantonese, Chinese (trad./</a:t>
            </a:r>
            <a:r>
              <a:rPr kumimoji="0" lang="en-US" sz="800" b="0" i="1" u="none" strike="noStrike" kern="1200" cap="none" spc="0" normalizeH="0" baseline="0" noProof="0" err="1">
                <a:ln>
                  <a:noFill/>
                </a:ln>
                <a:solidFill>
                  <a:srgbClr val="FFFFFF"/>
                </a:solidFill>
                <a:effectLst/>
                <a:uLnTx/>
                <a:uFillTx/>
                <a:latin typeface="Helvetica Neue" panose="02000503000000020004"/>
                <a:ea typeface="+mn-ea"/>
                <a:cs typeface="Arial" panose="020B0604020202020204" pitchFamily="34" charset="0"/>
              </a:rPr>
              <a:t>simpl</a:t>
            </a:r>
            <a:r>
              <a:rPr kumimoji="0" lang="en-US" sz="800" b="0" i="1" u="none" strike="noStrike" kern="1200" cap="none" spc="0" normalizeH="0" baseline="0" noProof="0">
                <a:ln>
                  <a:noFill/>
                </a:ln>
                <a:solidFill>
                  <a:srgbClr val="FFFFFF"/>
                </a:solidFill>
                <a:effectLst/>
                <a:uLnTx/>
                <a:uFillTx/>
                <a:latin typeface="Helvetica Neue" panose="02000503000000020004"/>
                <a:ea typeface="+mn-ea"/>
                <a:cs typeface="Arial" panose="020B0604020202020204" pitchFamily="34" charset="0"/>
              </a:rPr>
              <a:t>.), Korean, Japanese, Vietnamese, Thai, Malay, Hindi, Tamil, Indonesian, Balinese, Arabic, Russian, French, German, Dutch, Portuguese (European and South American), Spanish (European and Mexican), Italian, Turkish, Greek, Dhivehi, and Afrikaans.</a:t>
            </a:r>
            <a:endParaRPr kumimoji="0" lang="en-US" sz="700" b="0" i="1" u="none" strike="noStrike" kern="1200" cap="none" spc="0" normalizeH="0" baseline="0" noProof="0">
              <a:ln>
                <a:noFill/>
              </a:ln>
              <a:solidFill>
                <a:srgbClr val="FFFFFF"/>
              </a:solidFill>
              <a:effectLst/>
              <a:uLnTx/>
              <a:uFillTx/>
              <a:latin typeface="Helvetica Neue" panose="02000503000000020004"/>
              <a:ea typeface="+mn-ea"/>
              <a:cs typeface="Arial" panose="020B0604020202020204" pitchFamily="34" charset="0"/>
            </a:endParaRPr>
          </a:p>
        </p:txBody>
      </p:sp>
      <p:sp>
        <p:nvSpPr>
          <p:cNvPr id="5" name="Title 4">
            <a:extLst>
              <a:ext uri="{FF2B5EF4-FFF2-40B4-BE49-F238E27FC236}">
                <a16:creationId xmlns:a16="http://schemas.microsoft.com/office/drawing/2014/main" id="{1E5C1245-4F99-1EB7-E556-C785E0ABDBEE}"/>
              </a:ext>
            </a:extLst>
          </p:cNvPr>
          <p:cNvSpPr>
            <a:spLocks noGrp="1"/>
          </p:cNvSpPr>
          <p:nvPr>
            <p:ph type="title"/>
          </p:nvPr>
        </p:nvSpPr>
        <p:spPr/>
        <p:txBody>
          <a:bodyPr/>
          <a:lstStyle/>
          <a:p>
            <a:r>
              <a:rPr lang="en-US"/>
              <a:t>OVERVIEW</a:t>
            </a:r>
          </a:p>
        </p:txBody>
      </p:sp>
      <p:sp>
        <p:nvSpPr>
          <p:cNvPr id="6" name="Content Placeholder 8">
            <a:extLst>
              <a:ext uri="{FF2B5EF4-FFF2-40B4-BE49-F238E27FC236}">
                <a16:creationId xmlns:a16="http://schemas.microsoft.com/office/drawing/2014/main" id="{DD205635-C959-8721-8118-BB06BD304F92}"/>
              </a:ext>
            </a:extLst>
          </p:cNvPr>
          <p:cNvSpPr txBox="1">
            <a:spLocks/>
          </p:cNvSpPr>
          <p:nvPr/>
        </p:nvSpPr>
        <p:spPr>
          <a:xfrm>
            <a:off x="660400" y="1279525"/>
            <a:ext cx="10988675" cy="855171"/>
          </a:xfrm>
          <a:prstGeom prst="rect">
            <a:avLst/>
          </a:prstGeom>
          <a:noFill/>
        </p:spPr>
        <p:txBody>
          <a:bodyPr wrap="square">
            <a:spAutoFit/>
          </a:bodyPr>
          <a:lstStyle>
            <a:lvl1pPr marL="0" indent="0" algn="l" defTabSz="914400" rtl="0" eaLnBrk="1" latinLnBrk="0" hangingPunct="1">
              <a:lnSpc>
                <a:spcPts val="1700"/>
              </a:lnSpc>
              <a:spcBef>
                <a:spcPts val="0"/>
              </a:spcBef>
              <a:spcAft>
                <a:spcPts val="1000"/>
              </a:spcAft>
              <a:buFont typeface="Arial" panose="020B0604020202020204" pitchFamily="34" charset="0"/>
              <a:buNone/>
              <a:defRPr sz="1300" kern="1200" spc="0" baseline="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vl2pPr marL="180000" indent="-180000" algn="l" defTabSz="914400" rtl="0" eaLnBrk="1" latinLnBrk="0" hangingPunct="1">
              <a:lnSpc>
                <a:spcPts val="1700"/>
              </a:lnSpc>
              <a:spcBef>
                <a:spcPts val="0"/>
              </a:spcBef>
              <a:spcAft>
                <a:spcPts val="500"/>
              </a:spcAft>
              <a:buFont typeface="Arial" panose="020B0604020202020204" pitchFamily="34" charset="0"/>
              <a:buChar char="•"/>
              <a:tabLst/>
              <a:defRPr sz="1300" b="0" i="0" kern="0" spc="0" baseline="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2pPr>
            <a:lvl3pPr marL="360000" indent="-180000" algn="l" defTabSz="914400" rtl="0" eaLnBrk="1" latinLnBrk="0" hangingPunct="1">
              <a:lnSpc>
                <a:spcPts val="1700"/>
              </a:lnSpc>
              <a:spcBef>
                <a:spcPts val="0"/>
              </a:spcBef>
              <a:spcAft>
                <a:spcPts val="500"/>
              </a:spcAft>
              <a:buFont typeface="Arial" panose="020B0604020202020204" pitchFamily="34" charset="0"/>
              <a:buChar char="•"/>
              <a:tabLst/>
              <a:defRPr sz="1300" b="0" i="0" kern="0" cap="none" spc="0" baseline="0">
                <a:solidFill>
                  <a:schemeClr val="tx1"/>
                </a:solidFill>
                <a:latin typeface="+mn-lt"/>
                <a:ea typeface="Helvetica Neue" panose="02000503000000020004" pitchFamily="2" charset="0"/>
                <a:cs typeface="Helvetica Neue" panose="02000503000000020004" pitchFamily="2" charset="0"/>
              </a:defRPr>
            </a:lvl3pPr>
            <a:lvl4pPr marL="576000" indent="-180000" algn="l" defTabSz="914400" rtl="0" eaLnBrk="1" latinLnBrk="0" hangingPunct="1">
              <a:lnSpc>
                <a:spcPts val="1700"/>
              </a:lnSpc>
              <a:spcBef>
                <a:spcPts val="0"/>
              </a:spcBef>
              <a:spcAft>
                <a:spcPts val="500"/>
              </a:spcAft>
              <a:buFont typeface="Arial" panose="020B0604020202020204" pitchFamily="34" charset="0"/>
              <a:buChar char="•"/>
              <a:tabLst/>
              <a:defRPr sz="1300" b="0" i="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4pPr>
            <a:lvl5pPr marL="828000" indent="-180000" algn="l" defTabSz="914400" rtl="0" eaLnBrk="1" latinLnBrk="0" hangingPunct="1">
              <a:lnSpc>
                <a:spcPts val="1700"/>
              </a:lnSpc>
              <a:spcBef>
                <a:spcPts val="0"/>
              </a:spcBef>
              <a:spcAft>
                <a:spcPts val="500"/>
              </a:spcAft>
              <a:buFont typeface="Arial" panose="020B0604020202020204" pitchFamily="34" charset="0"/>
              <a:buChar char="•"/>
              <a:tabLst/>
              <a:defRPr sz="1300" b="0" i="0" kern="1200" baseline="0">
                <a:solidFill>
                  <a:schemeClr val="tx1"/>
                </a:solidFill>
                <a:latin typeface="+mn-lt"/>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ts val="1700"/>
              </a:lnSpc>
              <a:spcBef>
                <a:spcPts val="0"/>
              </a:spcBef>
              <a:spcAft>
                <a:spcPts val="100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FFFFFF"/>
                </a:solidFill>
                <a:effectLst/>
                <a:uLnTx/>
                <a:uFillTx/>
                <a:latin typeface="Helvetica Neue" panose="02000503000000020004" pitchFamily="2" charset="0"/>
              </a:rPr>
              <a:t>OBJECTIVES</a:t>
            </a:r>
          </a:p>
          <a:p>
            <a:pPr marL="0" marR="0" lvl="0" indent="0" algn="l" defTabSz="914400" rtl="0" eaLnBrk="1" fontAlgn="auto" latinLnBrk="0" hangingPunct="1">
              <a:lnSpc>
                <a:spcPts val="1700"/>
              </a:lnSpc>
              <a:spcBef>
                <a:spcPts val="0"/>
              </a:spcBef>
              <a:spcAft>
                <a:spcPts val="10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FFFFFF"/>
                </a:solidFill>
                <a:effectLst/>
                <a:uLnTx/>
                <a:uFillTx/>
                <a:latin typeface="Helvetica Neue" panose="02000503000000020004" pitchFamily="2" charset="0"/>
              </a:rPr>
              <a:t>This report increases visibility into the effectiveness of Four Seasons global communications efforts at the line of business level, and competitive PR performance in key markets. Ongoing analysis of key performance indicators over time yields insights that can inform future communications strategies. </a:t>
            </a:r>
          </a:p>
        </p:txBody>
      </p:sp>
      <p:graphicFrame>
        <p:nvGraphicFramePr>
          <p:cNvPr id="7" name="Table 6">
            <a:extLst>
              <a:ext uri="{FF2B5EF4-FFF2-40B4-BE49-F238E27FC236}">
                <a16:creationId xmlns:a16="http://schemas.microsoft.com/office/drawing/2014/main" id="{2B470F97-CB93-79DE-BBB3-CD97808FC147}"/>
              </a:ext>
            </a:extLst>
          </p:cNvPr>
          <p:cNvGraphicFramePr>
            <a:graphicFrameLocks noGrp="1"/>
          </p:cNvGraphicFramePr>
          <p:nvPr/>
        </p:nvGraphicFramePr>
        <p:xfrm>
          <a:off x="660401" y="2314121"/>
          <a:ext cx="10988674" cy="3032760"/>
        </p:xfrm>
        <a:graphic>
          <a:graphicData uri="http://schemas.openxmlformats.org/drawingml/2006/table">
            <a:tbl>
              <a:tblPr firstRow="1" bandRow="1">
                <a:tableStyleId>{5C22544A-7EE6-4342-B048-85BDC9FD1C3A}</a:tableStyleId>
              </a:tblPr>
              <a:tblGrid>
                <a:gridCol w="5494337">
                  <a:extLst>
                    <a:ext uri="{9D8B030D-6E8A-4147-A177-3AD203B41FA5}">
                      <a16:colId xmlns:a16="http://schemas.microsoft.com/office/drawing/2014/main" val="967074205"/>
                    </a:ext>
                  </a:extLst>
                </a:gridCol>
                <a:gridCol w="5494337">
                  <a:extLst>
                    <a:ext uri="{9D8B030D-6E8A-4147-A177-3AD203B41FA5}">
                      <a16:colId xmlns:a16="http://schemas.microsoft.com/office/drawing/2014/main" val="1871484998"/>
                    </a:ext>
                  </a:extLst>
                </a:gridCol>
              </a:tblGrid>
              <a:tr h="370840">
                <a:tc>
                  <a:txBody>
                    <a:bodyPr/>
                    <a:lstStyle/>
                    <a:p>
                      <a:pPr>
                        <a:spcBef>
                          <a:spcPts val="600"/>
                        </a:spcBef>
                      </a:pPr>
                      <a:r>
                        <a:rPr lang="en-US" sz="1200">
                          <a:solidFill>
                            <a:schemeClr val="accent3"/>
                          </a:solidFill>
                        </a:rPr>
                        <a:t>REPORTING APPROACH – SHARE OF VOICE</a:t>
                      </a:r>
                    </a:p>
                    <a:p>
                      <a:pPr marL="166688" indent="-166688">
                        <a:spcBef>
                          <a:spcPts val="600"/>
                        </a:spcBef>
                        <a:buFont typeface="Arial" panose="020B0604020202020204" pitchFamily="34" charset="0"/>
                        <a:buChar char="•"/>
                      </a:pPr>
                      <a:r>
                        <a:rPr lang="en-US" sz="1200" b="0">
                          <a:solidFill>
                            <a:schemeClr val="accent3"/>
                          </a:solidFill>
                        </a:rPr>
                        <a:t>Edelman DXI’s tool suite ingests, translates, categorizes and tags all available print and online news content from Four Seasons and its key competitors in global markets. North American broadcast coverage is also included.</a:t>
                      </a:r>
                    </a:p>
                    <a:p>
                      <a:pPr marL="166688" indent="-166688">
                        <a:spcBef>
                          <a:spcPts val="600"/>
                        </a:spcBef>
                        <a:buFont typeface="Arial" panose="020B0604020202020204" pitchFamily="34" charset="0"/>
                        <a:buChar char="•"/>
                      </a:pPr>
                      <a:r>
                        <a:rPr lang="en-US" sz="1200" b="0">
                          <a:solidFill>
                            <a:schemeClr val="accent3"/>
                          </a:solidFill>
                        </a:rPr>
                        <a:t>The Edelman DXI team validates / overrides tags on a subset of content based on stories deemed to be impactful (headline mentions, prominence and length of story) to ensure confidence in the data presented.</a:t>
                      </a:r>
                    </a:p>
                    <a:p>
                      <a:pPr marL="166688" indent="-166688">
                        <a:spcBef>
                          <a:spcPts val="600"/>
                        </a:spcBef>
                        <a:buFont typeface="Arial" panose="020B0604020202020204" pitchFamily="34" charset="0"/>
                        <a:buChar char="•"/>
                      </a:pPr>
                      <a:r>
                        <a:rPr lang="en-US" sz="1200" b="1">
                          <a:solidFill>
                            <a:schemeClr val="accent3"/>
                          </a:solidFill>
                        </a:rPr>
                        <a:t>Languages: </a:t>
                      </a:r>
                      <a:r>
                        <a:rPr lang="en-US" sz="1200" b="0">
                          <a:solidFill>
                            <a:schemeClr val="accent3"/>
                          </a:solidFill>
                        </a:rPr>
                        <a:t>See full list below*</a:t>
                      </a:r>
                    </a:p>
                    <a:p>
                      <a:pPr marL="166688" indent="-166688">
                        <a:spcBef>
                          <a:spcPts val="600"/>
                        </a:spcBef>
                        <a:buFont typeface="Arial" panose="020B0604020202020204" pitchFamily="34" charset="0"/>
                        <a:buChar char="•"/>
                      </a:pPr>
                      <a:r>
                        <a:rPr lang="en-US" sz="1200" b="1">
                          <a:solidFill>
                            <a:schemeClr val="accent3"/>
                          </a:solidFill>
                        </a:rPr>
                        <a:t>Countries: </a:t>
                      </a:r>
                      <a:r>
                        <a:rPr lang="en-US" sz="1200" b="0">
                          <a:solidFill>
                            <a:schemeClr val="accent3"/>
                          </a:solidFill>
                        </a:rPr>
                        <a:t>Analysis is provided globally as well as across the Americas, EMEA, APAC (broader excl. China), and China.</a:t>
                      </a:r>
                      <a:endParaRPr lang="en-US" sz="1200" b="1">
                        <a:solidFill>
                          <a:schemeClr val="accent3"/>
                        </a:solidFill>
                      </a:endParaRPr>
                    </a:p>
                  </a:txBody>
                  <a:tcPr marL="0" marR="27432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spcBef>
                          <a:spcPts val="600"/>
                        </a:spcBef>
                      </a:pPr>
                      <a:r>
                        <a:rPr lang="en-US" sz="1200" b="1">
                          <a:solidFill>
                            <a:schemeClr val="accent3"/>
                          </a:solidFill>
                        </a:rPr>
                        <a:t>REPORTING APPROACH – SHARE OF PERFORMANCE</a:t>
                      </a:r>
                    </a:p>
                    <a:p>
                      <a:pPr marL="166688" indent="-166688">
                        <a:spcBef>
                          <a:spcPts val="600"/>
                        </a:spcBef>
                        <a:buFont typeface="Arial" panose="020B0604020202020204" pitchFamily="34" charset="0"/>
                        <a:buChar char="•"/>
                      </a:pPr>
                      <a:r>
                        <a:rPr lang="en-US" sz="1200" b="1">
                          <a:solidFill>
                            <a:schemeClr val="accent3"/>
                          </a:solidFill>
                        </a:rPr>
                        <a:t>PR Prominence Factors: </a:t>
                      </a:r>
                      <a:r>
                        <a:rPr lang="en-US" sz="1200" b="0">
                          <a:solidFill>
                            <a:schemeClr val="accent3"/>
                          </a:solidFill>
                        </a:rPr>
                        <a:t>Headline Mention, Exclusive Article, Lead Mention, Visuals, Extensive Mentions and Tone. Measuring Shre of Prominence (SOP) provides a % indicator of how likely readers are to remember the Four Seasons brand through PR coverage in relation to primary competitors.</a:t>
                      </a:r>
                    </a:p>
                    <a:p>
                      <a:pPr marL="166688" indent="-166688">
                        <a:spcBef>
                          <a:spcPts val="600"/>
                        </a:spcBef>
                        <a:buFont typeface="Arial" panose="020B0604020202020204" pitchFamily="34" charset="0"/>
                        <a:buChar char="•"/>
                      </a:pPr>
                      <a:r>
                        <a:rPr lang="en-US" sz="1200" b="0">
                          <a:solidFill>
                            <a:schemeClr val="accent3"/>
                          </a:solidFill>
                        </a:rPr>
                        <a:t>Results are human coded and based off a top tier media list for each market included in the analysis, subject to Cision Communications Cloud monitoring capabilities (excluding publications behind a paywall and some print titles).</a:t>
                      </a:r>
                    </a:p>
                    <a:p>
                      <a:pPr marL="166688" indent="-166688">
                        <a:spcBef>
                          <a:spcPts val="600"/>
                        </a:spcBef>
                        <a:buFont typeface="Arial" panose="020B0604020202020204" pitchFamily="34" charset="0"/>
                        <a:buChar char="•"/>
                      </a:pPr>
                      <a:r>
                        <a:rPr lang="en-US" sz="1200" b="1">
                          <a:solidFill>
                            <a:schemeClr val="accent3"/>
                          </a:solidFill>
                        </a:rPr>
                        <a:t>Languages: </a:t>
                      </a:r>
                      <a:r>
                        <a:rPr lang="en-US" sz="1200" b="0">
                          <a:solidFill>
                            <a:schemeClr val="accent3"/>
                          </a:solidFill>
                        </a:rPr>
                        <a:t>English, Chinese (traditional and simplified), Arabic.</a:t>
                      </a:r>
                    </a:p>
                    <a:p>
                      <a:pPr marL="166688" indent="-166688">
                        <a:spcBef>
                          <a:spcPts val="600"/>
                        </a:spcBef>
                        <a:buFont typeface="Arial" panose="020B0604020202020204" pitchFamily="34" charset="0"/>
                        <a:buChar char="•"/>
                      </a:pPr>
                      <a:r>
                        <a:rPr lang="en-US" sz="1200" b="1">
                          <a:solidFill>
                            <a:schemeClr val="accent3"/>
                          </a:solidFill>
                        </a:rPr>
                        <a:t>Countries: </a:t>
                      </a:r>
                      <a:r>
                        <a:rPr lang="en-US" sz="1200" b="0" kern="1200">
                          <a:solidFill>
                            <a:schemeClr val="accent3"/>
                          </a:solidFill>
                          <a:latin typeface="+mn-lt"/>
                          <a:ea typeface="+mn-ea"/>
                          <a:cs typeface="+mn-cs"/>
                        </a:rPr>
                        <a:t>US, UK, Italy, France, Germany, UAE, China, India,  Australia, Japan and Korea.</a:t>
                      </a:r>
                    </a:p>
                    <a:p>
                      <a:pPr marL="166688" indent="-166688">
                        <a:spcBef>
                          <a:spcPts val="600"/>
                        </a:spcBef>
                        <a:buFont typeface="Arial" panose="020B0604020202020204" pitchFamily="34" charset="0"/>
                        <a:buChar char="•"/>
                      </a:pPr>
                      <a:r>
                        <a:rPr lang="en-US" sz="1200" b="1">
                          <a:solidFill>
                            <a:schemeClr val="accent3"/>
                          </a:solidFill>
                        </a:rPr>
                        <a:t>Media Type: </a:t>
                      </a:r>
                      <a:r>
                        <a:rPr lang="en-US" sz="1200" b="0">
                          <a:solidFill>
                            <a:schemeClr val="accent3"/>
                          </a:solidFill>
                        </a:rPr>
                        <a:t>Online News and Print.</a:t>
                      </a:r>
                      <a:endParaRPr lang="en-US" sz="1200" b="1">
                        <a:solidFill>
                          <a:schemeClr val="accent3"/>
                        </a:solidFill>
                      </a:endParaRPr>
                    </a:p>
                  </a:txBody>
                  <a:tcPr marL="0" marR="27432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34038007"/>
                  </a:ext>
                </a:extLst>
              </a:tr>
            </a:tbl>
          </a:graphicData>
        </a:graphic>
      </p:graphicFrame>
      <p:sp>
        <p:nvSpPr>
          <p:cNvPr id="13" name="Content Placeholder 8x3877">
            <a:extLst>
              <a:ext uri="{FF2B5EF4-FFF2-40B4-BE49-F238E27FC236}">
                <a16:creationId xmlns:a16="http://schemas.microsoft.com/office/drawing/2014/main" id="{BEB8BA20-06F5-8CD8-AB2D-72B7F7A6CD9B}"/>
              </a:ext>
            </a:extLst>
          </p:cNvPr>
          <p:cNvSpPr txBox="1">
            <a:spLocks/>
          </p:cNvSpPr>
          <p:nvPr/>
        </p:nvSpPr>
        <p:spPr>
          <a:xfrm>
            <a:off x="660400" y="5364523"/>
            <a:ext cx="10988675" cy="719171"/>
          </a:xfrm>
          <a:prstGeom prst="rect">
            <a:avLst/>
          </a:prstGeom>
          <a:noFill/>
        </p:spPr>
        <p:txBody>
          <a:bodyPr vert="horz" wrap="square" lIns="0" tIns="45720" rIns="91440" bIns="45720" rtlCol="0" anchor="t">
            <a:spAutoFit/>
          </a:bodyPr>
          <a:lstStyle>
            <a:lvl1pPr marL="0" indent="0" algn="l" defTabSz="914400" rtl="0" eaLnBrk="1" fontAlgn="base" latinLnBrk="0" hangingPunct="1">
              <a:lnSpc>
                <a:spcPct val="90000"/>
              </a:lnSpc>
              <a:spcBef>
                <a:spcPts val="1000"/>
              </a:spcBef>
              <a:buFont typeface="Arial" panose="020B0604020202020204" pitchFamily="34" charset="0"/>
              <a:buNone/>
              <a:defRPr lang="en-US" sz="1600" b="1" i="0" kern="1200" spc="0">
                <a:solidFill>
                  <a:schemeClr val="accent3"/>
                </a:solidFill>
                <a:latin typeface="Century Gothic" panose="020B0502020202020204" pitchFamily="34" charset="0"/>
                <a:ea typeface="+mn-ea"/>
                <a:cs typeface="Arial" panose="020B0604020202020204" pitchFamily="34" charset="0"/>
              </a:defRPr>
            </a:lvl1pPr>
            <a:lvl2pPr marL="0" indent="0" algn="l" defTabSz="914400" rtl="0" eaLnBrk="1" latinLnBrk="0" hangingPunct="1">
              <a:lnSpc>
                <a:spcPct val="114000"/>
              </a:lnSpc>
              <a:spcBef>
                <a:spcPts val="1000"/>
              </a:spcBef>
              <a:spcAft>
                <a:spcPts val="0"/>
              </a:spcAft>
              <a:buFont typeface="Arial" panose="020B0604020202020204" pitchFamily="34" charset="0"/>
              <a:buNone/>
              <a:defRPr lang="en-US" sz="1400" b="1" kern="1200" spc="0" baseline="0">
                <a:solidFill>
                  <a:schemeClr val="accent3"/>
                </a:solidFill>
                <a:latin typeface="Century Gothic" panose="020B0502020202020204" pitchFamily="34" charset="0"/>
                <a:ea typeface="+mn-ea"/>
                <a:cs typeface="+mn-cs"/>
              </a:defRPr>
            </a:lvl2pPr>
            <a:lvl3pPr marL="0" indent="0" algn="l" defTabSz="914400" rtl="0" eaLnBrk="1" latinLnBrk="0" hangingPunct="1">
              <a:lnSpc>
                <a:spcPct val="125000"/>
              </a:lnSpc>
              <a:spcBef>
                <a:spcPts val="0"/>
              </a:spcBef>
              <a:spcAft>
                <a:spcPts val="500"/>
              </a:spcAft>
              <a:buFont typeface="Arial" panose="020B0604020202020204" pitchFamily="34" charset="0"/>
              <a:buNone/>
              <a:defRPr sz="1200" kern="1200" spc="0">
                <a:solidFill>
                  <a:schemeClr val="accent3"/>
                </a:solidFill>
                <a:latin typeface="Century Gothic" panose="020B0502020202020204" pitchFamily="34" charset="0"/>
                <a:ea typeface="+mn-ea"/>
                <a:cs typeface="+mn-cs"/>
              </a:defRPr>
            </a:lvl3pPr>
            <a:lvl4pPr marL="0" indent="0" algn="l" defTabSz="914400" rtl="0" eaLnBrk="1" latinLnBrk="0" hangingPunct="1">
              <a:lnSpc>
                <a:spcPct val="114000"/>
              </a:lnSpc>
              <a:spcBef>
                <a:spcPts val="750"/>
              </a:spcBef>
              <a:spcAft>
                <a:spcPts val="0"/>
              </a:spcAft>
              <a:buFont typeface="Arial" panose="020B0604020202020204" pitchFamily="34" charset="0"/>
              <a:buNone/>
              <a:defRPr sz="900" kern="1200" spc="0" baseline="0">
                <a:solidFill>
                  <a:schemeClr val="accent3"/>
                </a:solidFill>
                <a:latin typeface="Verlag Light" pitchFamily="50" charset="0"/>
                <a:ea typeface="+mn-ea"/>
                <a:cs typeface="+mn-cs"/>
              </a:defRPr>
            </a:lvl4pPr>
            <a:lvl5pPr marL="0" indent="0" algn="l" defTabSz="914400" rtl="0" eaLnBrk="1" latinLnBrk="0" hangingPunct="1">
              <a:lnSpc>
                <a:spcPct val="133000"/>
              </a:lnSpc>
              <a:spcBef>
                <a:spcPts val="0"/>
              </a:spcBef>
              <a:spcAft>
                <a:spcPts val="250"/>
              </a:spcAft>
              <a:buFont typeface="Arial" panose="020B0604020202020204" pitchFamily="34" charset="0"/>
              <a:buNone/>
              <a:defRPr sz="900" kern="1200" spc="0">
                <a:solidFill>
                  <a:schemeClr val="accent3"/>
                </a:solidFill>
                <a:latin typeface="Verlag Light"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90000"/>
              </a:lnSpc>
              <a:spcBef>
                <a:spcPts val="100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FFFBF8"/>
                </a:solidFill>
                <a:effectLst/>
                <a:uLnTx/>
                <a:uFillTx/>
                <a:latin typeface="Helvetica Neue"/>
                <a:ea typeface="+mn-ea"/>
                <a:cs typeface="Arial" panose="020B0604020202020204" pitchFamily="34" charset="0"/>
              </a:rPr>
              <a:t>REPORTING TIME PERIOD</a:t>
            </a:r>
          </a:p>
          <a:p>
            <a:pPr marL="0" marR="0" lvl="0" indent="0" algn="l" defTabSz="914400" rtl="0" eaLnBrk="1" fontAlgn="base"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FFFBF8"/>
                </a:solidFill>
                <a:effectLst/>
                <a:uLnTx/>
                <a:uFillTx/>
                <a:latin typeface="Helvetica Neue"/>
                <a:ea typeface="+mn-ea"/>
                <a:cs typeface="Arial"/>
              </a:rPr>
              <a:t>Coverage that appeared in global online news, print and North American broadcast sources</a:t>
            </a:r>
            <a:r>
              <a:rPr kumimoji="0" lang="en-US" altLang="zh-CN" sz="1200" b="0" i="0" u="none" strike="noStrike" kern="1200" cap="none" spc="0" normalizeH="0" baseline="0" noProof="0">
                <a:ln>
                  <a:noFill/>
                </a:ln>
                <a:solidFill>
                  <a:srgbClr val="FFFBF8"/>
                </a:solidFill>
                <a:effectLst/>
                <a:uLnTx/>
                <a:uFillTx/>
                <a:latin typeface="Helvetica Neue"/>
                <a:ea typeface="+mn-ea"/>
                <a:cs typeface="Arial"/>
              </a:rPr>
              <a:t> between</a:t>
            </a:r>
            <a:r>
              <a:rPr kumimoji="0" lang="en-US" sz="1200" b="0" i="0" u="none" strike="noStrike" kern="1200" cap="none" spc="0" normalizeH="0" baseline="0" noProof="0">
                <a:ln>
                  <a:noFill/>
                </a:ln>
                <a:solidFill>
                  <a:srgbClr val="FFFBF8"/>
                </a:solidFill>
                <a:effectLst/>
                <a:uLnTx/>
                <a:uFillTx/>
                <a:latin typeface="Helvetica Neue"/>
                <a:ea typeface="+mn-ea"/>
                <a:cs typeface="Arial"/>
              </a:rPr>
              <a:t> JULY 1, 2026, to JULY 31, 2026, was included in this analysis.</a:t>
            </a:r>
          </a:p>
        </p:txBody>
      </p:sp>
    </p:spTree>
    <p:extLst>
      <p:ext uri="{BB962C8B-B14F-4D97-AF65-F5344CB8AC3E}">
        <p14:creationId xmlns:p14="http://schemas.microsoft.com/office/powerpoint/2010/main" val="40365749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CF0B4-B810-0585-4932-03995CDC8BFD}"/>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932DCB32-377E-0D5D-F859-17CA3F11E240}"/>
              </a:ext>
            </a:extLst>
          </p:cNvPr>
          <p:cNvSpPr>
            <a:spLocks noGrp="1"/>
          </p:cNvSpPr>
          <p:nvPr>
            <p:ph type="body" sz="quarter" idx="24"/>
          </p:nvPr>
        </p:nvSpPr>
        <p:spPr/>
        <p:txBody>
          <a:bodyPr/>
          <a:lstStyle/>
          <a:p>
            <a:r>
              <a:rPr lang="en-US"/>
              <a:t>FOUR SEASONS HOTEL AND RESORTS</a:t>
            </a:r>
          </a:p>
        </p:txBody>
      </p:sp>
      <p:sp>
        <p:nvSpPr>
          <p:cNvPr id="3" name="Slide Number Placeholder 2">
            <a:extLst>
              <a:ext uri="{FF2B5EF4-FFF2-40B4-BE49-F238E27FC236}">
                <a16:creationId xmlns:a16="http://schemas.microsoft.com/office/drawing/2014/main" id="{6468E3F9-D65A-09F9-FA36-4EDF009FC23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07F6D5-C405-3747-904C-8A4483F83D09}" type="slidenum">
              <a:rPr kumimoji="0" lang="en-US" sz="700" b="0" i="0" u="none" strike="noStrike" kern="1200" cap="none" spc="0" normalizeH="0" baseline="0" noProof="0" smtClean="0">
                <a:ln>
                  <a:noFill/>
                </a:ln>
                <a:solidFill>
                  <a:srgbClr val="FFFFFF"/>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700" b="0"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endParaRPr>
          </a:p>
        </p:txBody>
      </p:sp>
      <p:sp>
        <p:nvSpPr>
          <p:cNvPr id="10" name="Content Placeholder 8x5274">
            <a:extLst>
              <a:ext uri="{FF2B5EF4-FFF2-40B4-BE49-F238E27FC236}">
                <a16:creationId xmlns:a16="http://schemas.microsoft.com/office/drawing/2014/main" id="{32A5AE55-46A4-300B-2EA6-07821F9FB731}"/>
              </a:ext>
            </a:extLst>
          </p:cNvPr>
          <p:cNvSpPr txBox="1"/>
          <p:nvPr/>
        </p:nvSpPr>
        <p:spPr>
          <a:xfrm>
            <a:off x="348299" y="6315468"/>
            <a:ext cx="8626475" cy="313932"/>
          </a:xfrm>
          <a:prstGeom prst="rect">
            <a:avLst/>
          </a:prstGeom>
        </p:spPr>
        <p:txBody>
          <a:bodyPr vert="horz" wrap="square" lIns="0" tIns="45720" rIns="91440" bIns="45720" rtlCol="0">
            <a:spAutoFit/>
          </a:bodyPr>
          <a:lstStyle>
            <a:lvl1pPr marL="0" indent="0" algn="l" defTabSz="914400" rtl="0" eaLnBrk="1" fontAlgn="base" latinLnBrk="0" hangingPunct="1">
              <a:lnSpc>
                <a:spcPct val="90000"/>
              </a:lnSpc>
              <a:spcBef>
                <a:spcPts val="1000"/>
              </a:spcBef>
              <a:buFont typeface="Arial" panose="020B0604020202020204" pitchFamily="34" charset="0"/>
              <a:buNone/>
              <a:defRPr lang="en-US" sz="1600" b="1" i="0" kern="1200" spc="0">
                <a:solidFill>
                  <a:schemeClr val="accent3"/>
                </a:solidFill>
                <a:latin typeface="Century Gothic" panose="020B0502020202020204" pitchFamily="34" charset="0"/>
                <a:ea typeface="+mn-ea"/>
                <a:cs typeface="Arial" panose="020B0604020202020204" pitchFamily="34" charset="0"/>
              </a:defRPr>
            </a:lvl1pPr>
            <a:lvl2pPr marL="0" indent="0" algn="l" defTabSz="914400" rtl="0" eaLnBrk="1" latinLnBrk="0" hangingPunct="1">
              <a:lnSpc>
                <a:spcPct val="114000"/>
              </a:lnSpc>
              <a:spcBef>
                <a:spcPts val="1000"/>
              </a:spcBef>
              <a:spcAft>
                <a:spcPts val="0"/>
              </a:spcAft>
              <a:buFont typeface="Arial" panose="020B0604020202020204" pitchFamily="34" charset="0"/>
              <a:buNone/>
              <a:defRPr lang="en-US" sz="1400" b="1" kern="1200" spc="0" baseline="0">
                <a:solidFill>
                  <a:schemeClr val="accent3"/>
                </a:solidFill>
                <a:latin typeface="Century Gothic" panose="020B0502020202020204" pitchFamily="34" charset="0"/>
                <a:ea typeface="+mn-ea"/>
                <a:cs typeface="+mn-cs"/>
              </a:defRPr>
            </a:lvl2pPr>
            <a:lvl3pPr marL="0" indent="0" algn="l" defTabSz="914400" rtl="0" eaLnBrk="1" latinLnBrk="0" hangingPunct="1">
              <a:lnSpc>
                <a:spcPct val="125000"/>
              </a:lnSpc>
              <a:spcBef>
                <a:spcPts val="0"/>
              </a:spcBef>
              <a:spcAft>
                <a:spcPts val="500"/>
              </a:spcAft>
              <a:buFont typeface="Arial" panose="020B0604020202020204" pitchFamily="34" charset="0"/>
              <a:buNone/>
              <a:defRPr sz="1200" kern="1200" spc="0">
                <a:solidFill>
                  <a:schemeClr val="accent3"/>
                </a:solidFill>
                <a:latin typeface="Century Gothic" panose="020B0502020202020204" pitchFamily="34" charset="0"/>
                <a:ea typeface="+mn-ea"/>
                <a:cs typeface="+mn-cs"/>
              </a:defRPr>
            </a:lvl3pPr>
            <a:lvl4pPr marL="0" indent="0" algn="l" defTabSz="914400" rtl="0" eaLnBrk="1" latinLnBrk="0" hangingPunct="1">
              <a:lnSpc>
                <a:spcPct val="114000"/>
              </a:lnSpc>
              <a:spcBef>
                <a:spcPts val="750"/>
              </a:spcBef>
              <a:spcAft>
                <a:spcPts val="0"/>
              </a:spcAft>
              <a:buFont typeface="Arial" panose="020B0604020202020204" pitchFamily="34" charset="0"/>
              <a:buNone/>
              <a:defRPr sz="900" kern="1200" spc="0" baseline="0">
                <a:solidFill>
                  <a:schemeClr val="accent3"/>
                </a:solidFill>
                <a:latin typeface="Verlag Light" pitchFamily="50" charset="0"/>
                <a:ea typeface="+mn-ea"/>
                <a:cs typeface="+mn-cs"/>
              </a:defRPr>
            </a:lvl4pPr>
            <a:lvl5pPr marL="0" indent="0" algn="l" defTabSz="914400" rtl="0" eaLnBrk="1" latinLnBrk="0" hangingPunct="1">
              <a:lnSpc>
                <a:spcPct val="133000"/>
              </a:lnSpc>
              <a:spcBef>
                <a:spcPts val="0"/>
              </a:spcBef>
              <a:spcAft>
                <a:spcPts val="250"/>
              </a:spcAft>
              <a:buFont typeface="Arial" panose="020B0604020202020204" pitchFamily="34" charset="0"/>
              <a:buNone/>
              <a:defRPr sz="900" kern="1200" spc="0">
                <a:solidFill>
                  <a:schemeClr val="accent3"/>
                </a:solidFill>
                <a:latin typeface="Verlag Light"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90000"/>
              </a:lnSpc>
              <a:spcBef>
                <a:spcPts val="1000"/>
              </a:spcBef>
              <a:spcAft>
                <a:spcPts val="0"/>
              </a:spcAft>
              <a:buClrTx/>
              <a:buSzTx/>
              <a:buFont typeface="Arial" panose="020B0604020202020204" pitchFamily="34" charset="0"/>
              <a:buNone/>
              <a:tabLst/>
              <a:defRPr/>
            </a:pPr>
            <a:r>
              <a:rPr kumimoji="0" lang="en-US" sz="800" b="0" i="1" u="none" strike="noStrike" kern="1200" cap="none" spc="0" normalizeH="0" baseline="0" noProof="0">
                <a:ln>
                  <a:noFill/>
                </a:ln>
                <a:solidFill>
                  <a:srgbClr val="FFFFFF"/>
                </a:solidFill>
                <a:effectLst/>
                <a:uLnTx/>
                <a:uFillTx/>
                <a:latin typeface="Helvetica Neue" panose="02000503000000020004"/>
                <a:ea typeface="+mn-ea"/>
                <a:cs typeface="Arial" panose="020B0604020202020204" pitchFamily="34" charset="0"/>
              </a:rPr>
              <a:t>* Languages inclusive of: English, Mandarin, Cantonese, Chinese (trad./</a:t>
            </a:r>
            <a:r>
              <a:rPr kumimoji="0" lang="en-US" sz="800" b="0" i="1" u="none" strike="noStrike" kern="1200" cap="none" spc="0" normalizeH="0" baseline="0" noProof="0" err="1">
                <a:ln>
                  <a:noFill/>
                </a:ln>
                <a:solidFill>
                  <a:srgbClr val="FFFFFF"/>
                </a:solidFill>
                <a:effectLst/>
                <a:uLnTx/>
                <a:uFillTx/>
                <a:latin typeface="Helvetica Neue" panose="02000503000000020004"/>
                <a:ea typeface="+mn-ea"/>
                <a:cs typeface="Arial" panose="020B0604020202020204" pitchFamily="34" charset="0"/>
              </a:rPr>
              <a:t>simpl</a:t>
            </a:r>
            <a:r>
              <a:rPr kumimoji="0" lang="en-US" sz="800" b="0" i="1" u="none" strike="noStrike" kern="1200" cap="none" spc="0" normalizeH="0" baseline="0" noProof="0">
                <a:ln>
                  <a:noFill/>
                </a:ln>
                <a:solidFill>
                  <a:srgbClr val="FFFFFF"/>
                </a:solidFill>
                <a:effectLst/>
                <a:uLnTx/>
                <a:uFillTx/>
                <a:latin typeface="Helvetica Neue" panose="02000503000000020004"/>
                <a:ea typeface="+mn-ea"/>
                <a:cs typeface="Arial" panose="020B0604020202020204" pitchFamily="34" charset="0"/>
              </a:rPr>
              <a:t>.), Korean, Japanese, Vietnamese, Thai, Malay, Hindi, Tamil, Indonesian, Balinese, Arabic, Russian, French, German, Dutch, Portuguese (European and South American), Spanish (European and Mexican), Italian, Turkish, Greek, Dhivehi, and Afrikaans.</a:t>
            </a:r>
            <a:endParaRPr kumimoji="0" lang="en-US" sz="700" b="0" i="1" u="none" strike="noStrike" kern="1200" cap="none" spc="0" normalizeH="0" baseline="0" noProof="0">
              <a:ln>
                <a:noFill/>
              </a:ln>
              <a:solidFill>
                <a:srgbClr val="FFFFFF"/>
              </a:solidFill>
              <a:effectLst/>
              <a:uLnTx/>
              <a:uFillTx/>
              <a:latin typeface="Helvetica Neue" panose="02000503000000020004"/>
              <a:ea typeface="+mn-ea"/>
              <a:cs typeface="Arial" panose="020B0604020202020204" pitchFamily="34" charset="0"/>
            </a:endParaRPr>
          </a:p>
        </p:txBody>
      </p:sp>
      <p:sp>
        <p:nvSpPr>
          <p:cNvPr id="5" name="Title 4">
            <a:extLst>
              <a:ext uri="{FF2B5EF4-FFF2-40B4-BE49-F238E27FC236}">
                <a16:creationId xmlns:a16="http://schemas.microsoft.com/office/drawing/2014/main" id="{E6BEB9C9-3615-1FCB-C5C7-183273F9F820}"/>
              </a:ext>
            </a:extLst>
          </p:cNvPr>
          <p:cNvSpPr>
            <a:spLocks noGrp="1"/>
          </p:cNvSpPr>
          <p:nvPr>
            <p:ph type="title"/>
          </p:nvPr>
        </p:nvSpPr>
        <p:spPr/>
        <p:txBody>
          <a:bodyPr/>
          <a:lstStyle/>
          <a:p>
            <a:r>
              <a:rPr lang="en-US"/>
              <a:t>SOV/P OVERVIEW</a:t>
            </a:r>
          </a:p>
        </p:txBody>
      </p:sp>
      <p:sp>
        <p:nvSpPr>
          <p:cNvPr id="2" name="Content Placeholder 8">
            <a:extLst>
              <a:ext uri="{FF2B5EF4-FFF2-40B4-BE49-F238E27FC236}">
                <a16:creationId xmlns:a16="http://schemas.microsoft.com/office/drawing/2014/main" id="{581C8BB2-53EB-20B5-FE8F-C77BFBD94EC4}"/>
              </a:ext>
            </a:extLst>
          </p:cNvPr>
          <p:cNvSpPr txBox="1">
            <a:spLocks/>
          </p:cNvSpPr>
          <p:nvPr/>
        </p:nvSpPr>
        <p:spPr>
          <a:xfrm>
            <a:off x="348299" y="1322303"/>
            <a:ext cx="10988675" cy="1637436"/>
          </a:xfrm>
          <a:prstGeom prst="rect">
            <a:avLst/>
          </a:prstGeom>
          <a:noFill/>
        </p:spPr>
        <p:txBody>
          <a:bodyPr wrap="square">
            <a:spAutoFit/>
          </a:bodyPr>
          <a:lstStyle>
            <a:lvl1pPr marL="0" indent="0" algn="l" defTabSz="914400" rtl="0" eaLnBrk="1" latinLnBrk="0" hangingPunct="1">
              <a:lnSpc>
                <a:spcPts val="1700"/>
              </a:lnSpc>
              <a:spcBef>
                <a:spcPts val="0"/>
              </a:spcBef>
              <a:spcAft>
                <a:spcPts val="1000"/>
              </a:spcAft>
              <a:buFont typeface="Arial" panose="020B0604020202020204" pitchFamily="34" charset="0"/>
              <a:buNone/>
              <a:defRPr sz="1300" kern="1200" spc="0" baseline="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vl2pPr marL="180000" indent="-180000" algn="l" defTabSz="914400" rtl="0" eaLnBrk="1" latinLnBrk="0" hangingPunct="1">
              <a:lnSpc>
                <a:spcPts val="1700"/>
              </a:lnSpc>
              <a:spcBef>
                <a:spcPts val="0"/>
              </a:spcBef>
              <a:spcAft>
                <a:spcPts val="500"/>
              </a:spcAft>
              <a:buFont typeface="Arial" panose="020B0604020202020204" pitchFamily="34" charset="0"/>
              <a:buChar char="•"/>
              <a:tabLst/>
              <a:defRPr sz="1300" b="0" i="0" kern="0" spc="0" baseline="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2pPr>
            <a:lvl3pPr marL="360000" indent="-180000" algn="l" defTabSz="914400" rtl="0" eaLnBrk="1" latinLnBrk="0" hangingPunct="1">
              <a:lnSpc>
                <a:spcPts val="1700"/>
              </a:lnSpc>
              <a:spcBef>
                <a:spcPts val="0"/>
              </a:spcBef>
              <a:spcAft>
                <a:spcPts val="500"/>
              </a:spcAft>
              <a:buFont typeface="Arial" panose="020B0604020202020204" pitchFamily="34" charset="0"/>
              <a:buChar char="•"/>
              <a:tabLst/>
              <a:defRPr sz="1300" b="0" i="0" kern="0" cap="none" spc="0" baseline="0">
                <a:solidFill>
                  <a:schemeClr val="tx1"/>
                </a:solidFill>
                <a:latin typeface="+mn-lt"/>
                <a:ea typeface="Helvetica Neue" panose="02000503000000020004" pitchFamily="2" charset="0"/>
                <a:cs typeface="Helvetica Neue" panose="02000503000000020004" pitchFamily="2" charset="0"/>
              </a:defRPr>
            </a:lvl3pPr>
            <a:lvl4pPr marL="576000" indent="-180000" algn="l" defTabSz="914400" rtl="0" eaLnBrk="1" latinLnBrk="0" hangingPunct="1">
              <a:lnSpc>
                <a:spcPts val="1700"/>
              </a:lnSpc>
              <a:spcBef>
                <a:spcPts val="0"/>
              </a:spcBef>
              <a:spcAft>
                <a:spcPts val="500"/>
              </a:spcAft>
              <a:buFont typeface="Arial" panose="020B0604020202020204" pitchFamily="34" charset="0"/>
              <a:buChar char="•"/>
              <a:tabLst/>
              <a:defRPr sz="1300" b="0" i="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4pPr>
            <a:lvl5pPr marL="828000" indent="-180000" algn="l" defTabSz="914400" rtl="0" eaLnBrk="1" latinLnBrk="0" hangingPunct="1">
              <a:lnSpc>
                <a:spcPts val="1700"/>
              </a:lnSpc>
              <a:spcBef>
                <a:spcPts val="0"/>
              </a:spcBef>
              <a:spcAft>
                <a:spcPts val="500"/>
              </a:spcAft>
              <a:buFont typeface="Arial" panose="020B0604020202020204" pitchFamily="34" charset="0"/>
              <a:buChar char="•"/>
              <a:tabLst/>
              <a:defRPr sz="1300" b="0" i="0" kern="1200" baseline="0">
                <a:solidFill>
                  <a:schemeClr val="tx1"/>
                </a:solidFill>
                <a:latin typeface="+mn-lt"/>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ts val="1700"/>
              </a:lnSpc>
              <a:spcBef>
                <a:spcPts val="0"/>
              </a:spcBef>
              <a:spcAft>
                <a:spcPts val="100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FFFFFF"/>
                </a:solidFill>
                <a:effectLst/>
                <a:uLnTx/>
                <a:uFillTx/>
                <a:latin typeface="Helvetica Neue"/>
              </a:rPr>
              <a:t>SOV/P</a:t>
            </a:r>
            <a:r>
              <a:rPr kumimoji="0" lang="en-US" sz="1200" b="0" i="0" u="none" strike="noStrike" kern="1200" cap="none" spc="0" normalizeH="0" baseline="0" noProof="0">
                <a:ln>
                  <a:noFill/>
                </a:ln>
                <a:solidFill>
                  <a:srgbClr val="FFFFFF"/>
                </a:solidFill>
                <a:effectLst/>
                <a:uLnTx/>
                <a:uFillTx/>
                <a:latin typeface="Helvetica Neue"/>
              </a:rPr>
              <a:t> is a composite KPI that integrates Share of Voice and Share of Prominence (SOV/P), enabling both quantitative </a:t>
            </a:r>
            <a:r>
              <a:rPr kumimoji="0" lang="en-US" sz="1200" b="0" i="1" u="sng" strike="noStrike" kern="1200" cap="none" spc="0" normalizeH="0" baseline="0" noProof="0">
                <a:ln>
                  <a:noFill/>
                </a:ln>
                <a:solidFill>
                  <a:srgbClr val="FFFFFF"/>
                </a:solidFill>
                <a:effectLst/>
                <a:uLnTx/>
                <a:uFillTx/>
                <a:latin typeface="Helvetica Neue"/>
              </a:rPr>
              <a:t>and</a:t>
            </a:r>
            <a:r>
              <a:rPr kumimoji="0" lang="en-US" sz="1200" b="0" i="0" u="none" strike="noStrike" kern="1200" cap="none" spc="0" normalizeH="0" baseline="0" noProof="0">
                <a:ln>
                  <a:noFill/>
                </a:ln>
                <a:solidFill>
                  <a:srgbClr val="FFFFFF"/>
                </a:solidFill>
                <a:effectLst/>
                <a:uLnTx/>
                <a:uFillTx/>
                <a:latin typeface="Helvetica Neue"/>
              </a:rPr>
              <a:t> qualitative assessment.</a:t>
            </a:r>
          </a:p>
          <a:p>
            <a:pPr marL="0" marR="0" lvl="0" indent="0" algn="l" defTabSz="914400" rtl="0" eaLnBrk="1" fontAlgn="auto" latinLnBrk="0" hangingPunct="1">
              <a:lnSpc>
                <a:spcPts val="1700"/>
              </a:lnSpc>
              <a:spcBef>
                <a:spcPts val="0"/>
              </a:spcBef>
              <a:spcAft>
                <a:spcPts val="1000"/>
              </a:spcAft>
              <a:buClrTx/>
              <a:buSzTx/>
              <a:buFont typeface="Arial" panose="020B0604020202020204" pitchFamily="34" charset="0"/>
              <a:buNone/>
              <a:tabLst/>
              <a:defRPr/>
            </a:pPr>
            <a:br>
              <a:rPr kumimoji="0" lang="en-US" sz="1200" b="0" i="0" u="none" strike="noStrike" kern="1200" cap="none" spc="0" normalizeH="0" baseline="0" noProof="0">
                <a:ln>
                  <a:noFill/>
                </a:ln>
                <a:solidFill>
                  <a:srgbClr val="FFFFFF"/>
                </a:solidFill>
                <a:effectLst/>
                <a:uLnTx/>
                <a:uFillTx/>
                <a:latin typeface="Helvetica Neue"/>
              </a:rPr>
            </a:br>
            <a:r>
              <a:rPr kumimoji="0" lang="en-US" sz="1200" b="1" i="0" u="none" strike="noStrike" kern="1200" cap="none" spc="0" normalizeH="0" baseline="0" noProof="0">
                <a:ln>
                  <a:noFill/>
                </a:ln>
                <a:solidFill>
                  <a:srgbClr val="FFFFFF"/>
                </a:solidFill>
                <a:effectLst/>
                <a:uLnTx/>
                <a:uFillTx/>
                <a:latin typeface="Helvetica Neue"/>
              </a:rPr>
              <a:t>WHY?</a:t>
            </a:r>
            <a:r>
              <a:rPr kumimoji="0" lang="en-US" sz="1200" b="0" i="0" u="none" strike="noStrike" kern="1200" cap="none" spc="0" normalizeH="0" baseline="0" noProof="0">
                <a:ln>
                  <a:noFill/>
                </a:ln>
                <a:solidFill>
                  <a:srgbClr val="FFFFFF"/>
                </a:solidFill>
                <a:effectLst/>
                <a:uLnTx/>
                <a:uFillTx/>
                <a:latin typeface="Helvetica Neue"/>
              </a:rPr>
              <a:t> To provide a more comprehensive view of PR performance and the effects of proactive initiatives.</a:t>
            </a:r>
          </a:p>
          <a:p>
            <a:pPr marL="0" marR="0" lvl="0" indent="0" algn="l" defTabSz="914400" rtl="0" eaLnBrk="1" fontAlgn="auto" latinLnBrk="0" hangingPunct="1">
              <a:lnSpc>
                <a:spcPts val="1700"/>
              </a:lnSpc>
              <a:spcBef>
                <a:spcPts val="0"/>
              </a:spcBef>
              <a:spcAft>
                <a:spcPts val="1000"/>
              </a:spcAft>
              <a:buClrTx/>
              <a:buSzTx/>
              <a:buFont typeface="Arial" panose="020B0604020202020204" pitchFamily="34" charset="0"/>
              <a:buNone/>
              <a:tabLst/>
              <a:defRPr/>
            </a:pPr>
            <a:br>
              <a:rPr kumimoji="0" lang="en-US" sz="1200" b="0" i="0" u="none" strike="noStrike" kern="1200" cap="none" spc="0" normalizeH="0" baseline="0" noProof="0">
                <a:ln>
                  <a:noFill/>
                </a:ln>
                <a:solidFill>
                  <a:srgbClr val="FFFFFF"/>
                </a:solidFill>
                <a:effectLst/>
                <a:uLnTx/>
                <a:uFillTx/>
                <a:latin typeface="Helvetica Neue"/>
              </a:rPr>
            </a:br>
            <a:r>
              <a:rPr kumimoji="0" lang="en-US" sz="1200" b="1" i="0" u="none" strike="noStrike" kern="1200" cap="none" spc="0" normalizeH="0" baseline="0" noProof="0">
                <a:ln>
                  <a:noFill/>
                </a:ln>
                <a:solidFill>
                  <a:srgbClr val="FFFFFF"/>
                </a:solidFill>
                <a:effectLst/>
                <a:uLnTx/>
                <a:uFillTx/>
                <a:latin typeface="Helvetica Neue"/>
              </a:rPr>
              <a:t>HOW?</a:t>
            </a:r>
            <a:r>
              <a:rPr kumimoji="0" lang="en-US" sz="1200" b="0" i="0" u="none" strike="noStrike" kern="1200" cap="none" spc="0" normalizeH="0" baseline="0" noProof="0">
                <a:ln>
                  <a:noFill/>
                </a:ln>
                <a:solidFill>
                  <a:srgbClr val="FFFFFF"/>
                </a:solidFill>
                <a:effectLst/>
                <a:uLnTx/>
                <a:uFillTx/>
                <a:latin typeface="Helvetica Neue"/>
              </a:rPr>
              <a:t> Utilize a weighted average calculation that allocates 30% to SOV and 70% to SOP. The greater emphasis on SOP is in service to brand expression – placing emphasis on quality (over quantity) of reach within a Tier 1 media environment.</a:t>
            </a:r>
            <a:endParaRPr kumimoji="0" lang="en-US" sz="1200" b="0" i="0" u="none" strike="noStrike" kern="1200" cap="none" spc="0" normalizeH="0" baseline="0" noProof="0">
              <a:ln>
                <a:noFill/>
              </a:ln>
              <a:solidFill>
                <a:srgbClr val="FFFFFF"/>
              </a:solidFill>
              <a:effectLst/>
              <a:uLnTx/>
              <a:uFillTx/>
              <a:latin typeface="Helvetica Neue"/>
              <a:ea typeface="+mn-ea"/>
              <a:cs typeface="+mn-cs"/>
            </a:endParaRPr>
          </a:p>
        </p:txBody>
      </p:sp>
      <p:sp>
        <p:nvSpPr>
          <p:cNvPr id="4" name="Content Placeholder 8x6653">
            <a:extLst>
              <a:ext uri="{FF2B5EF4-FFF2-40B4-BE49-F238E27FC236}">
                <a16:creationId xmlns:a16="http://schemas.microsoft.com/office/drawing/2014/main" id="{0B4E52F0-BBF8-76BE-FD49-95ED1F224E6D}"/>
              </a:ext>
            </a:extLst>
          </p:cNvPr>
          <p:cNvSpPr txBox="1"/>
          <p:nvPr/>
        </p:nvSpPr>
        <p:spPr>
          <a:xfrm>
            <a:off x="417804" y="3073484"/>
            <a:ext cx="5304465" cy="2462213"/>
          </a:xfrm>
          <a:prstGeom prst="rect">
            <a:avLst/>
          </a:prstGeom>
          <a:noFill/>
        </p:spPr>
        <p:txBody>
          <a:bodyPr vert="horz" wrap="square" lIns="0" tIns="45720" rIns="91440" bIns="45720" rtlCol="0">
            <a:spAutoFit/>
          </a:bodyPr>
          <a:lstStyle>
            <a:lvl1pPr marL="0" indent="0" algn="l" defTabSz="914400" rtl="0" eaLnBrk="1" fontAlgn="base" latinLnBrk="0" hangingPunct="1">
              <a:lnSpc>
                <a:spcPct val="90000"/>
              </a:lnSpc>
              <a:spcBef>
                <a:spcPts val="600"/>
              </a:spcBef>
              <a:buFont typeface="Arial" panose="020B0604020202020204" pitchFamily="34" charset="0"/>
              <a:buNone/>
              <a:defRPr lang="en-US" sz="1600" b="0" i="0" kern="1200" spc="0">
                <a:solidFill>
                  <a:schemeClr val="accent3"/>
                </a:solidFill>
                <a:latin typeface="+mn-lt"/>
                <a:ea typeface="+mn-ea"/>
                <a:cs typeface="Arial" panose="020B0604020202020204" pitchFamily="34" charset="0"/>
              </a:defRPr>
            </a:lvl1pPr>
            <a:lvl2pPr marL="0" indent="0" algn="l" defTabSz="914400" rtl="0" eaLnBrk="1" latinLnBrk="0" hangingPunct="1">
              <a:lnSpc>
                <a:spcPct val="114000"/>
              </a:lnSpc>
              <a:spcBef>
                <a:spcPts val="1000"/>
              </a:spcBef>
              <a:spcAft>
                <a:spcPts val="0"/>
              </a:spcAft>
              <a:buFont typeface="Arial" panose="020B0604020202020204" pitchFamily="34" charset="0"/>
              <a:buNone/>
              <a:defRPr lang="en-US" sz="1400" b="1" kern="1200" spc="0" baseline="0">
                <a:solidFill>
                  <a:schemeClr val="accent3"/>
                </a:solidFill>
                <a:latin typeface="+mn-lt"/>
                <a:ea typeface="+mn-ea"/>
                <a:cs typeface="+mn-cs"/>
              </a:defRPr>
            </a:lvl2pPr>
            <a:lvl3pPr marL="0" indent="0" algn="l" defTabSz="914400" rtl="0" eaLnBrk="1" latinLnBrk="0" hangingPunct="1">
              <a:lnSpc>
                <a:spcPct val="125000"/>
              </a:lnSpc>
              <a:spcBef>
                <a:spcPts val="0"/>
              </a:spcBef>
              <a:spcAft>
                <a:spcPts val="500"/>
              </a:spcAft>
              <a:buFont typeface="Arial" panose="020B0604020202020204" pitchFamily="34" charset="0"/>
              <a:buNone/>
              <a:defRPr sz="1200" kern="1200" spc="0">
                <a:solidFill>
                  <a:schemeClr val="accent3"/>
                </a:solidFill>
                <a:latin typeface="+mn-lt"/>
                <a:ea typeface="+mn-ea"/>
                <a:cs typeface="+mn-cs"/>
              </a:defRPr>
            </a:lvl3pPr>
            <a:lvl4pPr marL="0" indent="0" algn="l" defTabSz="914400" rtl="0" eaLnBrk="1" latinLnBrk="0" hangingPunct="1">
              <a:lnSpc>
                <a:spcPct val="114000"/>
              </a:lnSpc>
              <a:spcBef>
                <a:spcPts val="750"/>
              </a:spcBef>
              <a:spcAft>
                <a:spcPts val="0"/>
              </a:spcAft>
              <a:buFont typeface="Arial" panose="020B0604020202020204" pitchFamily="34" charset="0"/>
              <a:buNone/>
              <a:defRPr sz="900" kern="1200" spc="0" baseline="0">
                <a:solidFill>
                  <a:schemeClr val="accent3"/>
                </a:solidFill>
                <a:latin typeface="+mn-lt"/>
                <a:ea typeface="+mn-ea"/>
                <a:cs typeface="+mn-cs"/>
              </a:defRPr>
            </a:lvl4pPr>
            <a:lvl5pPr marL="0" indent="0" algn="l" defTabSz="914400" rtl="0" eaLnBrk="1" latinLnBrk="0" hangingPunct="1">
              <a:lnSpc>
                <a:spcPct val="133000"/>
              </a:lnSpc>
              <a:spcBef>
                <a:spcPts val="0"/>
              </a:spcBef>
              <a:spcAft>
                <a:spcPts val="250"/>
              </a:spcAft>
              <a:buFont typeface="Arial" panose="020B0604020202020204" pitchFamily="34" charset="0"/>
              <a:buNone/>
              <a:defRPr sz="900" kern="1200" spc="0">
                <a:solidFill>
                  <a:schemeClr val="accent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Helvetica Neue"/>
                <a:ea typeface="+mn-ea"/>
                <a:cs typeface="Arial" panose="020B0604020202020204" pitchFamily="34" charset="0"/>
              </a:rPr>
              <a:t>RATIONALE:</a:t>
            </a:r>
            <a:endParaRPr kumimoji="0" lang="en-US" sz="1200" b="0" i="0" u="none" strike="noStrike" kern="1200" cap="none" spc="0" normalizeH="0" baseline="0" noProof="0">
              <a:ln>
                <a:noFill/>
              </a:ln>
              <a:solidFill>
                <a:srgbClr val="FFFFFF"/>
              </a:solidFill>
              <a:effectLst/>
              <a:uLnTx/>
              <a:uFillTx/>
              <a:latin typeface="Helvetica Neue"/>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Helvetica Neue"/>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200" b="1" i="0" u="none" strike="noStrike" kern="1200" cap="none" spc="0" normalizeH="0" baseline="0" noProof="0">
                <a:ln>
                  <a:noFill/>
                </a:ln>
                <a:solidFill>
                  <a:srgbClr val="FFFFFF"/>
                </a:solidFill>
                <a:effectLst/>
                <a:uLnTx/>
                <a:uFillTx/>
                <a:latin typeface="Helvetica Neue"/>
                <a:ea typeface="+mn-ea"/>
                <a:cs typeface="Arial" panose="020B0604020202020204" pitchFamily="34" charset="0"/>
              </a:rPr>
              <a:t>Easy to Understand:  </a:t>
            </a:r>
            <a:br>
              <a:rPr kumimoji="0" lang="en-US" sz="1200" b="1" i="0" u="none" strike="noStrike" kern="1200" cap="none" spc="0" normalizeH="0" baseline="0" noProof="0">
                <a:ln>
                  <a:noFill/>
                </a:ln>
                <a:solidFill>
                  <a:srgbClr val="FFFFFF"/>
                </a:solidFill>
                <a:effectLst/>
                <a:uLnTx/>
                <a:uFillTx/>
                <a:latin typeface="Helvetica Neue"/>
                <a:ea typeface="+mn-ea"/>
                <a:cs typeface="Arial" panose="020B0604020202020204" pitchFamily="34" charset="0"/>
              </a:rPr>
            </a:br>
            <a:r>
              <a:rPr kumimoji="0" lang="en-US" sz="1200" b="0" i="0" u="none" strike="noStrike" kern="1200" cap="none" spc="0" normalizeH="0" baseline="0" noProof="0">
                <a:ln>
                  <a:noFill/>
                </a:ln>
                <a:solidFill>
                  <a:srgbClr val="FFFFFF"/>
                </a:solidFill>
                <a:effectLst/>
                <a:uLnTx/>
                <a:uFillTx/>
                <a:latin typeface="Helvetica Neue"/>
                <a:ea typeface="+mn-ea"/>
                <a:cs typeface="Arial" panose="020B0604020202020204" pitchFamily="34" charset="0"/>
              </a:rPr>
              <a:t>A simple, clean approach that requires minimal explanation</a:t>
            </a:r>
          </a:p>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200" b="1" i="0" u="none" strike="noStrike" kern="1200" cap="none" spc="0" normalizeH="0" baseline="0" noProof="0">
                <a:ln>
                  <a:noFill/>
                </a:ln>
                <a:solidFill>
                  <a:srgbClr val="FFFFFF"/>
                </a:solidFill>
                <a:effectLst/>
                <a:uLnTx/>
                <a:uFillTx/>
                <a:latin typeface="Helvetica Neue"/>
                <a:ea typeface="+mn-ea"/>
                <a:cs typeface="Arial" panose="020B0604020202020204" pitchFamily="34" charset="0"/>
              </a:rPr>
              <a:t>Easy to Scale:  </a:t>
            </a:r>
            <a:br>
              <a:rPr kumimoji="0" lang="en-US" sz="1200" b="1" i="0" u="none" strike="noStrike" kern="1200" cap="none" spc="0" normalizeH="0" baseline="0" noProof="0">
                <a:ln>
                  <a:noFill/>
                </a:ln>
                <a:solidFill>
                  <a:srgbClr val="FFFFFF"/>
                </a:solidFill>
                <a:effectLst/>
                <a:uLnTx/>
                <a:uFillTx/>
                <a:latin typeface="Helvetica Neue"/>
                <a:ea typeface="+mn-ea"/>
                <a:cs typeface="Arial" panose="020B0604020202020204" pitchFamily="34" charset="0"/>
              </a:rPr>
            </a:br>
            <a:r>
              <a:rPr kumimoji="0" lang="en-US" sz="1200" b="0" i="0" u="none" strike="noStrike" kern="1200" cap="none" spc="0" normalizeH="0" baseline="0" noProof="0">
                <a:ln>
                  <a:noFill/>
                </a:ln>
                <a:solidFill>
                  <a:srgbClr val="FFFFFF"/>
                </a:solidFill>
                <a:effectLst/>
                <a:uLnTx/>
                <a:uFillTx/>
                <a:latin typeface="Helvetica Neue"/>
                <a:ea typeface="+mn-ea"/>
                <a:cs typeface="Arial" panose="020B0604020202020204" pitchFamily="34" charset="0"/>
              </a:rPr>
              <a:t>Can be applied to any other brand media coverage reports (Regional, LOB) where SOV and SOP metrics are both available.</a:t>
            </a:r>
            <a:endParaRPr kumimoji="0" lang="en-US" sz="1200" b="1" i="0" u="none" strike="noStrike" kern="1200" cap="none" spc="0" normalizeH="0" baseline="0" noProof="0">
              <a:ln>
                <a:noFill/>
              </a:ln>
              <a:solidFill>
                <a:srgbClr val="FFFFFF"/>
              </a:solidFill>
              <a:effectLst/>
              <a:uLnTx/>
              <a:uFillTx/>
              <a:latin typeface="Helvetica Neue"/>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200" b="1" i="0" u="none" strike="noStrike" kern="1200" cap="none" spc="0" normalizeH="0" baseline="0" noProof="0">
                <a:ln>
                  <a:noFill/>
                </a:ln>
                <a:solidFill>
                  <a:srgbClr val="FFFFFF"/>
                </a:solidFill>
                <a:effectLst/>
                <a:uLnTx/>
                <a:uFillTx/>
                <a:latin typeface="Helvetica Neue"/>
                <a:ea typeface="+mn-ea"/>
                <a:cs typeface="Arial" panose="020B0604020202020204" pitchFamily="34" charset="0"/>
              </a:rPr>
              <a:t>Easy to Adjust: </a:t>
            </a:r>
            <a:br>
              <a:rPr kumimoji="0" lang="en-US" sz="1200" b="1" i="0" u="none" strike="noStrike" kern="1200" cap="none" spc="0" normalizeH="0" baseline="0" noProof="0">
                <a:ln>
                  <a:noFill/>
                </a:ln>
                <a:solidFill>
                  <a:srgbClr val="FFFFFF"/>
                </a:solidFill>
                <a:effectLst/>
                <a:uLnTx/>
                <a:uFillTx/>
                <a:latin typeface="Helvetica Neue"/>
                <a:ea typeface="+mn-ea"/>
                <a:cs typeface="Arial" panose="020B0604020202020204" pitchFamily="34" charset="0"/>
              </a:rPr>
            </a:br>
            <a:r>
              <a:rPr kumimoji="0" lang="en-US" sz="1200" b="0" i="0" u="none" strike="noStrike" kern="1200" cap="none" spc="0" normalizeH="0" baseline="0" noProof="0">
                <a:ln>
                  <a:noFill/>
                </a:ln>
                <a:solidFill>
                  <a:srgbClr val="FFFFFF"/>
                </a:solidFill>
                <a:effectLst/>
                <a:uLnTx/>
                <a:uFillTx/>
                <a:latin typeface="Helvetica Neue"/>
                <a:ea typeface="+mn-ea"/>
                <a:cs typeface="Arial" panose="020B0604020202020204" pitchFamily="34" charset="0"/>
              </a:rPr>
              <a:t>The weights can be easily adjusted, as needed, and be applied to historical SOV/P data. Weighting will </a:t>
            </a:r>
            <a:r>
              <a:rPr kumimoji="0" lang="en-US" sz="1200" b="0" i="0" u="sng" strike="noStrike" kern="1200" cap="none" spc="0" normalizeH="0" baseline="0" noProof="0">
                <a:ln>
                  <a:noFill/>
                </a:ln>
                <a:solidFill>
                  <a:srgbClr val="FFFFFF"/>
                </a:solidFill>
                <a:effectLst/>
                <a:uLnTx/>
                <a:uFillTx/>
                <a:latin typeface="Helvetica Neue"/>
                <a:ea typeface="+mn-ea"/>
                <a:cs typeface="Arial" panose="020B0604020202020204" pitchFamily="34" charset="0"/>
              </a:rPr>
              <a:t>not</a:t>
            </a:r>
            <a:r>
              <a:rPr kumimoji="0" lang="en-US" sz="1200" b="0" i="0" u="none" strike="noStrike" kern="1200" cap="none" spc="0" normalizeH="0" baseline="0" noProof="0">
                <a:ln>
                  <a:noFill/>
                </a:ln>
                <a:solidFill>
                  <a:srgbClr val="FFFFFF"/>
                </a:solidFill>
                <a:effectLst/>
                <a:uLnTx/>
                <a:uFillTx/>
                <a:latin typeface="Helvetica Neue"/>
                <a:ea typeface="+mn-ea"/>
                <a:cs typeface="Arial" panose="020B0604020202020204" pitchFamily="34" charset="0"/>
              </a:rPr>
              <a:t> be adjusted mid-year, however there will be a reassessment at the end of 2026 to determine whether any adjustment is warranted.</a:t>
            </a:r>
          </a:p>
        </p:txBody>
      </p:sp>
      <p:sp>
        <p:nvSpPr>
          <p:cNvPr id="9" name="Content Placeholder 8x5543">
            <a:extLst>
              <a:ext uri="{FF2B5EF4-FFF2-40B4-BE49-F238E27FC236}">
                <a16:creationId xmlns:a16="http://schemas.microsoft.com/office/drawing/2014/main" id="{D09EA26A-AC51-45FB-A8BE-B007C1C02BCA}"/>
              </a:ext>
            </a:extLst>
          </p:cNvPr>
          <p:cNvSpPr txBox="1"/>
          <p:nvPr/>
        </p:nvSpPr>
        <p:spPr>
          <a:xfrm>
            <a:off x="6667796" y="3470207"/>
            <a:ext cx="3736043" cy="1077218"/>
          </a:xfrm>
          <a:prstGeom prst="rect">
            <a:avLst/>
          </a:prstGeom>
          <a:solidFill>
            <a:schemeClr val="accent3"/>
          </a:solidFill>
        </p:spPr>
        <p:txBody>
          <a:bodyPr vert="horz" wrap="square" lIns="182880" tIns="182880" rIns="182880" bIns="274320" rtlCol="0">
            <a:spAutoFit/>
          </a:bodyPr>
          <a:lstStyle>
            <a:lvl1pPr marL="0" indent="0" algn="l" defTabSz="914400" rtl="0" eaLnBrk="1" fontAlgn="base" latinLnBrk="0" hangingPunct="1">
              <a:lnSpc>
                <a:spcPct val="90000"/>
              </a:lnSpc>
              <a:spcBef>
                <a:spcPts val="600"/>
              </a:spcBef>
              <a:buFont typeface="Arial" panose="020B0604020202020204" pitchFamily="34" charset="0"/>
              <a:buNone/>
              <a:defRPr lang="en-US" sz="1600" b="0" i="0" kern="1200" spc="0">
                <a:solidFill>
                  <a:schemeClr val="accent3"/>
                </a:solidFill>
                <a:latin typeface="+mn-lt"/>
                <a:ea typeface="+mn-ea"/>
                <a:cs typeface="Arial" panose="020B0604020202020204" pitchFamily="34" charset="0"/>
              </a:defRPr>
            </a:lvl1pPr>
            <a:lvl2pPr marL="0" indent="0" algn="l" defTabSz="914400" rtl="0" eaLnBrk="1" latinLnBrk="0" hangingPunct="1">
              <a:lnSpc>
                <a:spcPct val="114000"/>
              </a:lnSpc>
              <a:spcBef>
                <a:spcPts val="1000"/>
              </a:spcBef>
              <a:spcAft>
                <a:spcPts val="0"/>
              </a:spcAft>
              <a:buFont typeface="Arial" panose="020B0604020202020204" pitchFamily="34" charset="0"/>
              <a:buNone/>
              <a:defRPr lang="en-US" sz="1400" b="1" kern="1200" spc="0" baseline="0">
                <a:solidFill>
                  <a:schemeClr val="accent3"/>
                </a:solidFill>
                <a:latin typeface="+mn-lt"/>
                <a:ea typeface="+mn-ea"/>
                <a:cs typeface="+mn-cs"/>
              </a:defRPr>
            </a:lvl2pPr>
            <a:lvl3pPr marL="0" indent="0" algn="l" defTabSz="914400" rtl="0" eaLnBrk="1" latinLnBrk="0" hangingPunct="1">
              <a:lnSpc>
                <a:spcPct val="125000"/>
              </a:lnSpc>
              <a:spcBef>
                <a:spcPts val="0"/>
              </a:spcBef>
              <a:spcAft>
                <a:spcPts val="500"/>
              </a:spcAft>
              <a:buFont typeface="Arial" panose="020B0604020202020204" pitchFamily="34" charset="0"/>
              <a:buNone/>
              <a:defRPr sz="1200" kern="1200" spc="0">
                <a:solidFill>
                  <a:schemeClr val="accent3"/>
                </a:solidFill>
                <a:latin typeface="+mn-lt"/>
                <a:ea typeface="+mn-ea"/>
                <a:cs typeface="+mn-cs"/>
              </a:defRPr>
            </a:lvl3pPr>
            <a:lvl4pPr marL="0" indent="0" algn="l" defTabSz="914400" rtl="0" eaLnBrk="1" latinLnBrk="0" hangingPunct="1">
              <a:lnSpc>
                <a:spcPct val="114000"/>
              </a:lnSpc>
              <a:spcBef>
                <a:spcPts val="750"/>
              </a:spcBef>
              <a:spcAft>
                <a:spcPts val="0"/>
              </a:spcAft>
              <a:buFont typeface="Arial" panose="020B0604020202020204" pitchFamily="34" charset="0"/>
              <a:buNone/>
              <a:defRPr sz="900" kern="1200" spc="0" baseline="0">
                <a:solidFill>
                  <a:schemeClr val="accent3"/>
                </a:solidFill>
                <a:latin typeface="+mn-lt"/>
                <a:ea typeface="+mn-ea"/>
                <a:cs typeface="+mn-cs"/>
              </a:defRPr>
            </a:lvl4pPr>
            <a:lvl5pPr marL="0" indent="0" algn="l" defTabSz="914400" rtl="0" eaLnBrk="1" latinLnBrk="0" hangingPunct="1">
              <a:lnSpc>
                <a:spcPct val="133000"/>
              </a:lnSpc>
              <a:spcBef>
                <a:spcPts val="0"/>
              </a:spcBef>
              <a:spcAft>
                <a:spcPts val="250"/>
              </a:spcAft>
              <a:buFont typeface="Arial" panose="020B0604020202020204" pitchFamily="34" charset="0"/>
              <a:buNone/>
              <a:defRPr sz="900" kern="1200" spc="0">
                <a:solidFill>
                  <a:schemeClr val="accent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C441E"/>
                </a:solidFill>
                <a:effectLst/>
                <a:uLnTx/>
                <a:uFillTx/>
                <a:latin typeface="Helvetica Neue" panose="02000503000000020004"/>
                <a:ea typeface="+mn-ea"/>
                <a:cs typeface="Arial" panose="020B0604020202020204" pitchFamily="34" charset="0"/>
              </a:rPr>
              <a:t>FORMULA:</a:t>
            </a:r>
            <a:endParaRPr kumimoji="0" lang="en-US" sz="1200" b="0" i="0" u="none" strike="noStrike" kern="1200" cap="none" spc="0" normalizeH="0" baseline="0" noProof="0">
              <a:ln>
                <a:noFill/>
              </a:ln>
              <a:solidFill>
                <a:srgbClr val="3C441E"/>
              </a:solidFill>
              <a:effectLst/>
              <a:uLnTx/>
              <a:uFillTx/>
              <a:latin typeface="Helvetica Neue" panose="02000503000000020004"/>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3C441E"/>
              </a:solidFill>
              <a:effectLst/>
              <a:uLnTx/>
              <a:uFillTx/>
              <a:latin typeface="Helvetica Neue" panose="02000503000000020004"/>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a:ln>
                  <a:noFill/>
                </a:ln>
                <a:solidFill>
                  <a:srgbClr val="3C441E"/>
                </a:solidFill>
                <a:effectLst/>
                <a:uLnTx/>
                <a:uFillTx/>
                <a:latin typeface="Helvetica Neue" panose="02000503000000020004"/>
                <a:ea typeface="+mn-ea"/>
                <a:cs typeface="Arial" panose="020B0604020202020204" pitchFamily="34" charset="0"/>
              </a:rPr>
              <a:t>([SOV] x .3) + ([SOP] x .7) = SOV/P</a:t>
            </a:r>
            <a:endParaRPr kumimoji="0" lang="en-US" sz="1200" b="0" i="0" u="none" strike="noStrike" kern="1200" cap="none" spc="0" normalizeH="0" baseline="0" noProof="0">
              <a:ln>
                <a:noFill/>
              </a:ln>
              <a:solidFill>
                <a:srgbClr val="3C441E"/>
              </a:solidFill>
              <a:effectLst/>
              <a:uLnTx/>
              <a:uFillTx/>
              <a:latin typeface="Helvetica Neue" panose="02000503000000020004"/>
              <a:ea typeface="+mn-ea"/>
              <a:cs typeface="Arial" panose="020B0604020202020204" pitchFamily="34" charset="0"/>
            </a:endParaRPr>
          </a:p>
        </p:txBody>
      </p:sp>
    </p:spTree>
    <p:extLst>
      <p:ext uri="{BB962C8B-B14F-4D97-AF65-F5344CB8AC3E}">
        <p14:creationId xmlns:p14="http://schemas.microsoft.com/office/powerpoint/2010/main" val="3565659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99A8F-EE76-9A54-5121-353057CC3E6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4740833-F02B-3E05-5E6A-530FB814527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07F6D5-C405-3747-904C-8A4483F83D09}" type="slidenum">
              <a:rPr kumimoji="0" lang="en-US" sz="700" b="0" i="0" u="none" strike="noStrike" kern="1200" cap="none" spc="0" normalizeH="0" baseline="0" noProof="0" smtClean="0">
                <a:ln>
                  <a:noFill/>
                </a:ln>
                <a:solidFill>
                  <a:srgbClr val="3D441E"/>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700" b="0" i="0" u="none" strike="noStrike" kern="1200" cap="none" spc="0" normalizeH="0" baseline="0" noProof="0">
              <a:ln>
                <a:noFill/>
              </a:ln>
              <a:solidFill>
                <a:srgbClr val="3D441E"/>
              </a:solidFill>
              <a:effectLst/>
              <a:uLnTx/>
              <a:uFillTx/>
              <a:latin typeface="Arial" panose="020B0604020202020204" pitchFamily="34" charset="0"/>
              <a:cs typeface="Arial" panose="020B0604020202020204" pitchFamily="34" charset="0"/>
            </a:endParaRPr>
          </a:p>
        </p:txBody>
      </p:sp>
      <p:sp>
        <p:nvSpPr>
          <p:cNvPr id="6" name="Text Placeholder 5">
            <a:extLst>
              <a:ext uri="{FF2B5EF4-FFF2-40B4-BE49-F238E27FC236}">
                <a16:creationId xmlns:a16="http://schemas.microsoft.com/office/drawing/2014/main" id="{B8DE086A-D9E9-5389-851E-CB3BAE14A390}"/>
              </a:ext>
            </a:extLst>
          </p:cNvPr>
          <p:cNvSpPr>
            <a:spLocks noGrp="1"/>
          </p:cNvSpPr>
          <p:nvPr>
            <p:ph type="body" sz="quarter" idx="24"/>
          </p:nvPr>
        </p:nvSpPr>
        <p:spPr/>
        <p:txBody>
          <a:bodyPr/>
          <a:lstStyle/>
          <a:p>
            <a:r>
              <a:rPr lang="en-US"/>
              <a:t>FOUR SEASONS HOTELS AND RESPORTS</a:t>
            </a:r>
          </a:p>
        </p:txBody>
      </p:sp>
      <p:sp>
        <p:nvSpPr>
          <p:cNvPr id="12" name="Title 7">
            <a:extLst>
              <a:ext uri="{FF2B5EF4-FFF2-40B4-BE49-F238E27FC236}">
                <a16:creationId xmlns:a16="http://schemas.microsoft.com/office/drawing/2014/main" id="{EB44A75E-69CA-2305-1C20-CC8EDDD92BFF}"/>
              </a:ext>
            </a:extLst>
          </p:cNvPr>
          <p:cNvSpPr txBox="1">
            <a:spLocks/>
          </p:cNvSpPr>
          <p:nvPr/>
        </p:nvSpPr>
        <p:spPr>
          <a:xfrm>
            <a:off x="348300" y="700590"/>
            <a:ext cx="10700931" cy="508794"/>
          </a:xfrm>
          <a:prstGeom prst="rect">
            <a:avLst/>
          </a:prstGeom>
        </p:spPr>
        <p:txBody>
          <a:bodyPr vert="horz" lIns="0" tIns="45720" rIns="91440" bIns="45720" rtlCol="0" anchor="t" anchorCtr="0">
            <a:noAutofit/>
          </a:bodyPr>
          <a:lstStyle>
            <a:lvl1pPr algn="l" defTabSz="914400" rtl="0" eaLnBrk="1" latinLnBrk="0" hangingPunct="1">
              <a:lnSpc>
                <a:spcPct val="80000"/>
              </a:lnSpc>
              <a:spcBef>
                <a:spcPct val="0"/>
              </a:spcBef>
              <a:buNone/>
              <a:defRPr sz="4000" b="0" i="0" kern="1200" spc="-100" baseline="0">
                <a:solidFill>
                  <a:srgbClr val="3D441E"/>
                </a:solidFill>
                <a:latin typeface="Saol Display Light" pitchFamily="2" charset="77"/>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4000" b="0" i="0" u="none" strike="noStrike" kern="1200" cap="none" spc="-100" normalizeH="0" baseline="0" noProof="0">
                <a:ln>
                  <a:noFill/>
                </a:ln>
                <a:solidFill>
                  <a:srgbClr val="3D441E"/>
                </a:solidFill>
                <a:effectLst/>
                <a:uLnTx/>
                <a:uFillTx/>
                <a:latin typeface="Saol Display light" panose="00000400000000000000"/>
                <a:ea typeface="+mj-ea"/>
                <a:cs typeface="+mj-cs"/>
              </a:rPr>
              <a:t>BRANDS TO WATCH - </a:t>
            </a:r>
            <a:r>
              <a:rPr kumimoji="0" lang="en-US" sz="4000" b="0" i="1" u="none" strike="noStrike" kern="1200" cap="none" spc="-100" normalizeH="0" baseline="0" noProof="0">
                <a:ln>
                  <a:noFill/>
                </a:ln>
                <a:solidFill>
                  <a:srgbClr val="3D441E"/>
                </a:solidFill>
                <a:effectLst/>
                <a:uLnTx/>
                <a:uFillTx/>
                <a:latin typeface="Saol Display light" panose="00000400000000000000"/>
                <a:ea typeface="+mj-ea"/>
                <a:cs typeface="+mj-cs"/>
              </a:rPr>
              <a:t>FRAMEWORK</a:t>
            </a:r>
            <a:endParaRPr kumimoji="0" lang="en-US" sz="4000" b="0" i="1" u="none" strike="noStrike" kern="1200" cap="none" spc="-100" normalizeH="0" baseline="0" noProof="0">
              <a:ln>
                <a:noFill/>
              </a:ln>
              <a:solidFill>
                <a:srgbClr val="3D441E"/>
              </a:solidFill>
              <a:effectLst/>
              <a:uLnTx/>
              <a:uFillTx/>
              <a:latin typeface="Saol Display Light"/>
              <a:ea typeface="+mj-ea"/>
              <a:cs typeface="+mj-cs"/>
            </a:endParaRPr>
          </a:p>
        </p:txBody>
      </p:sp>
      <p:graphicFrame>
        <p:nvGraphicFramePr>
          <p:cNvPr id="8" name="Table 7">
            <a:extLst>
              <a:ext uri="{FF2B5EF4-FFF2-40B4-BE49-F238E27FC236}">
                <a16:creationId xmlns:a16="http://schemas.microsoft.com/office/drawing/2014/main" id="{51F3918A-2BE1-89BA-48B2-F94E8A6F5A65}"/>
              </a:ext>
            </a:extLst>
          </p:cNvPr>
          <p:cNvGraphicFramePr>
            <a:graphicFrameLocks noGrp="1"/>
          </p:cNvGraphicFramePr>
          <p:nvPr>
            <p:extLst>
              <p:ext uri="{D42A27DB-BD31-4B8C-83A1-F6EECF244321}">
                <p14:modId xmlns:p14="http://schemas.microsoft.com/office/powerpoint/2010/main" val="560182070"/>
              </p:ext>
            </p:extLst>
          </p:nvPr>
        </p:nvGraphicFramePr>
        <p:xfrm>
          <a:off x="348300" y="1335508"/>
          <a:ext cx="11019155" cy="4968240"/>
        </p:xfrm>
        <a:graphic>
          <a:graphicData uri="http://schemas.openxmlformats.org/drawingml/2006/table">
            <a:tbl>
              <a:tblPr firstRow="1" bandRow="1">
                <a:tableStyleId>{5C22544A-7EE6-4342-B048-85BDC9FD1C3A}</a:tableStyleId>
              </a:tblPr>
              <a:tblGrid>
                <a:gridCol w="5852160">
                  <a:extLst>
                    <a:ext uri="{9D8B030D-6E8A-4147-A177-3AD203B41FA5}">
                      <a16:colId xmlns:a16="http://schemas.microsoft.com/office/drawing/2014/main" val="967074205"/>
                    </a:ext>
                  </a:extLst>
                </a:gridCol>
                <a:gridCol w="5166995">
                  <a:extLst>
                    <a:ext uri="{9D8B030D-6E8A-4147-A177-3AD203B41FA5}">
                      <a16:colId xmlns:a16="http://schemas.microsoft.com/office/drawing/2014/main" val="1871484998"/>
                    </a:ext>
                  </a:extLst>
                </a:gridCol>
              </a:tblGrid>
              <a:tr h="3749040">
                <a:tc>
                  <a:txBody>
                    <a:bodyPr/>
                    <a:lstStyle/>
                    <a:p>
                      <a:pPr>
                        <a:spcBef>
                          <a:spcPts val="600"/>
                        </a:spcBef>
                      </a:pPr>
                      <a:r>
                        <a:rPr lang="en-US" sz="1200">
                          <a:solidFill>
                            <a:schemeClr val="tx1"/>
                          </a:solidFill>
                        </a:rPr>
                        <a:t>KEY PERFORMANCE INDICATORS</a:t>
                      </a:r>
                    </a:p>
                    <a:p>
                      <a:pPr marL="171450" indent="-171450">
                        <a:spcBef>
                          <a:spcPts val="600"/>
                        </a:spcBef>
                        <a:buFont typeface="Arial" panose="020B0604020202020204" pitchFamily="34" charset="0"/>
                        <a:buChar char="•"/>
                      </a:pPr>
                      <a:r>
                        <a:rPr lang="en-US" sz="1200" b="1">
                          <a:solidFill>
                            <a:schemeClr val="tx1"/>
                          </a:solidFill>
                        </a:rPr>
                        <a:t>Share of Voice/Prominence (SOV/P): </a:t>
                      </a:r>
                      <a:r>
                        <a:rPr lang="en-US" sz="1200" b="0">
                          <a:solidFill>
                            <a:schemeClr val="tx1"/>
                          </a:solidFill>
                        </a:rPr>
                        <a:t>A blended KPI that comprises 70% Share of Prominence and 30% Share of Voice, positive only.</a:t>
                      </a:r>
                    </a:p>
                    <a:p>
                      <a:pPr marL="171450" indent="-171450">
                        <a:spcBef>
                          <a:spcPts val="600"/>
                        </a:spcBef>
                        <a:buFont typeface="Arial" panose="020B0604020202020204" pitchFamily="34" charset="0"/>
                        <a:buChar char="•"/>
                      </a:pPr>
                      <a:r>
                        <a:rPr lang="en-US" sz="1200" b="1">
                          <a:solidFill>
                            <a:schemeClr val="tx1"/>
                          </a:solidFill>
                        </a:rPr>
                        <a:t>Share of Voice (SOV): </a:t>
                      </a:r>
                      <a:r>
                        <a:rPr lang="en-US" sz="1200" b="0">
                          <a:solidFill>
                            <a:schemeClr val="tx1"/>
                          </a:solidFill>
                        </a:rPr>
                        <a:t>Percentage of total volume of coverage attributed to Four Seasons vs. each competitor.</a:t>
                      </a:r>
                      <a:endParaRPr lang="en-US" sz="1200" b="1">
                        <a:solidFill>
                          <a:schemeClr val="tx1"/>
                        </a:solidFill>
                      </a:endParaRPr>
                    </a:p>
                    <a:p>
                      <a:pPr marL="171450" indent="-171450">
                        <a:spcBef>
                          <a:spcPts val="600"/>
                        </a:spcBef>
                        <a:buFont typeface="Arial" panose="020B0604020202020204" pitchFamily="34" charset="0"/>
                        <a:buChar char="•"/>
                      </a:pPr>
                      <a:r>
                        <a:rPr lang="en-US" sz="1200" b="1">
                          <a:solidFill>
                            <a:schemeClr val="tx1"/>
                          </a:solidFill>
                        </a:rPr>
                        <a:t>Share of Prominence (SOP): </a:t>
                      </a:r>
                      <a:r>
                        <a:rPr lang="en-US" sz="1200" b="0">
                          <a:solidFill>
                            <a:schemeClr val="tx1"/>
                          </a:solidFill>
                        </a:rPr>
                        <a:t>The percentage of total prominence factors achieved across the competitive set that are attributed to Four Seasons vs. each competitor within a defined Tier 1 media landscape.</a:t>
                      </a:r>
                    </a:p>
                    <a:p>
                      <a:pPr marL="342900" lvl="1" indent="-171450">
                        <a:spcBef>
                          <a:spcPts val="600"/>
                        </a:spcBef>
                        <a:buFont typeface="Century Gothic" panose="020B0502020202020204" pitchFamily="34" charset="0"/>
                        <a:buChar char="−"/>
                      </a:pPr>
                      <a:r>
                        <a:rPr lang="en-US" sz="1200" b="0">
                          <a:solidFill>
                            <a:schemeClr val="tx1"/>
                          </a:solidFill>
                        </a:rPr>
                        <a:t>PR Prominence Factors include </a:t>
                      </a:r>
                      <a:r>
                        <a:rPr lang="en-US" sz="1200" b="0" i="1">
                          <a:solidFill>
                            <a:schemeClr val="tx1"/>
                          </a:solidFill>
                        </a:rPr>
                        <a:t>Headline Mention, Exclusive Article, Lead Mention, Visuals, Extensive Mentions </a:t>
                      </a:r>
                      <a:r>
                        <a:rPr lang="en-US" sz="1200" b="0" i="0">
                          <a:solidFill>
                            <a:schemeClr val="tx1"/>
                          </a:solidFill>
                        </a:rPr>
                        <a:t>and </a:t>
                      </a:r>
                      <a:r>
                        <a:rPr lang="en-US" sz="1200" b="0" i="1">
                          <a:solidFill>
                            <a:schemeClr val="tx1"/>
                          </a:solidFill>
                        </a:rPr>
                        <a:t>Tone.</a:t>
                      </a:r>
                    </a:p>
                    <a:p>
                      <a:pPr marL="342900" lvl="1" indent="-171450">
                        <a:spcBef>
                          <a:spcPts val="600"/>
                        </a:spcBef>
                        <a:buFont typeface="Century Gothic" panose="020B0502020202020204" pitchFamily="34" charset="0"/>
                        <a:buChar char="−"/>
                      </a:pPr>
                      <a:r>
                        <a:rPr lang="en-US" sz="1200" b="0" i="0">
                          <a:solidFill>
                            <a:schemeClr val="tx1"/>
                          </a:solidFill>
                        </a:rPr>
                        <a:t>Measuring Share of Prominent (SOP) provides a % indicator of how likely readers are to remember the Four Seasons brand through PR coverage in relation to primary competitors. This analysis provides visibility into PRs contribution to competitive brand recall as part of broader efforts to grow brand awareness and affinity in key business markets.</a:t>
                      </a:r>
                    </a:p>
                    <a:p>
                      <a:pPr marL="171450" lvl="0" indent="-171450" algn="l" defTabSz="914400" rtl="0" eaLnBrk="1" latinLnBrk="0" hangingPunct="1">
                        <a:spcBef>
                          <a:spcPts val="600"/>
                        </a:spcBef>
                        <a:buFont typeface="Arial" panose="020B0604020202020204" pitchFamily="34" charset="0"/>
                        <a:buChar char="•"/>
                      </a:pPr>
                      <a:r>
                        <a:rPr lang="en-US" sz="1200" b="1" kern="1200">
                          <a:solidFill>
                            <a:schemeClr val="tx1"/>
                          </a:solidFill>
                          <a:latin typeface="+mn-lt"/>
                          <a:ea typeface="+mn-ea"/>
                          <a:cs typeface="+mn-cs"/>
                        </a:rPr>
                        <a:t>Volume of Coverage: </a:t>
                      </a:r>
                      <a:r>
                        <a:rPr lang="en-US" sz="1200" b="0" kern="1200">
                          <a:solidFill>
                            <a:schemeClr val="tx1"/>
                          </a:solidFill>
                          <a:latin typeface="+mn-lt"/>
                          <a:ea typeface="+mn-ea"/>
                          <a:cs typeface="+mn-cs"/>
                        </a:rPr>
                        <a:t>Number of unique news items.</a:t>
                      </a:r>
                    </a:p>
                    <a:p>
                      <a:pPr marL="171450" lvl="0" indent="-171450" algn="l" defTabSz="914400" rtl="0" eaLnBrk="1" latinLnBrk="0" hangingPunct="1">
                        <a:spcBef>
                          <a:spcPts val="600"/>
                        </a:spcBef>
                        <a:buFont typeface="Arial" panose="020B0604020202020204" pitchFamily="34" charset="0"/>
                        <a:buChar char="•"/>
                      </a:pPr>
                      <a:r>
                        <a:rPr lang="en-US" sz="1200" b="1" kern="1200">
                          <a:solidFill>
                            <a:schemeClr val="tx1"/>
                          </a:solidFill>
                          <a:latin typeface="+mn-lt"/>
                          <a:ea typeface="+mn-ea"/>
                          <a:cs typeface="+mn-cs"/>
                        </a:rPr>
                        <a:t>Impressions: </a:t>
                      </a:r>
                      <a:r>
                        <a:rPr lang="en-US" sz="1200" b="0" kern="1200">
                          <a:solidFill>
                            <a:schemeClr val="tx1"/>
                          </a:solidFill>
                          <a:latin typeface="+mn-lt"/>
                          <a:ea typeface="+mn-ea"/>
                          <a:cs typeface="+mn-cs"/>
                        </a:rPr>
                        <a:t>Number of potential viewers / readers of a news item, based on the total viewership / circulation.</a:t>
                      </a:r>
                    </a:p>
                    <a:p>
                      <a:pPr marL="171450" lvl="0" indent="-171450" algn="l" defTabSz="914400" rtl="0" eaLnBrk="1" latinLnBrk="0" hangingPunct="1">
                        <a:spcBef>
                          <a:spcPts val="600"/>
                        </a:spcBef>
                        <a:buFont typeface="Arial" panose="020B0604020202020204" pitchFamily="34" charset="0"/>
                        <a:buChar char="•"/>
                      </a:pPr>
                      <a:r>
                        <a:rPr lang="en-US" sz="1200" b="1" kern="1200">
                          <a:solidFill>
                            <a:schemeClr val="tx1"/>
                          </a:solidFill>
                          <a:latin typeface="+mn-lt"/>
                          <a:ea typeface="+mn-ea"/>
                          <a:cs typeface="+mn-cs"/>
                        </a:rPr>
                        <a:t>% Change YoY: </a:t>
                      </a:r>
                      <a:r>
                        <a:rPr lang="en-US" sz="1200" b="0" kern="1200">
                          <a:solidFill>
                            <a:schemeClr val="tx1"/>
                          </a:solidFill>
                          <a:latin typeface="+mn-lt"/>
                          <a:ea typeface="+mn-ea"/>
                          <a:cs typeface="+mn-cs"/>
                        </a:rPr>
                        <a:t>Change in the YTD figure year over year.</a:t>
                      </a:r>
                      <a:endParaRPr lang="en-US" sz="1200" b="1" kern="1200">
                        <a:solidFill>
                          <a:schemeClr val="tx1"/>
                        </a:solidFill>
                        <a:latin typeface="+mn-lt"/>
                        <a:ea typeface="+mn-ea"/>
                        <a:cs typeface="+mn-cs"/>
                      </a:endParaRPr>
                    </a:p>
                  </a:txBody>
                  <a:tcPr marL="0" marR="45720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spcBef>
                          <a:spcPts val="600"/>
                        </a:spcBef>
                      </a:pPr>
                      <a:r>
                        <a:rPr lang="en-US" sz="1200" b="1">
                          <a:solidFill>
                            <a:schemeClr val="tx1"/>
                          </a:solidFill>
                        </a:rPr>
                        <a:t>KPI FORMULAS</a:t>
                      </a:r>
                    </a:p>
                    <a:p>
                      <a:pPr marL="171450" indent="-171450">
                        <a:spcBef>
                          <a:spcPts val="600"/>
                        </a:spcBef>
                        <a:buFont typeface="Arial" panose="020B0604020202020204" pitchFamily="34" charset="0"/>
                        <a:buChar char="•"/>
                      </a:pPr>
                      <a:r>
                        <a:rPr lang="en-US" sz="1200" b="1">
                          <a:solidFill>
                            <a:schemeClr val="tx1"/>
                          </a:solidFill>
                        </a:rPr>
                        <a:t>Print impressions: </a:t>
                      </a:r>
                      <a:r>
                        <a:rPr lang="en-US" sz="1200" b="0">
                          <a:solidFill>
                            <a:schemeClr val="tx1"/>
                          </a:solidFill>
                        </a:rPr>
                        <a:t>Publication circulation (with no multiplier).</a:t>
                      </a:r>
                    </a:p>
                    <a:p>
                      <a:pPr marL="171450" indent="-171450">
                        <a:spcBef>
                          <a:spcPts val="600"/>
                        </a:spcBef>
                        <a:buFont typeface="Arial" panose="020B0604020202020204" pitchFamily="34" charset="0"/>
                        <a:buChar char="•"/>
                      </a:pPr>
                      <a:r>
                        <a:rPr lang="en-US" sz="1200" b="1">
                          <a:solidFill>
                            <a:schemeClr val="tx1"/>
                          </a:solidFill>
                        </a:rPr>
                        <a:t>Online impressions: </a:t>
                      </a:r>
                      <a:r>
                        <a:rPr lang="en-US" sz="1200" b="0">
                          <a:solidFill>
                            <a:schemeClr val="tx1"/>
                          </a:solidFill>
                        </a:rPr>
                        <a:t>Unique monthly visitors.</a:t>
                      </a:r>
                    </a:p>
                    <a:p>
                      <a:pPr marL="171450" indent="-171450">
                        <a:spcBef>
                          <a:spcPts val="600"/>
                        </a:spcBef>
                        <a:buFont typeface="Arial" panose="020B0604020202020204" pitchFamily="34" charset="0"/>
                        <a:buChar char="•"/>
                      </a:pPr>
                      <a:r>
                        <a:rPr lang="en-US" sz="1200" b="0">
                          <a:solidFill>
                            <a:schemeClr val="tx1"/>
                          </a:solidFill>
                        </a:rPr>
                        <a:t>Weibo / RED / WeChat impressions (China only)</a:t>
                      </a:r>
                    </a:p>
                    <a:p>
                      <a:pPr marL="342900" marR="0" lvl="1" indent="-171450" algn="l" defTabSz="914400" rtl="0" eaLnBrk="1" fontAlgn="auto" latinLnBrk="0" hangingPunct="1">
                        <a:lnSpc>
                          <a:spcPct val="100000"/>
                        </a:lnSpc>
                        <a:spcBef>
                          <a:spcPts val="600"/>
                        </a:spcBef>
                        <a:spcAft>
                          <a:spcPts val="0"/>
                        </a:spcAft>
                        <a:buClrTx/>
                        <a:buSzTx/>
                        <a:buFont typeface="Century Gothic" panose="020B0502020202020204" pitchFamily="34" charset="0"/>
                        <a:buChar char="−"/>
                        <a:tabLst/>
                        <a:defRPr/>
                      </a:pPr>
                      <a:r>
                        <a:rPr lang="en-US" sz="1200" b="1" kern="1200">
                          <a:solidFill>
                            <a:schemeClr val="tx1"/>
                          </a:solidFill>
                          <a:latin typeface="+mn-lt"/>
                          <a:ea typeface="+mn-ea"/>
                          <a:cs typeface="+mn-cs"/>
                        </a:rPr>
                        <a:t>Weibo / RED: </a:t>
                      </a:r>
                      <a:r>
                        <a:rPr lang="en-US" sz="1200" b="0" kern="1200">
                          <a:solidFill>
                            <a:schemeClr val="tx1"/>
                          </a:solidFill>
                          <a:latin typeface="+mn-lt"/>
                          <a:ea typeface="+mn-ea"/>
                          <a:cs typeface="+mn-cs"/>
                        </a:rPr>
                        <a:t>Total followers of accounts</a:t>
                      </a:r>
                    </a:p>
                    <a:p>
                      <a:pPr marL="342900" marR="0" lvl="1" indent="-171450" algn="l" defTabSz="914400" rtl="0" eaLnBrk="1" fontAlgn="auto" latinLnBrk="0" hangingPunct="1">
                        <a:lnSpc>
                          <a:spcPct val="100000"/>
                        </a:lnSpc>
                        <a:spcBef>
                          <a:spcPts val="600"/>
                        </a:spcBef>
                        <a:spcAft>
                          <a:spcPts val="0"/>
                        </a:spcAft>
                        <a:buClrTx/>
                        <a:buSzTx/>
                        <a:buFont typeface="Century Gothic" panose="020B0502020202020204" pitchFamily="34" charset="0"/>
                        <a:buChar char="−"/>
                        <a:tabLst/>
                        <a:defRPr/>
                      </a:pPr>
                      <a:r>
                        <a:rPr lang="en-US" sz="1200" b="1" kern="1200">
                          <a:solidFill>
                            <a:schemeClr val="tx1"/>
                          </a:solidFill>
                          <a:latin typeface="+mn-lt"/>
                          <a:ea typeface="+mn-ea"/>
                          <a:cs typeface="+mn-cs"/>
                        </a:rPr>
                        <a:t>WeChat: </a:t>
                      </a:r>
                      <a:r>
                        <a:rPr lang="en-US" sz="1200" b="0" kern="1200">
                          <a:solidFill>
                            <a:schemeClr val="tx1"/>
                          </a:solidFill>
                          <a:latin typeface="+mn-lt"/>
                          <a:ea typeface="+mn-ea"/>
                          <a:cs typeface="+mn-cs"/>
                        </a:rPr>
                        <a:t>Total article reads</a:t>
                      </a:r>
                      <a:endParaRPr lang="en-US" sz="1200" b="1" kern="1200">
                        <a:solidFill>
                          <a:schemeClr val="tx1"/>
                        </a:solidFill>
                        <a:latin typeface="+mn-lt"/>
                        <a:ea typeface="+mn-ea"/>
                        <a:cs typeface="+mn-cs"/>
                      </a:endParaRPr>
                    </a:p>
                    <a:p>
                      <a:pPr marL="0" indent="0">
                        <a:spcBef>
                          <a:spcPts val="600"/>
                        </a:spcBef>
                        <a:buFont typeface="Arial" panose="020B0604020202020204" pitchFamily="34" charset="0"/>
                        <a:buNone/>
                      </a:pPr>
                      <a:endParaRPr lang="en-US" sz="1200" b="1">
                        <a:solidFill>
                          <a:schemeClr val="tx1"/>
                        </a:solidFill>
                      </a:endParaRPr>
                    </a:p>
                    <a:p>
                      <a:pPr marL="0" indent="0">
                        <a:spcBef>
                          <a:spcPts val="600"/>
                        </a:spcBef>
                        <a:buFont typeface="Arial" panose="020B0604020202020204" pitchFamily="34" charset="0"/>
                        <a:buNone/>
                      </a:pPr>
                      <a:r>
                        <a:rPr lang="en-US" sz="1200" b="1">
                          <a:solidFill>
                            <a:schemeClr val="tx1"/>
                          </a:solidFill>
                        </a:rPr>
                        <a:t>PRIMARY COMPETITORS: BRANDS TO WATCH </a:t>
                      </a:r>
                    </a:p>
                  </a:txBody>
                  <a:tcPr marL="0" marR="45720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34038007"/>
                  </a:ext>
                </a:extLst>
              </a:tr>
              <a:tr h="370840">
                <a:tc>
                  <a:txBody>
                    <a:bodyPr/>
                    <a:lstStyle/>
                    <a:p>
                      <a:pPr marL="0" lvl="0" indent="0" algn="l" defTabSz="914400" rtl="0" eaLnBrk="1" latinLnBrk="0" hangingPunct="1">
                        <a:spcBef>
                          <a:spcPts val="600"/>
                        </a:spcBef>
                        <a:buFont typeface="Arial" panose="020B0604020202020204" pitchFamily="34" charset="0"/>
                        <a:buNone/>
                      </a:pPr>
                      <a:endParaRPr lang="en-US" sz="1200" b="1" kern="1200">
                        <a:solidFill>
                          <a:schemeClr val="tx1"/>
                        </a:solidFill>
                        <a:latin typeface="+mn-lt"/>
                        <a:ea typeface="+mn-ea"/>
                        <a:cs typeface="+mn-cs"/>
                      </a:endParaRPr>
                    </a:p>
                    <a:p>
                      <a:pPr marL="0" lvl="0" indent="0" algn="l" defTabSz="914400" rtl="0" eaLnBrk="1" latinLnBrk="0" hangingPunct="1">
                        <a:spcBef>
                          <a:spcPts val="600"/>
                        </a:spcBef>
                        <a:buFont typeface="Arial" panose="020B0604020202020204" pitchFamily="34" charset="0"/>
                        <a:buNone/>
                      </a:pPr>
                      <a:r>
                        <a:rPr lang="en-US" sz="1200" b="1" kern="1200">
                          <a:solidFill>
                            <a:schemeClr val="tx1"/>
                          </a:solidFill>
                          <a:latin typeface="+mn-lt"/>
                          <a:ea typeface="+mn-ea"/>
                          <a:cs typeface="+mn-cs"/>
                        </a:rPr>
                        <a:t>TOOLS</a:t>
                      </a:r>
                    </a:p>
                    <a:p>
                      <a:pPr marL="171450" lvl="0" indent="-171450" algn="l" defTabSz="914400" rtl="0" eaLnBrk="1" latinLnBrk="0" hangingPunct="1">
                        <a:spcBef>
                          <a:spcPts val="600"/>
                        </a:spcBef>
                        <a:buFont typeface="Arial" panose="020B0604020202020204" pitchFamily="34" charset="0"/>
                        <a:buChar char="•"/>
                      </a:pPr>
                      <a:r>
                        <a:rPr lang="en-US" sz="1200" b="0" kern="1200">
                          <a:solidFill>
                            <a:schemeClr val="tx1"/>
                          </a:solidFill>
                          <a:latin typeface="+mn-lt"/>
                          <a:ea typeface="+mn-ea"/>
                          <a:cs typeface="+mn-cs"/>
                          <a:hlinkClick r:id="rId2">
                            <a:extLst>
                              <a:ext uri="{A12FA001-AC4F-418D-AE19-62706E023703}">
                                <ahyp:hlinkClr xmlns:ahyp="http://schemas.microsoft.com/office/drawing/2018/hyperlinkcolor" val="tx"/>
                              </a:ext>
                            </a:extLst>
                          </a:hlinkClick>
                        </a:rPr>
                        <a:t>Talkwalker</a:t>
                      </a:r>
                      <a:r>
                        <a:rPr lang="en-US" sz="1200" b="0" kern="1200">
                          <a:solidFill>
                            <a:schemeClr val="tx1"/>
                          </a:solidFill>
                          <a:latin typeface="+mn-lt"/>
                          <a:ea typeface="+mn-ea"/>
                          <a:cs typeface="+mn-cs"/>
                        </a:rPr>
                        <a:t> </a:t>
                      </a:r>
                    </a:p>
                  </a:txBody>
                  <a:tcPr marL="0" marR="45720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171450" indent="-171450">
                        <a:spcBef>
                          <a:spcPts val="600"/>
                        </a:spcBef>
                        <a:buFont typeface="Arial" panose="020B0604020202020204" pitchFamily="34" charset="0"/>
                        <a:buChar char="•"/>
                      </a:pPr>
                      <a:endParaRPr lang="en-US" sz="1200" b="1">
                        <a:solidFill>
                          <a:schemeClr val="tx1"/>
                        </a:solidFill>
                      </a:endParaRPr>
                    </a:p>
                  </a:txBody>
                  <a:tcPr marL="0" marR="45720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85815004"/>
                  </a:ext>
                </a:extLst>
              </a:tr>
            </a:tbl>
          </a:graphicData>
        </a:graphic>
      </p:graphicFrame>
      <p:graphicFrame>
        <p:nvGraphicFramePr>
          <p:cNvPr id="4" name="Table 3">
            <a:extLst>
              <a:ext uri="{FF2B5EF4-FFF2-40B4-BE49-F238E27FC236}">
                <a16:creationId xmlns:a16="http://schemas.microsoft.com/office/drawing/2014/main" id="{F2152359-76B2-3837-95C0-0FE3D88CD68B}"/>
              </a:ext>
            </a:extLst>
          </p:cNvPr>
          <p:cNvGraphicFramePr>
            <a:graphicFrameLocks noGrp="1"/>
          </p:cNvGraphicFramePr>
          <p:nvPr>
            <p:extLst>
              <p:ext uri="{D42A27DB-BD31-4B8C-83A1-F6EECF244321}">
                <p14:modId xmlns:p14="http://schemas.microsoft.com/office/powerpoint/2010/main" val="1845878821"/>
              </p:ext>
            </p:extLst>
          </p:nvPr>
        </p:nvGraphicFramePr>
        <p:xfrm>
          <a:off x="6224875" y="3581884"/>
          <a:ext cx="2743200" cy="2721864"/>
        </p:xfrm>
        <a:graphic>
          <a:graphicData uri="http://schemas.openxmlformats.org/drawingml/2006/table">
            <a:tbl>
              <a:tblPr firstRow="1" bandRow="1">
                <a:tableStyleId>{5C22544A-7EE6-4342-B048-85BDC9FD1C3A}</a:tableStyleId>
              </a:tblPr>
              <a:tblGrid>
                <a:gridCol w="182880">
                  <a:extLst>
                    <a:ext uri="{9D8B030D-6E8A-4147-A177-3AD203B41FA5}">
                      <a16:colId xmlns:a16="http://schemas.microsoft.com/office/drawing/2014/main" val="3658698112"/>
                    </a:ext>
                  </a:extLst>
                </a:gridCol>
                <a:gridCol w="2560320">
                  <a:extLst>
                    <a:ext uri="{9D8B030D-6E8A-4147-A177-3AD203B41FA5}">
                      <a16:colId xmlns:a16="http://schemas.microsoft.com/office/drawing/2014/main" val="706844365"/>
                    </a:ext>
                  </a:extLst>
                </a:gridCol>
              </a:tblGrid>
              <a:tr h="453644">
                <a:tc>
                  <a:txBody>
                    <a:bodyPr/>
                    <a:lstStyle/>
                    <a:p>
                      <a:pPr marL="0" indent="0" algn="ctr">
                        <a:lnSpc>
                          <a:spcPct val="80000"/>
                        </a:lnSpc>
                        <a:buFont typeface="Arial" panose="020B0604020202020204" pitchFamily="34" charset="0"/>
                        <a:buNone/>
                      </a:pPr>
                      <a:endParaRPr lang="en-US" sz="1100">
                        <a:solidFill>
                          <a:schemeClr val="bg1"/>
                        </a:solidFill>
                      </a:endParaRPr>
                    </a:p>
                  </a:txBody>
                  <a:tcPr marL="0" marR="0" marT="18288" marB="0" anchor="ctr">
                    <a:lnL w="38100" cap="flat" cmpd="sng" algn="ctr">
                      <a:solidFill>
                        <a:srgbClr val="FCFAF9"/>
                      </a:solidFill>
                      <a:prstDash val="solid"/>
                      <a:round/>
                      <a:headEnd type="none" w="med" len="med"/>
                      <a:tailEnd type="none" w="med" len="med"/>
                    </a:lnL>
                    <a:lnR w="6350" cap="flat" cmpd="sng" algn="ctr">
                      <a:noFill/>
                      <a:prstDash val="solid"/>
                      <a:round/>
                      <a:headEnd type="none" w="med" len="med"/>
                      <a:tailEnd type="none" w="med" len="med"/>
                    </a:lnR>
                    <a:lnT w="38100" cap="flat" cmpd="sng" algn="ctr">
                      <a:solidFill>
                        <a:srgbClr val="FCFAF9"/>
                      </a:solidFill>
                      <a:prstDash val="solid"/>
                      <a:round/>
                      <a:headEnd type="none" w="med" len="med"/>
                      <a:tailEnd type="none" w="med" len="med"/>
                    </a:lnT>
                    <a:lnB w="38100" cap="flat" cmpd="sng" algn="ctr">
                      <a:solidFill>
                        <a:srgbClr val="FCFAF9"/>
                      </a:solidFill>
                      <a:prstDash val="solid"/>
                      <a:round/>
                      <a:headEnd type="none" w="med" len="med"/>
                      <a:tailEnd type="none" w="med" len="med"/>
                    </a:lnB>
                    <a:lnTlToBr w="12700" cmpd="sng">
                      <a:noFill/>
                      <a:prstDash val="solid"/>
                    </a:lnTlToBr>
                    <a:lnBlToTr w="12700" cmpd="sng">
                      <a:noFill/>
                      <a:prstDash val="solid"/>
                    </a:lnBlToTr>
                    <a:solidFill>
                      <a:srgbClr val="1F335B"/>
                    </a:solidFill>
                  </a:tcPr>
                </a:tc>
                <a:tc>
                  <a:txBody>
                    <a:bodyPr/>
                    <a:lstStyle/>
                    <a:p>
                      <a:pPr marL="0" indent="0" algn="l">
                        <a:lnSpc>
                          <a:spcPct val="80000"/>
                        </a:lnSpc>
                        <a:buFont typeface="Wingdings" panose="05000000000000000000" pitchFamily="2" charset="2"/>
                        <a:buNone/>
                      </a:pPr>
                      <a:r>
                        <a:rPr lang="en-US" sz="1100" b="0">
                          <a:solidFill>
                            <a:schemeClr val="tx1"/>
                          </a:solidFill>
                        </a:rPr>
                        <a:t>Ritz-Carlton</a:t>
                      </a:r>
                    </a:p>
                  </a:txBody>
                  <a:tcPr marR="0" marT="18288" marB="0" anchor="ctr">
                    <a:lnL w="6350" cap="flat" cmpd="sng" algn="ctr">
                      <a:noFill/>
                      <a:prstDash val="solid"/>
                      <a:round/>
                      <a:headEnd type="none" w="med" len="med"/>
                      <a:tailEnd type="none" w="med" len="med"/>
                    </a:lnL>
                    <a:lnR w="38100" cap="flat" cmpd="sng" algn="ctr">
                      <a:solidFill>
                        <a:srgbClr val="FCFAF9"/>
                      </a:solidFill>
                      <a:prstDash val="solid"/>
                      <a:round/>
                      <a:headEnd type="none" w="med" len="med"/>
                      <a:tailEnd type="none" w="med" len="med"/>
                    </a:lnR>
                    <a:lnT w="38100" cap="flat" cmpd="sng" algn="ctr">
                      <a:solidFill>
                        <a:srgbClr val="FCFAF9"/>
                      </a:solidFill>
                      <a:prstDash val="solid"/>
                      <a:round/>
                      <a:headEnd type="none" w="med" len="med"/>
                      <a:tailEnd type="none" w="med" len="med"/>
                    </a:lnT>
                    <a:lnB w="38100" cap="flat" cmpd="sng" algn="ctr">
                      <a:solidFill>
                        <a:srgbClr val="FCFAF9"/>
                      </a:solidFill>
                      <a:prstDash val="solid"/>
                      <a:round/>
                      <a:headEnd type="none" w="med" len="med"/>
                      <a:tailEnd type="none" w="med" len="med"/>
                    </a:lnB>
                    <a:lnTlToBr w="12700" cmpd="sng">
                      <a:noFill/>
                      <a:prstDash val="solid"/>
                    </a:lnTlToBr>
                    <a:lnBlToTr w="12700" cmpd="sng">
                      <a:noFill/>
                      <a:prstDash val="solid"/>
                    </a:lnBlToTr>
                    <a:solidFill>
                      <a:srgbClr val="1F335B">
                        <a:alpha val="30196"/>
                      </a:srgbClr>
                    </a:solidFill>
                  </a:tcPr>
                </a:tc>
                <a:extLst>
                  <a:ext uri="{0D108BD9-81ED-4DB2-BD59-A6C34878D82A}">
                    <a16:rowId xmlns:a16="http://schemas.microsoft.com/office/drawing/2014/main" val="1235853369"/>
                  </a:ext>
                </a:extLst>
              </a:tr>
              <a:tr h="453644">
                <a:tc>
                  <a:txBody>
                    <a:bodyPr/>
                    <a:lstStyle/>
                    <a:p>
                      <a:pPr algn="ctr">
                        <a:lnSpc>
                          <a:spcPct val="80000"/>
                        </a:lnSpc>
                      </a:pPr>
                      <a:endParaRPr lang="en-US" sz="1100" b="0">
                        <a:solidFill>
                          <a:schemeClr val="bg1"/>
                        </a:solidFill>
                      </a:endParaRPr>
                    </a:p>
                  </a:txBody>
                  <a:tcPr marL="0" marR="0" marT="18288" marB="0" anchor="ctr">
                    <a:lnL w="38100" cap="flat" cmpd="sng" algn="ctr">
                      <a:solidFill>
                        <a:srgbClr val="FCFAF9"/>
                      </a:solidFill>
                      <a:prstDash val="solid"/>
                      <a:round/>
                      <a:headEnd type="none" w="med" len="med"/>
                      <a:tailEnd type="none" w="med" len="med"/>
                    </a:lnL>
                    <a:lnR w="6350" cap="flat" cmpd="sng" algn="ctr">
                      <a:noFill/>
                      <a:prstDash val="solid"/>
                      <a:round/>
                      <a:headEnd type="none" w="med" len="med"/>
                      <a:tailEnd type="none" w="med" len="med"/>
                    </a:lnR>
                    <a:lnT w="38100" cap="flat" cmpd="sng" algn="ctr">
                      <a:solidFill>
                        <a:srgbClr val="FCFAF9"/>
                      </a:solidFill>
                      <a:prstDash val="solid"/>
                      <a:round/>
                      <a:headEnd type="none" w="med" len="med"/>
                      <a:tailEnd type="none" w="med" len="med"/>
                    </a:lnT>
                    <a:lnB w="38100" cap="flat" cmpd="sng" algn="ctr">
                      <a:solidFill>
                        <a:srgbClr val="FCFAF9"/>
                      </a:solidFill>
                      <a:prstDash val="solid"/>
                      <a:round/>
                      <a:headEnd type="none" w="med" len="med"/>
                      <a:tailEnd type="none" w="med" len="med"/>
                    </a:lnB>
                    <a:lnTlToBr w="12700" cmpd="sng">
                      <a:noFill/>
                      <a:prstDash val="solid"/>
                    </a:lnTlToBr>
                    <a:lnBlToTr w="12700" cmpd="sng">
                      <a:noFill/>
                      <a:prstDash val="solid"/>
                    </a:lnBlToTr>
                    <a:solidFill>
                      <a:srgbClr val="5F88BD"/>
                    </a:solidFill>
                  </a:tcPr>
                </a:tc>
                <a:tc>
                  <a:txBody>
                    <a:bodyPr/>
                    <a:lstStyle/>
                    <a:p>
                      <a:pPr marL="0" indent="0" algn="l">
                        <a:lnSpc>
                          <a:spcPct val="80000"/>
                        </a:lnSpc>
                        <a:buFont typeface="Wingdings" panose="05000000000000000000" pitchFamily="2" charset="2"/>
                        <a:buNone/>
                      </a:pPr>
                      <a:r>
                        <a:rPr lang="en-US" sz="1100" b="0">
                          <a:solidFill>
                            <a:schemeClr val="tx1"/>
                          </a:solidFill>
                        </a:rPr>
                        <a:t>Seabourn  </a:t>
                      </a:r>
                    </a:p>
                  </a:txBody>
                  <a:tcPr marR="0" marT="18288" marB="0" anchor="ctr">
                    <a:lnL w="6350" cap="flat" cmpd="sng" algn="ctr">
                      <a:noFill/>
                      <a:prstDash val="solid"/>
                      <a:round/>
                      <a:headEnd type="none" w="med" len="med"/>
                      <a:tailEnd type="none" w="med" len="med"/>
                    </a:lnL>
                    <a:lnR w="38100" cap="flat" cmpd="sng" algn="ctr">
                      <a:solidFill>
                        <a:srgbClr val="FCFAF9"/>
                      </a:solidFill>
                      <a:prstDash val="solid"/>
                      <a:round/>
                      <a:headEnd type="none" w="med" len="med"/>
                      <a:tailEnd type="none" w="med" len="med"/>
                    </a:lnR>
                    <a:lnT w="38100" cap="flat" cmpd="sng" algn="ctr">
                      <a:solidFill>
                        <a:srgbClr val="FCFAF9"/>
                      </a:solidFill>
                      <a:prstDash val="solid"/>
                      <a:round/>
                      <a:headEnd type="none" w="med" len="med"/>
                      <a:tailEnd type="none" w="med" len="med"/>
                    </a:lnT>
                    <a:lnB w="38100" cap="flat" cmpd="sng" algn="ctr">
                      <a:solidFill>
                        <a:srgbClr val="FCFAF9"/>
                      </a:solidFill>
                      <a:prstDash val="solid"/>
                      <a:round/>
                      <a:headEnd type="none" w="med" len="med"/>
                      <a:tailEnd type="none" w="med" len="med"/>
                    </a:lnB>
                    <a:lnTlToBr w="12700" cmpd="sng">
                      <a:noFill/>
                      <a:prstDash val="solid"/>
                    </a:lnTlToBr>
                    <a:lnBlToTr w="12700" cmpd="sng">
                      <a:noFill/>
                      <a:prstDash val="solid"/>
                    </a:lnBlToTr>
                    <a:solidFill>
                      <a:srgbClr val="5F88BD">
                        <a:alpha val="30196"/>
                      </a:srgbClr>
                    </a:solidFill>
                  </a:tcPr>
                </a:tc>
                <a:extLst>
                  <a:ext uri="{0D108BD9-81ED-4DB2-BD59-A6C34878D82A}">
                    <a16:rowId xmlns:a16="http://schemas.microsoft.com/office/drawing/2014/main" val="597323176"/>
                  </a:ext>
                </a:extLst>
              </a:tr>
              <a:tr h="453644">
                <a:tc>
                  <a:txBody>
                    <a:bodyPr/>
                    <a:lstStyle/>
                    <a:p>
                      <a:pPr marL="0" indent="0" algn="ctr">
                        <a:lnSpc>
                          <a:spcPct val="80000"/>
                        </a:lnSpc>
                        <a:buFont typeface="Arial" panose="020B0604020202020204" pitchFamily="34" charset="0"/>
                        <a:buNone/>
                      </a:pPr>
                      <a:endParaRPr lang="en-US" sz="1100">
                        <a:solidFill>
                          <a:srgbClr val="99B5DB"/>
                        </a:solidFill>
                      </a:endParaRPr>
                    </a:p>
                  </a:txBody>
                  <a:tcPr marL="0" marR="0" marT="18288" marB="0" anchor="ctr">
                    <a:lnL w="38100" cap="flat" cmpd="sng" algn="ctr">
                      <a:solidFill>
                        <a:srgbClr val="FCFAF9"/>
                      </a:solidFill>
                      <a:prstDash val="solid"/>
                      <a:round/>
                      <a:headEnd type="none" w="med" len="med"/>
                      <a:tailEnd type="none" w="med" len="med"/>
                    </a:lnL>
                    <a:lnR w="6350" cap="flat" cmpd="sng" algn="ctr">
                      <a:noFill/>
                      <a:prstDash val="solid"/>
                      <a:round/>
                      <a:headEnd type="none" w="med" len="med"/>
                      <a:tailEnd type="none" w="med" len="med"/>
                    </a:lnR>
                    <a:lnT w="38100" cap="flat" cmpd="sng" algn="ctr">
                      <a:solidFill>
                        <a:srgbClr val="FCFAF9"/>
                      </a:solidFill>
                      <a:prstDash val="solid"/>
                      <a:round/>
                      <a:headEnd type="none" w="med" len="med"/>
                      <a:tailEnd type="none" w="med" len="med"/>
                    </a:lnT>
                    <a:lnB w="38100" cap="flat" cmpd="sng" algn="ctr">
                      <a:solidFill>
                        <a:srgbClr val="FCFAF9"/>
                      </a:solidFill>
                      <a:prstDash val="solid"/>
                      <a:round/>
                      <a:headEnd type="none" w="med" len="med"/>
                      <a:tailEnd type="none" w="med" len="med"/>
                    </a:lnB>
                    <a:lnTlToBr w="12700" cmpd="sng">
                      <a:noFill/>
                      <a:prstDash val="solid"/>
                    </a:lnTlToBr>
                    <a:lnBlToTr w="12700" cmpd="sng">
                      <a:noFill/>
                      <a:prstDash val="solid"/>
                    </a:lnBlToTr>
                    <a:solidFill>
                      <a:srgbClr val="939393"/>
                    </a:solidFill>
                  </a:tcPr>
                </a:tc>
                <a:tc>
                  <a:txBody>
                    <a:bodyPr/>
                    <a:lstStyle/>
                    <a:p>
                      <a:pPr marL="0" indent="0" algn="l">
                        <a:lnSpc>
                          <a:spcPct val="80000"/>
                        </a:lnSpc>
                        <a:buFont typeface="Wingdings" panose="05000000000000000000" pitchFamily="2" charset="2"/>
                        <a:buNone/>
                      </a:pPr>
                      <a:r>
                        <a:rPr lang="en-US" sz="1100" b="0">
                          <a:solidFill>
                            <a:schemeClr val="tx1"/>
                          </a:solidFill>
                        </a:rPr>
                        <a:t>Silversea</a:t>
                      </a:r>
                    </a:p>
                  </a:txBody>
                  <a:tcPr marR="0" marT="18288" marB="0" anchor="ctr">
                    <a:lnL w="6350" cap="flat" cmpd="sng" algn="ctr">
                      <a:noFill/>
                      <a:prstDash val="solid"/>
                      <a:round/>
                      <a:headEnd type="none" w="med" len="med"/>
                      <a:tailEnd type="none" w="med" len="med"/>
                    </a:lnL>
                    <a:lnR w="38100" cap="flat" cmpd="sng" algn="ctr">
                      <a:solidFill>
                        <a:srgbClr val="FCFAF9"/>
                      </a:solidFill>
                      <a:prstDash val="solid"/>
                      <a:round/>
                      <a:headEnd type="none" w="med" len="med"/>
                      <a:tailEnd type="none" w="med" len="med"/>
                    </a:lnR>
                    <a:lnT w="38100" cap="flat" cmpd="sng" algn="ctr">
                      <a:solidFill>
                        <a:srgbClr val="FCFAF9"/>
                      </a:solidFill>
                      <a:prstDash val="solid"/>
                      <a:round/>
                      <a:headEnd type="none" w="med" len="med"/>
                      <a:tailEnd type="none" w="med" len="med"/>
                    </a:lnT>
                    <a:lnB w="38100" cap="flat" cmpd="sng" algn="ctr">
                      <a:solidFill>
                        <a:srgbClr val="FCFAF9"/>
                      </a:solidFill>
                      <a:prstDash val="solid"/>
                      <a:round/>
                      <a:headEnd type="none" w="med" len="med"/>
                      <a:tailEnd type="none" w="med" len="med"/>
                    </a:lnB>
                    <a:lnTlToBr w="12700" cmpd="sng">
                      <a:noFill/>
                      <a:prstDash val="solid"/>
                    </a:lnTlToBr>
                    <a:lnBlToTr w="12700" cmpd="sng">
                      <a:noFill/>
                      <a:prstDash val="solid"/>
                    </a:lnBlToTr>
                    <a:solidFill>
                      <a:srgbClr val="939393">
                        <a:alpha val="30196"/>
                      </a:srgbClr>
                    </a:solidFill>
                  </a:tcPr>
                </a:tc>
                <a:extLst>
                  <a:ext uri="{0D108BD9-81ED-4DB2-BD59-A6C34878D82A}">
                    <a16:rowId xmlns:a16="http://schemas.microsoft.com/office/drawing/2014/main" val="1463495749"/>
                  </a:ext>
                </a:extLst>
              </a:tr>
              <a:tr h="453644">
                <a:tc>
                  <a:txBody>
                    <a:bodyPr/>
                    <a:lstStyle/>
                    <a:p>
                      <a:pPr marL="0" indent="0" algn="ctr">
                        <a:lnSpc>
                          <a:spcPct val="80000"/>
                        </a:lnSpc>
                        <a:buFont typeface="Arial" panose="020B0604020202020204" pitchFamily="34" charset="0"/>
                        <a:buNone/>
                      </a:pPr>
                      <a:endParaRPr lang="en-US" sz="1100">
                        <a:solidFill>
                          <a:srgbClr val="99B5DB"/>
                        </a:solidFill>
                      </a:endParaRPr>
                    </a:p>
                  </a:txBody>
                  <a:tcPr marL="0" marR="0" marT="18288" marB="0" anchor="ctr">
                    <a:lnL w="38100" cap="flat" cmpd="sng" algn="ctr">
                      <a:solidFill>
                        <a:srgbClr val="FCFAF9"/>
                      </a:solidFill>
                      <a:prstDash val="solid"/>
                      <a:round/>
                      <a:headEnd type="none" w="med" len="med"/>
                      <a:tailEnd type="none" w="med" len="med"/>
                    </a:lnL>
                    <a:lnR w="6350" cap="flat" cmpd="sng" algn="ctr">
                      <a:noFill/>
                      <a:prstDash val="solid"/>
                      <a:round/>
                      <a:headEnd type="none" w="med" len="med"/>
                      <a:tailEnd type="none" w="med" len="med"/>
                    </a:lnR>
                    <a:lnT w="38100" cap="flat" cmpd="sng" algn="ctr">
                      <a:solidFill>
                        <a:srgbClr val="FCFAF9"/>
                      </a:solidFill>
                      <a:prstDash val="solid"/>
                      <a:round/>
                      <a:headEnd type="none" w="med" len="med"/>
                      <a:tailEnd type="none" w="med" len="med"/>
                    </a:lnT>
                    <a:lnB w="38100" cap="flat" cmpd="sng" algn="ctr">
                      <a:solidFill>
                        <a:srgbClr val="FCFAF9"/>
                      </a:solidFill>
                      <a:prstDash val="solid"/>
                      <a:round/>
                      <a:headEnd type="none" w="med" len="med"/>
                      <a:tailEnd type="none" w="med" len="med"/>
                    </a:lnB>
                    <a:lnTlToBr w="12700" cmpd="sng">
                      <a:noFill/>
                      <a:prstDash val="solid"/>
                    </a:lnTlToBr>
                    <a:lnBlToTr w="12700" cmpd="sng">
                      <a:noFill/>
                      <a:prstDash val="solid"/>
                    </a:lnBlToTr>
                    <a:solidFill>
                      <a:srgbClr val="1F216C"/>
                    </a:solidFill>
                  </a:tcPr>
                </a:tc>
                <a:tc>
                  <a:txBody>
                    <a:bodyPr/>
                    <a:lstStyle/>
                    <a:p>
                      <a:pPr marL="0" indent="0" algn="l">
                        <a:lnSpc>
                          <a:spcPct val="80000"/>
                        </a:lnSpc>
                        <a:buFont typeface="Wingdings" panose="05000000000000000000" pitchFamily="2" charset="2"/>
                        <a:buNone/>
                      </a:pPr>
                      <a:r>
                        <a:rPr lang="en-US" sz="1100" b="0">
                          <a:solidFill>
                            <a:schemeClr val="tx1"/>
                          </a:solidFill>
                        </a:rPr>
                        <a:t>Regent Seven Seas</a:t>
                      </a:r>
                    </a:p>
                  </a:txBody>
                  <a:tcPr marR="0" marT="18288" marB="0" anchor="ctr">
                    <a:lnL w="6350" cap="flat" cmpd="sng" algn="ctr">
                      <a:noFill/>
                      <a:prstDash val="solid"/>
                      <a:round/>
                      <a:headEnd type="none" w="med" len="med"/>
                      <a:tailEnd type="none" w="med" len="med"/>
                    </a:lnL>
                    <a:lnR w="38100" cap="flat" cmpd="sng" algn="ctr">
                      <a:solidFill>
                        <a:srgbClr val="FCFAF9"/>
                      </a:solidFill>
                      <a:prstDash val="solid"/>
                      <a:round/>
                      <a:headEnd type="none" w="med" len="med"/>
                      <a:tailEnd type="none" w="med" len="med"/>
                    </a:lnR>
                    <a:lnT w="38100" cap="flat" cmpd="sng" algn="ctr">
                      <a:solidFill>
                        <a:srgbClr val="FCFAF9"/>
                      </a:solidFill>
                      <a:prstDash val="solid"/>
                      <a:round/>
                      <a:headEnd type="none" w="med" len="med"/>
                      <a:tailEnd type="none" w="med" len="med"/>
                    </a:lnT>
                    <a:lnB w="38100" cap="flat" cmpd="sng" algn="ctr">
                      <a:solidFill>
                        <a:srgbClr val="FCFAF9"/>
                      </a:solidFill>
                      <a:prstDash val="solid"/>
                      <a:round/>
                      <a:headEnd type="none" w="med" len="med"/>
                      <a:tailEnd type="none" w="med" len="med"/>
                    </a:lnB>
                    <a:lnTlToBr w="12700" cmpd="sng">
                      <a:noFill/>
                      <a:prstDash val="solid"/>
                    </a:lnTlToBr>
                    <a:lnBlToTr w="12700" cmpd="sng">
                      <a:noFill/>
                      <a:prstDash val="solid"/>
                    </a:lnBlToTr>
                    <a:solidFill>
                      <a:srgbClr val="1F216C">
                        <a:alpha val="30196"/>
                      </a:srgbClr>
                    </a:solidFill>
                  </a:tcPr>
                </a:tc>
                <a:extLst>
                  <a:ext uri="{0D108BD9-81ED-4DB2-BD59-A6C34878D82A}">
                    <a16:rowId xmlns:a16="http://schemas.microsoft.com/office/drawing/2014/main" val="249814825"/>
                  </a:ext>
                </a:extLst>
              </a:tr>
              <a:tr h="453644">
                <a:tc>
                  <a:txBody>
                    <a:bodyPr/>
                    <a:lstStyle/>
                    <a:p>
                      <a:pPr marL="0" indent="0" algn="ctr">
                        <a:lnSpc>
                          <a:spcPct val="80000"/>
                        </a:lnSpc>
                        <a:buFont typeface="Arial" panose="020B0604020202020204" pitchFamily="34" charset="0"/>
                        <a:buNone/>
                      </a:pPr>
                      <a:endParaRPr lang="en-US" sz="1100">
                        <a:solidFill>
                          <a:schemeClr val="bg1"/>
                        </a:solidFill>
                      </a:endParaRPr>
                    </a:p>
                  </a:txBody>
                  <a:tcPr marL="0" marR="0" marT="18288" marB="0" anchor="ctr">
                    <a:lnL w="38100" cap="flat" cmpd="sng" algn="ctr">
                      <a:solidFill>
                        <a:srgbClr val="FCFAF9"/>
                      </a:solidFill>
                      <a:prstDash val="solid"/>
                      <a:round/>
                      <a:headEnd type="none" w="med" len="med"/>
                      <a:tailEnd type="none" w="med" len="med"/>
                    </a:lnL>
                    <a:lnR w="6350" cap="flat" cmpd="sng" algn="ctr">
                      <a:noFill/>
                      <a:prstDash val="solid"/>
                      <a:round/>
                      <a:headEnd type="none" w="med" len="med"/>
                      <a:tailEnd type="none" w="med" len="med"/>
                    </a:lnR>
                    <a:lnT w="38100" cap="flat" cmpd="sng" algn="ctr">
                      <a:solidFill>
                        <a:srgbClr val="FCFAF9"/>
                      </a:solidFill>
                      <a:prstDash val="solid"/>
                      <a:round/>
                      <a:headEnd type="none" w="med" len="med"/>
                      <a:tailEnd type="none" w="med" len="med"/>
                    </a:lnT>
                    <a:lnB w="38100" cap="flat" cmpd="sng" algn="ctr">
                      <a:solidFill>
                        <a:srgbClr val="FCFAF9"/>
                      </a:solidFill>
                      <a:prstDash val="solid"/>
                      <a:round/>
                      <a:headEnd type="none" w="med" len="med"/>
                      <a:tailEnd type="none" w="med" len="med"/>
                    </a:lnB>
                    <a:lnTlToBr w="12700" cmpd="sng">
                      <a:noFill/>
                      <a:prstDash val="solid"/>
                    </a:lnTlToBr>
                    <a:lnBlToTr w="12700" cmpd="sng">
                      <a:noFill/>
                      <a:prstDash val="solid"/>
                    </a:lnBlToTr>
                    <a:solidFill>
                      <a:srgbClr val="4F0304"/>
                    </a:solidFill>
                  </a:tcPr>
                </a:tc>
                <a:tc>
                  <a:txBody>
                    <a:bodyPr/>
                    <a:lstStyle/>
                    <a:p>
                      <a:pPr marL="0" indent="0" algn="l">
                        <a:lnSpc>
                          <a:spcPct val="80000"/>
                        </a:lnSpc>
                        <a:buFont typeface="Wingdings" panose="05000000000000000000" pitchFamily="2" charset="2"/>
                        <a:buNone/>
                      </a:pPr>
                      <a:r>
                        <a:rPr lang="en-US" sz="1100" b="0">
                          <a:solidFill>
                            <a:schemeClr val="tx1"/>
                          </a:solidFill>
                        </a:rPr>
                        <a:t>Orient Express</a:t>
                      </a:r>
                    </a:p>
                  </a:txBody>
                  <a:tcPr marR="0" marT="18288" marB="0" anchor="ctr">
                    <a:lnL w="6350" cap="flat" cmpd="sng" algn="ctr">
                      <a:noFill/>
                      <a:prstDash val="solid"/>
                      <a:round/>
                      <a:headEnd type="none" w="med" len="med"/>
                      <a:tailEnd type="none" w="med" len="med"/>
                    </a:lnL>
                    <a:lnR w="38100" cap="flat" cmpd="sng" algn="ctr">
                      <a:solidFill>
                        <a:srgbClr val="FCFAF9"/>
                      </a:solidFill>
                      <a:prstDash val="solid"/>
                      <a:round/>
                      <a:headEnd type="none" w="med" len="med"/>
                      <a:tailEnd type="none" w="med" len="med"/>
                    </a:lnR>
                    <a:lnT w="38100" cap="flat" cmpd="sng" algn="ctr">
                      <a:solidFill>
                        <a:srgbClr val="FCFAF9"/>
                      </a:solidFill>
                      <a:prstDash val="solid"/>
                      <a:round/>
                      <a:headEnd type="none" w="med" len="med"/>
                      <a:tailEnd type="none" w="med" len="med"/>
                    </a:lnT>
                    <a:lnB w="38100" cap="flat" cmpd="sng" algn="ctr">
                      <a:solidFill>
                        <a:srgbClr val="FCFAF9"/>
                      </a:solidFill>
                      <a:prstDash val="solid"/>
                      <a:round/>
                      <a:headEnd type="none" w="med" len="med"/>
                      <a:tailEnd type="none" w="med" len="med"/>
                    </a:lnB>
                    <a:lnTlToBr w="12700" cmpd="sng">
                      <a:noFill/>
                      <a:prstDash val="solid"/>
                    </a:lnTlToBr>
                    <a:lnBlToTr w="12700" cmpd="sng">
                      <a:noFill/>
                      <a:prstDash val="solid"/>
                    </a:lnBlToTr>
                    <a:solidFill>
                      <a:srgbClr val="4F0304">
                        <a:alpha val="30196"/>
                      </a:srgbClr>
                    </a:solidFill>
                  </a:tcPr>
                </a:tc>
                <a:extLst>
                  <a:ext uri="{0D108BD9-81ED-4DB2-BD59-A6C34878D82A}">
                    <a16:rowId xmlns:a16="http://schemas.microsoft.com/office/drawing/2014/main" val="3573456455"/>
                  </a:ext>
                </a:extLst>
              </a:tr>
              <a:tr h="453644">
                <a:tc>
                  <a:txBody>
                    <a:bodyPr/>
                    <a:lstStyle/>
                    <a:p>
                      <a:pPr marL="0" indent="0" algn="ctr">
                        <a:lnSpc>
                          <a:spcPct val="80000"/>
                        </a:lnSpc>
                        <a:buFont typeface="Arial" panose="020B0604020202020204" pitchFamily="34" charset="0"/>
                        <a:buNone/>
                      </a:pPr>
                      <a:endParaRPr lang="en-US" sz="1100">
                        <a:solidFill>
                          <a:schemeClr val="bg1"/>
                        </a:solidFill>
                      </a:endParaRPr>
                    </a:p>
                  </a:txBody>
                  <a:tcPr marL="0" marR="0" marT="18288" marB="0" anchor="ctr">
                    <a:lnL w="38100" cap="flat" cmpd="sng" algn="ctr">
                      <a:solidFill>
                        <a:srgbClr val="FCFAF9"/>
                      </a:solidFill>
                      <a:prstDash val="solid"/>
                      <a:round/>
                      <a:headEnd type="none" w="med" len="med"/>
                      <a:tailEnd type="none" w="med" len="med"/>
                    </a:lnL>
                    <a:lnR w="6350" cap="flat" cmpd="sng" algn="ctr">
                      <a:noFill/>
                      <a:prstDash val="solid"/>
                      <a:round/>
                      <a:headEnd type="none" w="med" len="med"/>
                      <a:tailEnd type="none" w="med" len="med"/>
                    </a:lnR>
                    <a:lnT w="38100" cap="flat" cmpd="sng" algn="ctr">
                      <a:solidFill>
                        <a:srgbClr val="FCFAF9"/>
                      </a:solidFill>
                      <a:prstDash val="solid"/>
                      <a:round/>
                      <a:headEnd type="none" w="med" len="med"/>
                      <a:tailEnd type="none" w="med" len="med"/>
                    </a:lnT>
                    <a:lnB w="38100" cap="flat" cmpd="sng" algn="ctr">
                      <a:solidFill>
                        <a:srgbClr val="FCFAF9"/>
                      </a:solidFill>
                      <a:prstDash val="solid"/>
                      <a:round/>
                      <a:headEnd type="none" w="med" len="med"/>
                      <a:tailEnd type="none" w="med" len="med"/>
                    </a:lnB>
                    <a:lnTlToBr w="12700" cmpd="sng">
                      <a:noFill/>
                      <a:prstDash val="solid"/>
                    </a:lnTlToBr>
                    <a:lnBlToTr w="12700" cmpd="sng">
                      <a:noFill/>
                      <a:prstDash val="solid"/>
                    </a:lnBlToTr>
                    <a:solidFill>
                      <a:srgbClr val="DDC38B"/>
                    </a:solidFill>
                  </a:tcPr>
                </a:tc>
                <a:tc>
                  <a:txBody>
                    <a:bodyPr/>
                    <a:lstStyle/>
                    <a:p>
                      <a:pPr marL="0" indent="0" algn="l">
                        <a:lnSpc>
                          <a:spcPct val="80000"/>
                        </a:lnSpc>
                        <a:buFont typeface="Wingdings" panose="05000000000000000000" pitchFamily="2" charset="2"/>
                        <a:buNone/>
                      </a:pPr>
                      <a:r>
                        <a:rPr lang="en-US" sz="1100" b="0">
                          <a:solidFill>
                            <a:schemeClr val="tx1"/>
                          </a:solidFill>
                        </a:rPr>
                        <a:t>Aman</a:t>
                      </a:r>
                    </a:p>
                  </a:txBody>
                  <a:tcPr marR="0" marT="18288" marB="0" anchor="ctr">
                    <a:lnL w="6350" cap="flat" cmpd="sng" algn="ctr">
                      <a:noFill/>
                      <a:prstDash val="solid"/>
                      <a:round/>
                      <a:headEnd type="none" w="med" len="med"/>
                      <a:tailEnd type="none" w="med" len="med"/>
                    </a:lnL>
                    <a:lnR w="38100" cap="flat" cmpd="sng" algn="ctr">
                      <a:solidFill>
                        <a:srgbClr val="FCFAF9"/>
                      </a:solidFill>
                      <a:prstDash val="solid"/>
                      <a:round/>
                      <a:headEnd type="none" w="med" len="med"/>
                      <a:tailEnd type="none" w="med" len="med"/>
                    </a:lnR>
                    <a:lnT w="38100" cap="flat" cmpd="sng" algn="ctr">
                      <a:solidFill>
                        <a:srgbClr val="FCFAF9"/>
                      </a:solidFill>
                      <a:prstDash val="solid"/>
                      <a:round/>
                      <a:headEnd type="none" w="med" len="med"/>
                      <a:tailEnd type="none" w="med" len="med"/>
                    </a:lnT>
                    <a:lnB w="38100" cap="flat" cmpd="sng" algn="ctr">
                      <a:solidFill>
                        <a:srgbClr val="FCFAF9"/>
                      </a:solidFill>
                      <a:prstDash val="solid"/>
                      <a:round/>
                      <a:headEnd type="none" w="med" len="med"/>
                      <a:tailEnd type="none" w="med" len="med"/>
                    </a:lnB>
                    <a:lnTlToBr w="12700" cmpd="sng">
                      <a:noFill/>
                      <a:prstDash val="solid"/>
                    </a:lnTlToBr>
                    <a:lnBlToTr w="12700" cmpd="sng">
                      <a:noFill/>
                      <a:prstDash val="solid"/>
                    </a:lnBlToTr>
                    <a:solidFill>
                      <a:srgbClr val="DDC38B">
                        <a:alpha val="30196"/>
                      </a:srgbClr>
                    </a:solidFill>
                  </a:tcPr>
                </a:tc>
                <a:extLst>
                  <a:ext uri="{0D108BD9-81ED-4DB2-BD59-A6C34878D82A}">
                    <a16:rowId xmlns:a16="http://schemas.microsoft.com/office/drawing/2014/main" val="1049173339"/>
                  </a:ext>
                </a:extLst>
              </a:tr>
            </a:tbl>
          </a:graphicData>
        </a:graphic>
      </p:graphicFrame>
    </p:spTree>
    <p:extLst>
      <p:ext uri="{BB962C8B-B14F-4D97-AF65-F5344CB8AC3E}">
        <p14:creationId xmlns:p14="http://schemas.microsoft.com/office/powerpoint/2010/main" val="4057264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04A8F-CF14-16B8-C950-89A64D0FE3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5DD9FB-7184-96BA-F053-C598A693133D}"/>
              </a:ext>
            </a:extLst>
          </p:cNvPr>
          <p:cNvSpPr>
            <a:spLocks noGrp="1"/>
          </p:cNvSpPr>
          <p:nvPr>
            <p:ph type="title"/>
          </p:nvPr>
        </p:nvSpPr>
        <p:spPr/>
        <p:txBody>
          <a:bodyPr/>
          <a:lstStyle/>
          <a:p>
            <a:r>
              <a:rPr lang="en-GB" noProof="1"/>
              <a:t>GLOBAL REPORT</a:t>
            </a:r>
          </a:p>
        </p:txBody>
      </p:sp>
      <p:sp>
        <p:nvSpPr>
          <p:cNvPr id="3" name="Text Placeholder 2">
            <a:extLst>
              <a:ext uri="{FF2B5EF4-FFF2-40B4-BE49-F238E27FC236}">
                <a16:creationId xmlns:a16="http://schemas.microsoft.com/office/drawing/2014/main" id="{CAEF3B8E-952F-7CFE-D298-A16650706676}"/>
              </a:ext>
            </a:extLst>
          </p:cNvPr>
          <p:cNvSpPr>
            <a:spLocks noGrp="1"/>
          </p:cNvSpPr>
          <p:nvPr>
            <p:ph type="body" sz="quarter" idx="22"/>
          </p:nvPr>
        </p:nvSpPr>
        <p:spPr/>
        <p:txBody>
          <a:bodyPr/>
          <a:lstStyle/>
          <a:p>
            <a:r>
              <a:rPr lang="en-US"/>
              <a:t>FOUR SEASONS HOTELS AND RESORTS</a:t>
            </a:r>
          </a:p>
        </p:txBody>
      </p:sp>
      <p:sp>
        <p:nvSpPr>
          <p:cNvPr id="4" name="Text Placeholder 2">
            <a:extLst>
              <a:ext uri="{FF2B5EF4-FFF2-40B4-BE49-F238E27FC236}">
                <a16:creationId xmlns:a16="http://schemas.microsoft.com/office/drawing/2014/main" id="{6CC7C31A-7004-97D5-61DC-A1A0F62899E6}"/>
              </a:ext>
            </a:extLst>
          </p:cNvPr>
          <p:cNvSpPr txBox="1">
            <a:spLocks/>
          </p:cNvSpPr>
          <p:nvPr/>
        </p:nvSpPr>
        <p:spPr>
          <a:xfrm>
            <a:off x="348822" y="5799444"/>
            <a:ext cx="7598664" cy="653892"/>
          </a:xfrm>
          <a:prstGeom prst="rect">
            <a:avLst/>
          </a:prstGeom>
        </p:spPr>
        <p:txBody>
          <a:bodyPr/>
          <a:lstStyle>
            <a:lvl1pPr marL="0" indent="0" algn="l" defTabSz="914400" rtl="0" eaLnBrk="1" latinLnBrk="0" hangingPunct="1">
              <a:lnSpc>
                <a:spcPts val="1700"/>
              </a:lnSpc>
              <a:spcBef>
                <a:spcPts val="0"/>
              </a:spcBef>
              <a:spcAft>
                <a:spcPts val="1000"/>
              </a:spcAft>
              <a:buFont typeface="Arial" panose="020B0604020202020204" pitchFamily="34" charset="0"/>
              <a:buNone/>
              <a:defRPr sz="1300" kern="1200" spc="0" baseline="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vl2pPr marL="180000" indent="-180000" algn="l" defTabSz="914400" rtl="0" eaLnBrk="1" latinLnBrk="0" hangingPunct="1">
              <a:lnSpc>
                <a:spcPts val="1700"/>
              </a:lnSpc>
              <a:spcBef>
                <a:spcPts val="0"/>
              </a:spcBef>
              <a:spcAft>
                <a:spcPts val="500"/>
              </a:spcAft>
              <a:buFont typeface="Arial" panose="020B0604020202020204" pitchFamily="34" charset="0"/>
              <a:buChar char="•"/>
              <a:tabLst/>
              <a:defRPr sz="1300" b="0" i="0" kern="0" spc="0" baseline="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2pPr>
            <a:lvl3pPr marL="360000" indent="-180000" algn="l" defTabSz="914400" rtl="0" eaLnBrk="1" latinLnBrk="0" hangingPunct="1">
              <a:lnSpc>
                <a:spcPts val="1700"/>
              </a:lnSpc>
              <a:spcBef>
                <a:spcPts val="0"/>
              </a:spcBef>
              <a:spcAft>
                <a:spcPts val="500"/>
              </a:spcAft>
              <a:buFont typeface="Arial" panose="020B0604020202020204" pitchFamily="34" charset="0"/>
              <a:buChar char="•"/>
              <a:tabLst/>
              <a:defRPr sz="1300" b="0" i="0" kern="0" cap="none" spc="0" baseline="0">
                <a:solidFill>
                  <a:schemeClr val="tx1"/>
                </a:solidFill>
                <a:latin typeface="+mn-lt"/>
                <a:ea typeface="Helvetica Neue" panose="02000503000000020004" pitchFamily="2" charset="0"/>
                <a:cs typeface="Helvetica Neue" panose="02000503000000020004" pitchFamily="2" charset="0"/>
              </a:defRPr>
            </a:lvl3pPr>
            <a:lvl4pPr marL="576000" indent="-180000" algn="l" defTabSz="914400" rtl="0" eaLnBrk="1" latinLnBrk="0" hangingPunct="1">
              <a:lnSpc>
                <a:spcPts val="1700"/>
              </a:lnSpc>
              <a:spcBef>
                <a:spcPts val="0"/>
              </a:spcBef>
              <a:spcAft>
                <a:spcPts val="500"/>
              </a:spcAft>
              <a:buFont typeface="Arial" panose="020B0604020202020204" pitchFamily="34" charset="0"/>
              <a:buChar char="•"/>
              <a:tabLst/>
              <a:defRPr sz="1300" b="0" i="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4pPr>
            <a:lvl5pPr marL="828000" indent="-180000" algn="l" defTabSz="914400" rtl="0" eaLnBrk="1" latinLnBrk="0" hangingPunct="1">
              <a:lnSpc>
                <a:spcPts val="1700"/>
              </a:lnSpc>
              <a:spcBef>
                <a:spcPts val="0"/>
              </a:spcBef>
              <a:spcAft>
                <a:spcPts val="500"/>
              </a:spcAft>
              <a:buFont typeface="Arial" panose="020B0604020202020204" pitchFamily="34" charset="0"/>
              <a:buChar char="•"/>
              <a:tabLst/>
              <a:defRPr sz="1300" b="0" i="0" kern="1200" baseline="0">
                <a:solidFill>
                  <a:schemeClr val="tx1"/>
                </a:solidFill>
                <a:latin typeface="+mn-lt"/>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ts val="1700"/>
              </a:lnSpc>
              <a:spcBef>
                <a:spcPts val="0"/>
              </a:spcBef>
              <a:spcAft>
                <a:spcPts val="1000"/>
              </a:spcAft>
              <a:buClrTx/>
              <a:buSzTx/>
              <a:buFont typeface="Arial" panose="020B0604020202020204" pitchFamily="34" charset="0"/>
              <a:buNone/>
              <a:tabLst/>
              <a:defRPr/>
            </a:pPr>
            <a:r>
              <a:rPr kumimoji="0" lang="en-US" sz="1300" b="1" i="0" u="none" strike="noStrike" kern="1200" cap="none" spc="0" normalizeH="0" baseline="0" noProof="0" dirty="0">
                <a:ln>
                  <a:noFill/>
                </a:ln>
                <a:solidFill>
                  <a:srgbClr val="FFFFFF"/>
                </a:solidFill>
                <a:effectLst/>
                <a:uLnTx/>
                <a:uFillTx/>
                <a:latin typeface="Helvetica Neue" panose="02000503000000020004" pitchFamily="2" charset="0"/>
              </a:rPr>
              <a:t>{{month}} 2026</a:t>
            </a:r>
          </a:p>
        </p:txBody>
      </p:sp>
    </p:spTree>
    <p:extLst>
      <p:ext uri="{BB962C8B-B14F-4D97-AF65-F5344CB8AC3E}">
        <p14:creationId xmlns:p14="http://schemas.microsoft.com/office/powerpoint/2010/main" val="28313071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25BE8-1288-72DE-8EEF-9F49695EC64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18148C3-B3E4-85CF-1356-6FC7885C7D9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07F6D5-C405-3747-904C-8A4483F83D09}" type="slidenum">
              <a:rPr kumimoji="0" lang="en-US" sz="700" b="0" i="0" u="none" strike="noStrike" kern="1200" cap="none" spc="0" normalizeH="0" baseline="0" noProof="0" smtClean="0">
                <a:ln>
                  <a:noFill/>
                </a:ln>
                <a:solidFill>
                  <a:srgbClr val="3D441E"/>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700" b="0" i="0" u="none" strike="noStrike" kern="1200" cap="none" spc="0" normalizeH="0" baseline="0" noProof="0">
              <a:ln>
                <a:noFill/>
              </a:ln>
              <a:solidFill>
                <a:srgbClr val="3D441E"/>
              </a:solidFill>
              <a:effectLst/>
              <a:uLnTx/>
              <a:uFillTx/>
              <a:latin typeface="Arial" panose="020B0604020202020204" pitchFamily="34" charset="0"/>
              <a:cs typeface="Arial" panose="020B0604020202020204" pitchFamily="34" charset="0"/>
            </a:endParaRPr>
          </a:p>
        </p:txBody>
      </p:sp>
      <p:sp>
        <p:nvSpPr>
          <p:cNvPr id="4" name="Title 3">
            <a:extLst>
              <a:ext uri="{FF2B5EF4-FFF2-40B4-BE49-F238E27FC236}">
                <a16:creationId xmlns:a16="http://schemas.microsoft.com/office/drawing/2014/main" id="{1D8D37A6-1678-4BDC-BB22-5BC7EE746497}"/>
              </a:ext>
            </a:extLst>
          </p:cNvPr>
          <p:cNvSpPr>
            <a:spLocks noGrp="1"/>
          </p:cNvSpPr>
          <p:nvPr>
            <p:ph type="title"/>
          </p:nvPr>
        </p:nvSpPr>
        <p:spPr/>
        <p:txBody>
          <a:bodyPr/>
          <a:lstStyle/>
          <a:p>
            <a:r>
              <a:rPr lang="en-US"/>
              <a:t>YACHTS- </a:t>
            </a:r>
            <a:r>
              <a:rPr lang="en-US" i="1"/>
              <a:t>GLOBAL</a:t>
            </a:r>
          </a:p>
        </p:txBody>
      </p:sp>
      <p:sp>
        <p:nvSpPr>
          <p:cNvPr id="6" name="Text Placeholder 5">
            <a:extLst>
              <a:ext uri="{FF2B5EF4-FFF2-40B4-BE49-F238E27FC236}">
                <a16:creationId xmlns:a16="http://schemas.microsoft.com/office/drawing/2014/main" id="{5635C411-BB47-66DD-F721-79D4A2DD2A72}"/>
              </a:ext>
            </a:extLst>
          </p:cNvPr>
          <p:cNvSpPr>
            <a:spLocks noGrp="1"/>
          </p:cNvSpPr>
          <p:nvPr>
            <p:ph type="body" sz="quarter" idx="24"/>
          </p:nvPr>
        </p:nvSpPr>
        <p:spPr/>
        <p:txBody>
          <a:bodyPr/>
          <a:lstStyle/>
          <a:p>
            <a:r>
              <a:rPr lang="en-US"/>
              <a:t>FOUR SEASONS HOTELS AND RESORTS</a:t>
            </a:r>
          </a:p>
        </p:txBody>
      </p:sp>
      <p:sp>
        <p:nvSpPr>
          <p:cNvPr id="2" name="Text Placeholder 1">
            <a:extLst>
              <a:ext uri="{FF2B5EF4-FFF2-40B4-BE49-F238E27FC236}">
                <a16:creationId xmlns:a16="http://schemas.microsoft.com/office/drawing/2014/main" id="{0AB21660-DEBA-A6C5-9FCA-4744C0D27974}"/>
              </a:ext>
            </a:extLst>
          </p:cNvPr>
          <p:cNvSpPr>
            <a:spLocks noGrp="1"/>
          </p:cNvSpPr>
          <p:nvPr>
            <p:ph type="body" sz="quarter" idx="26"/>
          </p:nvPr>
        </p:nvSpPr>
        <p:spPr>
          <a:xfrm>
            <a:off x="348299" y="1035119"/>
            <a:ext cx="11164824" cy="391908"/>
          </a:xfrm>
        </p:spPr>
        <p:txBody>
          <a:bodyPr/>
          <a:lstStyle/>
          <a:p>
            <a:r>
              <a:rPr lang="en-US" sz="1200" dirty="0"/>
              <a:t>YTD {{month}} 2026</a:t>
            </a:r>
          </a:p>
        </p:txBody>
      </p:sp>
      <p:grpSp>
        <p:nvGrpSpPr>
          <p:cNvPr id="32" name="Group 31">
            <a:extLst>
              <a:ext uri="{FF2B5EF4-FFF2-40B4-BE49-F238E27FC236}">
                <a16:creationId xmlns:a16="http://schemas.microsoft.com/office/drawing/2014/main" id="{C4DBC3BE-9875-C1B8-B734-5C7581A1CC22}"/>
              </a:ext>
            </a:extLst>
          </p:cNvPr>
          <p:cNvGrpSpPr/>
          <p:nvPr/>
        </p:nvGrpSpPr>
        <p:grpSpPr>
          <a:xfrm>
            <a:off x="348299" y="1392621"/>
            <a:ext cx="7756383" cy="1759368"/>
            <a:chOff x="630382" y="3504093"/>
            <a:chExt cx="3493236" cy="2645148"/>
          </a:xfrm>
        </p:grpSpPr>
        <p:sp>
          <p:nvSpPr>
            <p:cNvPr id="33" name="Rectangle: Rounded Corners 32">
              <a:extLst>
                <a:ext uri="{FF2B5EF4-FFF2-40B4-BE49-F238E27FC236}">
                  <a16:creationId xmlns:a16="http://schemas.microsoft.com/office/drawing/2014/main" id="{D07043CB-2945-EF96-2792-6B9891511EDB}"/>
                </a:ext>
              </a:extLst>
            </p:cNvPr>
            <p:cNvSpPr/>
            <p:nvPr/>
          </p:nvSpPr>
          <p:spPr>
            <a:xfrm>
              <a:off x="630382" y="3504093"/>
              <a:ext cx="3493236" cy="2645148"/>
            </a:xfrm>
            <a:prstGeom prst="roundRect">
              <a:avLst>
                <a:gd name="adj" fmla="val 5997"/>
              </a:avLst>
            </a:prstGeom>
            <a:solidFill>
              <a:srgbClr val="3D441E">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Helvetica Neue" panose="02000503000000020004"/>
                <a:ea typeface="+mn-ea"/>
                <a:cs typeface="+mn-cs"/>
              </a:endParaRPr>
            </a:p>
          </p:txBody>
        </p:sp>
        <p:sp>
          <p:nvSpPr>
            <p:cNvPr id="35" name="Rectangle: Top Corners Rounded 34">
              <a:extLst>
                <a:ext uri="{FF2B5EF4-FFF2-40B4-BE49-F238E27FC236}">
                  <a16:creationId xmlns:a16="http://schemas.microsoft.com/office/drawing/2014/main" id="{FFCFC38A-7670-E95A-C102-D1270BF6B87C}"/>
                </a:ext>
              </a:extLst>
            </p:cNvPr>
            <p:cNvSpPr/>
            <p:nvPr/>
          </p:nvSpPr>
          <p:spPr>
            <a:xfrm>
              <a:off x="637864" y="3537611"/>
              <a:ext cx="3485754" cy="514799"/>
            </a:xfrm>
            <a:prstGeom prst="round2SameRect">
              <a:avLst>
                <a:gd name="adj1" fmla="val 24760"/>
                <a:gd name="adj2" fmla="val 0"/>
              </a:avLst>
            </a:prstGeom>
            <a:solidFill>
              <a:srgbClr val="3D44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a:solidFill>
                    <a:srgbClr val="FFFFFF"/>
                  </a:solidFill>
                  <a:latin typeface="Helvetica Neue"/>
                </a:rPr>
                <a:t>FOUR SEASONS</a:t>
              </a:r>
              <a:endParaRPr kumimoji="0" lang="en-US" sz="1400" b="1" i="0" u="none" strike="noStrike" kern="1200" cap="none" spc="0" normalizeH="0" baseline="0" noProof="0">
                <a:ln>
                  <a:noFill/>
                </a:ln>
                <a:solidFill>
                  <a:srgbClr val="FFFFFF"/>
                </a:solidFill>
                <a:effectLst/>
                <a:uLnTx/>
                <a:uFillTx/>
                <a:latin typeface="Helvetica Neue"/>
                <a:ea typeface="+mn-ea"/>
                <a:cs typeface="+mn-cs"/>
              </a:endParaRPr>
            </a:p>
          </p:txBody>
        </p:sp>
      </p:grpSp>
      <p:grpSp>
        <p:nvGrpSpPr>
          <p:cNvPr id="36" name="Group 35">
            <a:extLst>
              <a:ext uri="{FF2B5EF4-FFF2-40B4-BE49-F238E27FC236}">
                <a16:creationId xmlns:a16="http://schemas.microsoft.com/office/drawing/2014/main" id="{8DD41603-E27A-02A0-A773-B84A4F8F8FC8}"/>
              </a:ext>
            </a:extLst>
          </p:cNvPr>
          <p:cNvGrpSpPr/>
          <p:nvPr/>
        </p:nvGrpSpPr>
        <p:grpSpPr>
          <a:xfrm>
            <a:off x="348300" y="3252349"/>
            <a:ext cx="3768915" cy="2916404"/>
            <a:chOff x="4286446" y="3503768"/>
            <a:chExt cx="3470145" cy="2641114"/>
          </a:xfrm>
        </p:grpSpPr>
        <p:sp>
          <p:nvSpPr>
            <p:cNvPr id="39" name="Rectangle: Rounded Corners 38">
              <a:extLst>
                <a:ext uri="{FF2B5EF4-FFF2-40B4-BE49-F238E27FC236}">
                  <a16:creationId xmlns:a16="http://schemas.microsoft.com/office/drawing/2014/main" id="{9A326CC4-FC37-49EC-0B44-1C798DCB6161}"/>
                </a:ext>
              </a:extLst>
            </p:cNvPr>
            <p:cNvSpPr/>
            <p:nvPr/>
          </p:nvSpPr>
          <p:spPr>
            <a:xfrm>
              <a:off x="4301740" y="3503768"/>
              <a:ext cx="3454851" cy="2641114"/>
            </a:xfrm>
            <a:prstGeom prst="roundRect">
              <a:avLst>
                <a:gd name="adj" fmla="val 4959"/>
              </a:avLst>
            </a:prstGeom>
            <a:solidFill>
              <a:srgbClr val="3D441E">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Helvetica Neue" panose="02000503000000020004"/>
                <a:ea typeface="+mn-ea"/>
                <a:cs typeface="+mn-cs"/>
              </a:endParaRPr>
            </a:p>
          </p:txBody>
        </p:sp>
        <p:sp>
          <p:nvSpPr>
            <p:cNvPr id="38" name="Rectangle: Top Corners Rounded 37">
              <a:extLst>
                <a:ext uri="{FF2B5EF4-FFF2-40B4-BE49-F238E27FC236}">
                  <a16:creationId xmlns:a16="http://schemas.microsoft.com/office/drawing/2014/main" id="{F8BAC79E-4203-66F3-AAE4-CE15CD3A5363}"/>
                </a:ext>
              </a:extLst>
            </p:cNvPr>
            <p:cNvSpPr/>
            <p:nvPr/>
          </p:nvSpPr>
          <p:spPr>
            <a:xfrm>
              <a:off x="4286446" y="3514696"/>
              <a:ext cx="3470145" cy="431267"/>
            </a:xfrm>
            <a:prstGeom prst="round2SameRect">
              <a:avLst>
                <a:gd name="adj1" fmla="val 24760"/>
                <a:gd name="adj2" fmla="val 0"/>
              </a:avLst>
            </a:prstGeom>
            <a:solidFill>
              <a:srgbClr val="9393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Helvetica Neue"/>
                  <a:ea typeface="+mn-ea"/>
                  <a:cs typeface="+mn-cs"/>
                </a:rPr>
                <a:t>SILVERSEA</a:t>
              </a:r>
            </a:p>
          </p:txBody>
        </p:sp>
      </p:grpSp>
      <p:sp>
        <p:nvSpPr>
          <p:cNvPr id="45" name="Rectangle: Rounded Corners 44">
            <a:extLst>
              <a:ext uri="{FF2B5EF4-FFF2-40B4-BE49-F238E27FC236}">
                <a16:creationId xmlns:a16="http://schemas.microsoft.com/office/drawing/2014/main" id="{8A0AD395-7B7D-401A-4885-7BC760370CDA}"/>
              </a:ext>
            </a:extLst>
          </p:cNvPr>
          <p:cNvSpPr/>
          <p:nvPr/>
        </p:nvSpPr>
        <p:spPr>
          <a:xfrm>
            <a:off x="4310644" y="3331508"/>
            <a:ext cx="3787112" cy="2840554"/>
          </a:xfrm>
          <a:prstGeom prst="roundRect">
            <a:avLst>
              <a:gd name="adj" fmla="val 6019"/>
            </a:avLst>
          </a:prstGeom>
          <a:solidFill>
            <a:srgbClr val="3D441E">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Helvetica Neue" panose="02000503000000020004"/>
              <a:ea typeface="+mn-ea"/>
              <a:cs typeface="+mn-cs"/>
            </a:endParaRPr>
          </a:p>
        </p:txBody>
      </p:sp>
      <p:sp>
        <p:nvSpPr>
          <p:cNvPr id="44" name="Rectangle: Top Corners Rounded 43">
            <a:extLst>
              <a:ext uri="{FF2B5EF4-FFF2-40B4-BE49-F238E27FC236}">
                <a16:creationId xmlns:a16="http://schemas.microsoft.com/office/drawing/2014/main" id="{6638C26D-F96D-3946-A99F-ED8CA970A95E}"/>
              </a:ext>
            </a:extLst>
          </p:cNvPr>
          <p:cNvSpPr/>
          <p:nvPr/>
        </p:nvSpPr>
        <p:spPr>
          <a:xfrm>
            <a:off x="4310644" y="3264416"/>
            <a:ext cx="3787111" cy="460245"/>
          </a:xfrm>
          <a:prstGeom prst="round2SameRect">
            <a:avLst>
              <a:gd name="adj1" fmla="val 24760"/>
              <a:gd name="adj2" fmla="val 0"/>
            </a:avLst>
          </a:prstGeom>
          <a:solidFill>
            <a:srgbClr val="1F21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sz="1400" b="1">
                <a:solidFill>
                  <a:srgbClr val="FFFFFF"/>
                </a:solidFill>
              </a:rPr>
              <a:t>REGENT SEVEN SEAS</a:t>
            </a:r>
          </a:p>
        </p:txBody>
      </p:sp>
      <p:sp>
        <p:nvSpPr>
          <p:cNvPr id="19" name="Content Placeholder 8">
            <a:extLst>
              <a:ext uri="{FF2B5EF4-FFF2-40B4-BE49-F238E27FC236}">
                <a16:creationId xmlns:a16="http://schemas.microsoft.com/office/drawing/2014/main" id="{1D018E5C-F204-E75D-7158-599E4430FB98}"/>
              </a:ext>
            </a:extLst>
          </p:cNvPr>
          <p:cNvSpPr txBox="1">
            <a:spLocks/>
          </p:cNvSpPr>
          <p:nvPr/>
        </p:nvSpPr>
        <p:spPr>
          <a:xfrm>
            <a:off x="348229" y="6477366"/>
            <a:ext cx="11094804" cy="480131"/>
          </a:xfrm>
          <a:prstGeom prst="rect">
            <a:avLst/>
          </a:prstGeom>
        </p:spPr>
        <p:txBody>
          <a:bodyPr vert="horz" wrap="square" lIns="0" tIns="45720" rIns="91440" bIns="45720" rtlCol="0">
            <a:spAutoFit/>
          </a:bodyPr>
          <a:lstStyle>
            <a:lvl1pPr marL="0" indent="0" algn="l" defTabSz="914400" rtl="0" eaLnBrk="1" fontAlgn="base" latinLnBrk="0" hangingPunct="1">
              <a:lnSpc>
                <a:spcPct val="90000"/>
              </a:lnSpc>
              <a:spcBef>
                <a:spcPts val="1000"/>
              </a:spcBef>
              <a:buFont typeface="Arial" panose="020B0604020202020204" pitchFamily="34" charset="0"/>
              <a:buNone/>
              <a:defRPr lang="en-US" sz="1600" b="1" i="0" kern="1200" spc="0">
                <a:solidFill>
                  <a:schemeClr val="accent3"/>
                </a:solidFill>
                <a:latin typeface="Century Gothic" panose="020B0502020202020204" pitchFamily="34" charset="0"/>
                <a:ea typeface="+mn-ea"/>
                <a:cs typeface="Arial" panose="020B0604020202020204" pitchFamily="34" charset="0"/>
              </a:defRPr>
            </a:lvl1pPr>
            <a:lvl2pPr marL="0" indent="0" algn="l" defTabSz="914400" rtl="0" eaLnBrk="1" latinLnBrk="0" hangingPunct="1">
              <a:lnSpc>
                <a:spcPct val="114000"/>
              </a:lnSpc>
              <a:spcBef>
                <a:spcPts val="1000"/>
              </a:spcBef>
              <a:spcAft>
                <a:spcPts val="0"/>
              </a:spcAft>
              <a:buFont typeface="Arial" panose="020B0604020202020204" pitchFamily="34" charset="0"/>
              <a:buNone/>
              <a:defRPr lang="en-US" sz="1400" b="1" kern="1200" spc="0" baseline="0">
                <a:solidFill>
                  <a:schemeClr val="accent3"/>
                </a:solidFill>
                <a:latin typeface="Century Gothic" panose="020B0502020202020204" pitchFamily="34" charset="0"/>
                <a:ea typeface="+mn-ea"/>
                <a:cs typeface="+mn-cs"/>
              </a:defRPr>
            </a:lvl2pPr>
            <a:lvl3pPr marL="0" indent="0" algn="l" defTabSz="914400" rtl="0" eaLnBrk="1" latinLnBrk="0" hangingPunct="1">
              <a:lnSpc>
                <a:spcPct val="125000"/>
              </a:lnSpc>
              <a:spcBef>
                <a:spcPts val="0"/>
              </a:spcBef>
              <a:spcAft>
                <a:spcPts val="500"/>
              </a:spcAft>
              <a:buFont typeface="Arial" panose="020B0604020202020204" pitchFamily="34" charset="0"/>
              <a:buNone/>
              <a:defRPr sz="1200" kern="1200" spc="0">
                <a:solidFill>
                  <a:schemeClr val="accent3"/>
                </a:solidFill>
                <a:latin typeface="Century Gothic" panose="020B0502020202020204" pitchFamily="34" charset="0"/>
                <a:ea typeface="+mn-ea"/>
                <a:cs typeface="+mn-cs"/>
              </a:defRPr>
            </a:lvl3pPr>
            <a:lvl4pPr marL="0" indent="0" algn="l" defTabSz="914400" rtl="0" eaLnBrk="1" latinLnBrk="0" hangingPunct="1">
              <a:lnSpc>
                <a:spcPct val="114000"/>
              </a:lnSpc>
              <a:spcBef>
                <a:spcPts val="750"/>
              </a:spcBef>
              <a:spcAft>
                <a:spcPts val="0"/>
              </a:spcAft>
              <a:buFont typeface="Arial" panose="020B0604020202020204" pitchFamily="34" charset="0"/>
              <a:buNone/>
              <a:defRPr sz="900" kern="1200" spc="0" baseline="0">
                <a:solidFill>
                  <a:schemeClr val="accent3"/>
                </a:solidFill>
                <a:latin typeface="Verlag Light" pitchFamily="50" charset="0"/>
                <a:ea typeface="+mn-ea"/>
                <a:cs typeface="+mn-cs"/>
              </a:defRPr>
            </a:lvl4pPr>
            <a:lvl5pPr marL="0" indent="0" algn="l" defTabSz="914400" rtl="0" eaLnBrk="1" latinLnBrk="0" hangingPunct="1">
              <a:lnSpc>
                <a:spcPct val="133000"/>
              </a:lnSpc>
              <a:spcBef>
                <a:spcPts val="0"/>
              </a:spcBef>
              <a:spcAft>
                <a:spcPts val="250"/>
              </a:spcAft>
              <a:buFont typeface="Arial" panose="020B0604020202020204" pitchFamily="34" charset="0"/>
              <a:buNone/>
              <a:defRPr sz="900" kern="1200" spc="0">
                <a:solidFill>
                  <a:schemeClr val="accent3"/>
                </a:solidFill>
                <a:latin typeface="Verlag Light"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90000"/>
              </a:lnSpc>
              <a:spcBef>
                <a:spcPts val="0"/>
              </a:spcBef>
              <a:spcAft>
                <a:spcPts val="0"/>
              </a:spcAft>
              <a:buClrTx/>
              <a:buSzTx/>
              <a:buFont typeface="Arial" panose="020B0604020202020204" pitchFamily="34" charset="0"/>
              <a:buNone/>
              <a:tabLst/>
              <a:defRPr/>
            </a:pPr>
            <a:r>
              <a:rPr kumimoji="0" lang="en-US" sz="700" b="0" i="1" u="none" strike="noStrike" kern="1200" cap="none" spc="0" normalizeH="0" baseline="0" noProof="0">
                <a:ln>
                  <a:noFill/>
                </a:ln>
                <a:solidFill>
                  <a:srgbClr val="000000"/>
                </a:solidFill>
                <a:effectLst/>
                <a:uLnTx/>
                <a:uFillTx/>
                <a:latin typeface="Helvetica Neue" panose="02000503000000020004"/>
                <a:ea typeface="+mn-ea"/>
                <a:cs typeface="Arial" panose="020B0604020202020204" pitchFamily="34" charset="0"/>
              </a:rPr>
              <a:t>Share of Voice by volume of coverage, positive only. Share of Prominence is comprised of human-coded, positive and neutral results, based off targeted tier-1 media lists. Analysis is comprised of US, UK, UAE, Italy, Germany, France, India, Australia, Japan, Korea and China. Share of Prominence is comprised of human-coded, positive and neutral results, based off targeted tier-1 media lists. Analysis is comprised of US, UK, UAE, Italy, Germany, France, India, Australia, Japan, Korea and China. </a:t>
            </a:r>
          </a:p>
          <a:p>
            <a:pPr marL="0" marR="0" lvl="0" indent="0" algn="l" defTabSz="914400" rtl="0" eaLnBrk="1" fontAlgn="base" latinLnBrk="0" hangingPunct="1">
              <a:lnSpc>
                <a:spcPct val="90000"/>
              </a:lnSpc>
              <a:spcBef>
                <a:spcPts val="0"/>
              </a:spcBef>
              <a:spcAft>
                <a:spcPts val="0"/>
              </a:spcAft>
              <a:buClrTx/>
              <a:buSzTx/>
              <a:buFont typeface="Arial" panose="020B0604020202020204" pitchFamily="34" charset="0"/>
              <a:buNone/>
              <a:tabLst/>
              <a:defRPr/>
            </a:pPr>
            <a:endParaRPr kumimoji="0" lang="en-US" sz="700" b="0" i="1" u="none" strike="noStrike" kern="1200" cap="none" spc="0" normalizeH="0" baseline="0" noProof="0">
              <a:ln>
                <a:noFill/>
              </a:ln>
              <a:solidFill>
                <a:srgbClr val="000000"/>
              </a:solidFill>
              <a:effectLst/>
              <a:uLnTx/>
              <a:uFillTx/>
              <a:latin typeface="Helvetica Neue" panose="02000503000000020004"/>
              <a:ea typeface="+mn-ea"/>
              <a:cs typeface="Arial" panose="020B0604020202020204" pitchFamily="34" charset="0"/>
            </a:endParaRPr>
          </a:p>
          <a:p>
            <a:pPr marL="0" marR="0" lvl="0" indent="0" algn="l" defTabSz="914400" rtl="0" eaLnBrk="1" fontAlgn="base" latinLnBrk="0" hangingPunct="1">
              <a:lnSpc>
                <a:spcPct val="90000"/>
              </a:lnSpc>
              <a:spcBef>
                <a:spcPts val="0"/>
              </a:spcBef>
              <a:spcAft>
                <a:spcPts val="0"/>
              </a:spcAft>
              <a:buClrTx/>
              <a:buSzTx/>
              <a:buFont typeface="Arial" panose="020B0604020202020204" pitchFamily="34" charset="0"/>
              <a:buNone/>
              <a:tabLst/>
              <a:defRPr/>
            </a:pPr>
            <a:endParaRPr kumimoji="0" lang="en-US" sz="700" b="0" i="1" u="none" strike="noStrike" kern="1200" cap="none" spc="0" normalizeH="0" baseline="0" noProof="0">
              <a:ln>
                <a:noFill/>
              </a:ln>
              <a:solidFill>
                <a:srgbClr val="000000"/>
              </a:solidFill>
              <a:effectLst/>
              <a:uLnTx/>
              <a:uFillTx/>
              <a:latin typeface="Helvetica Neue" panose="02000503000000020004"/>
              <a:ea typeface="+mn-ea"/>
              <a:cs typeface="Arial" panose="020B0604020202020204" pitchFamily="34" charset="0"/>
            </a:endParaRPr>
          </a:p>
        </p:txBody>
      </p:sp>
      <p:sp>
        <p:nvSpPr>
          <p:cNvPr id="20" name="TextBox 8">
            <a:extLst>
              <a:ext uri="{FF2B5EF4-FFF2-40B4-BE49-F238E27FC236}">
                <a16:creationId xmlns:a16="http://schemas.microsoft.com/office/drawing/2014/main" id="{9F1BD42D-190D-8308-771B-26622DDC2484}"/>
              </a:ext>
            </a:extLst>
          </p:cNvPr>
          <p:cNvSpPr txBox="1"/>
          <p:nvPr/>
        </p:nvSpPr>
        <p:spPr>
          <a:xfrm>
            <a:off x="275698" y="6657302"/>
            <a:ext cx="6094674" cy="20005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000000"/>
                </a:solidFill>
                <a:effectLst/>
                <a:uLnTx/>
                <a:uFillTx/>
                <a:latin typeface="Helvetica Neue"/>
                <a:ea typeface="+mn-ea"/>
                <a:cs typeface="+mn-cs"/>
              </a:rPr>
              <a:t>"China multichannel weights have been updated to reflect a 65 "social" and 35 "traditional" weighting scheme" - effective JULY 2026.</a:t>
            </a:r>
          </a:p>
        </p:txBody>
      </p:sp>
      <p:graphicFrame>
        <p:nvGraphicFramePr>
          <p:cNvPr id="5" name="Table 4">
            <a:extLst>
              <a:ext uri="{FF2B5EF4-FFF2-40B4-BE49-F238E27FC236}">
                <a16:creationId xmlns:a16="http://schemas.microsoft.com/office/drawing/2014/main" id="{A318C31C-F1C8-E38F-4A0D-9FA9B48B1F5B}"/>
              </a:ext>
            </a:extLst>
          </p:cNvPr>
          <p:cNvGraphicFramePr>
            <a:graphicFrameLocks noGrp="1"/>
          </p:cNvGraphicFramePr>
          <p:nvPr>
            <p:extLst>
              <p:ext uri="{D42A27DB-BD31-4B8C-83A1-F6EECF244321}">
                <p14:modId xmlns:p14="http://schemas.microsoft.com/office/powerpoint/2010/main" val="2470772831"/>
              </p:ext>
            </p:extLst>
          </p:nvPr>
        </p:nvGraphicFramePr>
        <p:xfrm>
          <a:off x="400584" y="6239758"/>
          <a:ext cx="11104443" cy="263238"/>
        </p:xfrm>
        <a:graphic>
          <a:graphicData uri="http://schemas.openxmlformats.org/drawingml/2006/table">
            <a:tbl>
              <a:tblPr firstRow="1" bandRow="1">
                <a:tableStyleId>{5C22544A-7EE6-4342-B048-85BDC9FD1C3A}</a:tableStyleId>
              </a:tblPr>
              <a:tblGrid>
                <a:gridCol w="1586349">
                  <a:extLst>
                    <a:ext uri="{9D8B030D-6E8A-4147-A177-3AD203B41FA5}">
                      <a16:colId xmlns:a16="http://schemas.microsoft.com/office/drawing/2014/main" val="1198150969"/>
                    </a:ext>
                  </a:extLst>
                </a:gridCol>
                <a:gridCol w="1586349">
                  <a:extLst>
                    <a:ext uri="{9D8B030D-6E8A-4147-A177-3AD203B41FA5}">
                      <a16:colId xmlns:a16="http://schemas.microsoft.com/office/drawing/2014/main" val="1723906514"/>
                    </a:ext>
                  </a:extLst>
                </a:gridCol>
                <a:gridCol w="1586349">
                  <a:extLst>
                    <a:ext uri="{9D8B030D-6E8A-4147-A177-3AD203B41FA5}">
                      <a16:colId xmlns:a16="http://schemas.microsoft.com/office/drawing/2014/main" val="890254197"/>
                    </a:ext>
                  </a:extLst>
                </a:gridCol>
                <a:gridCol w="1586349">
                  <a:extLst>
                    <a:ext uri="{9D8B030D-6E8A-4147-A177-3AD203B41FA5}">
                      <a16:colId xmlns:a16="http://schemas.microsoft.com/office/drawing/2014/main" val="1996262911"/>
                    </a:ext>
                  </a:extLst>
                </a:gridCol>
                <a:gridCol w="1586349">
                  <a:extLst>
                    <a:ext uri="{9D8B030D-6E8A-4147-A177-3AD203B41FA5}">
                      <a16:colId xmlns:a16="http://schemas.microsoft.com/office/drawing/2014/main" val="4285416053"/>
                    </a:ext>
                  </a:extLst>
                </a:gridCol>
                <a:gridCol w="1586349">
                  <a:extLst>
                    <a:ext uri="{9D8B030D-6E8A-4147-A177-3AD203B41FA5}">
                      <a16:colId xmlns:a16="http://schemas.microsoft.com/office/drawing/2014/main" val="3188893223"/>
                    </a:ext>
                  </a:extLst>
                </a:gridCol>
                <a:gridCol w="1586349">
                  <a:extLst>
                    <a:ext uri="{9D8B030D-6E8A-4147-A177-3AD203B41FA5}">
                      <a16:colId xmlns:a16="http://schemas.microsoft.com/office/drawing/2014/main" val="4147391749"/>
                    </a:ext>
                  </a:extLst>
                </a:gridCol>
              </a:tblGrid>
              <a:tr h="263238">
                <a:tc>
                  <a:txBody>
                    <a:bodyPr/>
                    <a:lstStyle/>
                    <a:p>
                      <a:pPr algn="ctr">
                        <a:lnSpc>
                          <a:spcPct val="80000"/>
                        </a:lnSpc>
                      </a:pPr>
                      <a:r>
                        <a:rPr lang="en-US" sz="800" b="0"/>
                        <a:t>Four Seasons</a:t>
                      </a:r>
                    </a:p>
                  </a:txBody>
                  <a:tcPr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3D441E"/>
                    </a:solidFill>
                  </a:tcPr>
                </a:tc>
                <a:tc>
                  <a:txBody>
                    <a:bodyPr/>
                    <a:lstStyle/>
                    <a:p>
                      <a:pPr algn="ctr">
                        <a:lnSpc>
                          <a:spcPct val="80000"/>
                        </a:lnSpc>
                      </a:pPr>
                      <a:r>
                        <a:rPr lang="en-US" sz="800" b="0"/>
                        <a:t>Seabourn</a:t>
                      </a:r>
                    </a:p>
                  </a:txBody>
                  <a:tcPr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5F88BD"/>
                    </a:solidFill>
                  </a:tcPr>
                </a:tc>
                <a:tc>
                  <a:txBody>
                    <a:bodyPr/>
                    <a:lstStyle/>
                    <a:p>
                      <a:pPr algn="ctr">
                        <a:lnSpc>
                          <a:spcPct val="80000"/>
                        </a:lnSpc>
                      </a:pPr>
                      <a:r>
                        <a:rPr lang="en-US" sz="800" b="0"/>
                        <a:t>Silversea</a:t>
                      </a:r>
                    </a:p>
                  </a:txBody>
                  <a:tcPr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939393"/>
                    </a:solidFill>
                  </a:tcPr>
                </a:tc>
                <a:tc>
                  <a:txBody>
                    <a:bodyPr/>
                    <a:lstStyle/>
                    <a:p>
                      <a:pPr algn="ctr">
                        <a:lnSpc>
                          <a:spcPct val="80000"/>
                        </a:lnSpc>
                      </a:pPr>
                      <a:r>
                        <a:rPr lang="en-US" sz="800" b="0"/>
                        <a:t>Regent Seven Seas</a:t>
                      </a:r>
                    </a:p>
                  </a:txBody>
                  <a:tcPr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1F216C"/>
                    </a:solidFill>
                  </a:tcPr>
                </a:tc>
                <a:tc>
                  <a:txBody>
                    <a:bodyPr/>
                    <a:lstStyle/>
                    <a:p>
                      <a:pPr algn="ctr">
                        <a:lnSpc>
                          <a:spcPct val="80000"/>
                        </a:lnSpc>
                      </a:pPr>
                      <a:r>
                        <a:rPr lang="en-US" sz="800" b="0">
                          <a:solidFill>
                            <a:schemeClr val="bg1"/>
                          </a:solidFill>
                        </a:rPr>
                        <a:t>Ritz-Carlton</a:t>
                      </a:r>
                      <a:endParaRPr lang="en-US" sz="800" b="0"/>
                    </a:p>
                  </a:txBody>
                  <a:tcPr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1F335B"/>
                    </a:solidFill>
                  </a:tcPr>
                </a:tc>
                <a:tc>
                  <a:txBody>
                    <a:bodyPr/>
                    <a:lstStyle/>
                    <a:p>
                      <a:pPr algn="ctr">
                        <a:lnSpc>
                          <a:spcPct val="80000"/>
                        </a:lnSpc>
                      </a:pPr>
                      <a:r>
                        <a:rPr lang="en-US" sz="800" b="0"/>
                        <a:t>Aman</a:t>
                      </a:r>
                      <a:endParaRPr lang="en-US" sz="800" b="0">
                        <a:solidFill>
                          <a:schemeClr val="bg1"/>
                        </a:solidFill>
                      </a:endParaRPr>
                    </a:p>
                  </a:txBody>
                  <a:tcPr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DDC38B"/>
                    </a:solidFill>
                  </a:tcPr>
                </a:tc>
                <a:tc>
                  <a:txBody>
                    <a:bodyPr/>
                    <a:lstStyle/>
                    <a:p>
                      <a:pPr algn="ctr">
                        <a:lnSpc>
                          <a:spcPct val="80000"/>
                        </a:lnSpc>
                      </a:pPr>
                      <a:r>
                        <a:rPr lang="en-US" sz="800" b="0">
                          <a:solidFill>
                            <a:schemeClr val="bg1"/>
                          </a:solidFill>
                        </a:rPr>
                        <a:t>Orient Express</a:t>
                      </a:r>
                    </a:p>
                  </a:txBody>
                  <a:tcPr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4F0304"/>
                    </a:solidFill>
                  </a:tcPr>
                </a:tc>
                <a:extLst>
                  <a:ext uri="{0D108BD9-81ED-4DB2-BD59-A6C34878D82A}">
                    <a16:rowId xmlns:a16="http://schemas.microsoft.com/office/drawing/2014/main" val="3965875099"/>
                  </a:ext>
                </a:extLst>
              </a:tr>
            </a:tbl>
          </a:graphicData>
        </a:graphic>
      </p:graphicFrame>
      <p:sp>
        <p:nvSpPr>
          <p:cNvPr id="7" name="Text Placeholder 38x7905">
            <a:extLst>
              <a:ext uri="{FF2B5EF4-FFF2-40B4-BE49-F238E27FC236}">
                <a16:creationId xmlns:a16="http://schemas.microsoft.com/office/drawing/2014/main" id="{AA6F5674-489A-1E32-F457-44A2ADCA6978}"/>
              </a:ext>
            </a:extLst>
          </p:cNvPr>
          <p:cNvSpPr txBox="1">
            <a:spLocks/>
          </p:cNvSpPr>
          <p:nvPr/>
        </p:nvSpPr>
        <p:spPr>
          <a:xfrm>
            <a:off x="475168" y="1857170"/>
            <a:ext cx="7276610" cy="1094824"/>
          </a:xfrm>
          <a:prstGeom prst="rect">
            <a:avLst/>
          </a:prstGeom>
          <a:noFill/>
          <a:ln>
            <a:noFill/>
          </a:ln>
        </p:spPr>
        <p:txBody>
          <a:bodyPr vert="horz" lIns="0" tIns="0" rIns="0" bIns="0" rtlCol="0" anchor="t">
            <a:noAutofit/>
          </a:bodyPr>
          <a:lstStyle>
            <a:lvl1pPr marL="0" indent="0" algn="l" defTabSz="914400" rtl="0" eaLnBrk="1" fontAlgn="base" latinLnBrk="0" hangingPunct="1">
              <a:lnSpc>
                <a:spcPct val="90000"/>
              </a:lnSpc>
              <a:spcBef>
                <a:spcPts val="1000"/>
              </a:spcBef>
              <a:buFont typeface="Arial" panose="020B0604020202020204" pitchFamily="34" charset="0"/>
              <a:buNone/>
              <a:defRPr lang="en-US" sz="1100" b="0" i="0" kern="1200" spc="0">
                <a:solidFill>
                  <a:schemeClr val="accent1"/>
                </a:solidFill>
                <a:latin typeface="+mn-lt"/>
                <a:ea typeface="+mn-ea"/>
                <a:cs typeface="Arial" panose="020B0604020202020204" pitchFamily="34" charset="0"/>
              </a:defRPr>
            </a:lvl1pPr>
            <a:lvl2pPr marL="0" indent="0" algn="l" defTabSz="914400" rtl="0" eaLnBrk="1" latinLnBrk="0" hangingPunct="1">
              <a:lnSpc>
                <a:spcPct val="114000"/>
              </a:lnSpc>
              <a:spcBef>
                <a:spcPts val="1000"/>
              </a:spcBef>
              <a:spcAft>
                <a:spcPts val="0"/>
              </a:spcAft>
              <a:buFont typeface="Arial" panose="020B0604020202020204" pitchFamily="34" charset="0"/>
              <a:buNone/>
              <a:defRPr lang="en-US" sz="1100" b="0" kern="1200" spc="0" baseline="0">
                <a:solidFill>
                  <a:srgbClr val="175252"/>
                </a:solidFill>
                <a:latin typeface="+mn-lt"/>
                <a:ea typeface="+mn-ea"/>
                <a:cs typeface="+mn-cs"/>
              </a:defRPr>
            </a:lvl2pPr>
            <a:lvl3pPr marL="0" indent="0" algn="l" defTabSz="914400" rtl="0" eaLnBrk="1" latinLnBrk="0" hangingPunct="1">
              <a:lnSpc>
                <a:spcPct val="125000"/>
              </a:lnSpc>
              <a:spcBef>
                <a:spcPts val="0"/>
              </a:spcBef>
              <a:spcAft>
                <a:spcPts val="500"/>
              </a:spcAft>
              <a:buFont typeface="Arial" panose="020B0604020202020204" pitchFamily="34" charset="0"/>
              <a:buNone/>
              <a:defRPr sz="1200" kern="1200" spc="0">
                <a:solidFill>
                  <a:srgbClr val="175252"/>
                </a:solidFill>
                <a:latin typeface="+mn-lt"/>
                <a:ea typeface="+mn-ea"/>
                <a:cs typeface="+mn-cs"/>
              </a:defRPr>
            </a:lvl3pPr>
            <a:lvl4pPr marL="0" indent="0" algn="l" defTabSz="914400" rtl="0" eaLnBrk="1" latinLnBrk="0" hangingPunct="1">
              <a:lnSpc>
                <a:spcPct val="114000"/>
              </a:lnSpc>
              <a:spcBef>
                <a:spcPts val="750"/>
              </a:spcBef>
              <a:spcAft>
                <a:spcPts val="0"/>
              </a:spcAft>
              <a:buFont typeface="Arial" panose="020B0604020202020204" pitchFamily="34" charset="0"/>
              <a:buNone/>
              <a:defRPr sz="900" kern="1200" spc="0" baseline="0">
                <a:solidFill>
                  <a:schemeClr val="tx1"/>
                </a:solidFill>
                <a:latin typeface="+mn-lt"/>
                <a:ea typeface="+mn-ea"/>
                <a:cs typeface="+mn-cs"/>
              </a:defRPr>
            </a:lvl4pPr>
            <a:lvl5pPr marL="0" indent="0" algn="l" defTabSz="914400" rtl="0" eaLnBrk="1" latinLnBrk="0" hangingPunct="1">
              <a:lnSpc>
                <a:spcPct val="133000"/>
              </a:lnSpc>
              <a:spcBef>
                <a:spcPts val="0"/>
              </a:spcBef>
              <a:spcAft>
                <a:spcPts val="250"/>
              </a:spcAft>
              <a:buFont typeface="Arial" panose="020B0604020202020204" pitchFamily="34" charset="0"/>
              <a:buNone/>
              <a:defRPr sz="900" kern="1200" spc="0">
                <a:solidFill>
                  <a:srgbClr val="64646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lvl="0" indent="-171450">
              <a:buFont typeface="Arial" panose="020B0604020202020204" pitchFamily="34" charset="0"/>
              <a:buChar char="•"/>
              <a:defRPr/>
            </a:pPr>
            <a:r>
              <a:rPr lang="en-US" sz="1000" i="1">
                <a:solidFill>
                  <a:schemeClr val="tx1"/>
                </a:solidFill>
                <a:cs typeface="Arial"/>
                <a:hlinkClick r:id="rId2">
                  <a:extLst>
                    <a:ext uri="{A12FA001-AC4F-418D-AE19-62706E023703}">
                      <ahyp:hlinkClr xmlns:ahyp="http://schemas.microsoft.com/office/drawing/2018/hyperlinkcolor" val="tx"/>
                    </a:ext>
                  </a:extLst>
                </a:hlinkClick>
              </a:rPr>
              <a:t>Bon Appetit </a:t>
            </a:r>
            <a:r>
              <a:rPr lang="en-CA" sz="1000">
                <a:solidFill>
                  <a:schemeClr val="tx1"/>
                </a:solidFill>
                <a:cs typeface="Arial"/>
              </a:rPr>
              <a:t>offered an exclusive look at a week aboard the Four Seasons I, highlighted its standout culinary experiences </a:t>
            </a:r>
            <a:r>
              <a:rPr lang="en-CA" sz="1000" i="1">
                <a:solidFill>
                  <a:schemeClr val="tx1"/>
                </a:solidFill>
                <a:cs typeface="Arial"/>
                <a:hlinkClick r:id="rId3">
                  <a:extLst>
                    <a:ext uri="{A12FA001-AC4F-418D-AE19-62706E023703}">
                      <ahyp:hlinkClr xmlns:ahyp="http://schemas.microsoft.com/office/drawing/2018/hyperlinkcolor" val="tx"/>
                    </a:ext>
                  </a:extLst>
                </a:hlinkClick>
              </a:rPr>
              <a:t>The Star</a:t>
            </a:r>
            <a:r>
              <a:rPr lang="en-CA" sz="1000" i="1">
                <a:solidFill>
                  <a:schemeClr val="tx1"/>
                </a:solidFill>
                <a:cs typeface="Arial"/>
              </a:rPr>
              <a:t> </a:t>
            </a:r>
            <a:r>
              <a:rPr lang="en-CA" sz="1000">
                <a:solidFill>
                  <a:schemeClr val="tx1"/>
                </a:solidFill>
                <a:cs typeface="Arial"/>
              </a:rPr>
              <a:t>offered a similar review and </a:t>
            </a:r>
            <a:r>
              <a:rPr lang="en-US" sz="1000" i="1">
                <a:solidFill>
                  <a:schemeClr val="tx1"/>
                </a:solidFill>
                <a:hlinkClick r:id="rId4">
                  <a:extLst>
                    <a:ext uri="{A12FA001-AC4F-418D-AE19-62706E023703}">
                      <ahyp:hlinkClr xmlns:ahyp="http://schemas.microsoft.com/office/drawing/2018/hyperlinkcolor" val="tx"/>
                    </a:ext>
                  </a:extLst>
                </a:hlinkClick>
              </a:rPr>
              <a:t>Independent</a:t>
            </a:r>
            <a:r>
              <a:rPr lang="en-US" sz="1000" i="1">
                <a:solidFill>
                  <a:schemeClr val="tx1"/>
                </a:solidFill>
              </a:rPr>
              <a:t> </a:t>
            </a:r>
            <a:r>
              <a:rPr lang="en-US" sz="1000">
                <a:solidFill>
                  <a:schemeClr val="tx1"/>
                </a:solidFill>
              </a:rPr>
              <a:t>included Four Seasons as one of the best new cruise ships launching in 2026. </a:t>
            </a:r>
            <a:endParaRPr lang="en-CA" sz="1000">
              <a:solidFill>
                <a:schemeClr val="tx1"/>
              </a:solidFill>
              <a:cs typeface="Arial"/>
            </a:endParaRPr>
          </a:p>
          <a:p>
            <a:pPr marL="171450" lvl="0" indent="-171450">
              <a:buFont typeface="Arial" panose="020B0604020202020204" pitchFamily="34" charset="0"/>
              <a:buChar char="•"/>
              <a:defRPr/>
            </a:pPr>
            <a:r>
              <a:rPr lang="en-CA" sz="1000">
                <a:solidFill>
                  <a:schemeClr val="tx1"/>
                </a:solidFill>
              </a:rPr>
              <a:t>Four Seasons Yachts commissioned Fincantieri to build its third yacht, expected in 2031 (</a:t>
            </a:r>
            <a:r>
              <a:rPr lang="en-CA" sz="1000" i="1">
                <a:solidFill>
                  <a:schemeClr val="tx1"/>
                </a:solidFill>
                <a:hlinkClick r:id="rId5">
                  <a:extLst>
                    <a:ext uri="{A12FA001-AC4F-418D-AE19-62706E023703}">
                      <ahyp:hlinkClr xmlns:ahyp="http://schemas.microsoft.com/office/drawing/2018/hyperlinkcolor" val="tx"/>
                    </a:ext>
                  </a:extLst>
                </a:hlinkClick>
              </a:rPr>
              <a:t>Travel Market Report</a:t>
            </a:r>
            <a:r>
              <a:rPr lang="en-CA" sz="1000">
                <a:solidFill>
                  <a:schemeClr val="tx1"/>
                </a:solidFill>
              </a:rPr>
              <a:t>; </a:t>
            </a:r>
            <a:r>
              <a:rPr lang="en-CA" sz="1000" i="1">
                <a:solidFill>
                  <a:schemeClr val="tx1"/>
                </a:solidFill>
                <a:hlinkClick r:id="rId6">
                  <a:extLst>
                    <a:ext uri="{A12FA001-AC4F-418D-AE19-62706E023703}">
                      <ahyp:hlinkClr xmlns:ahyp="http://schemas.microsoft.com/office/drawing/2018/hyperlinkcolor" val="tx"/>
                    </a:ext>
                  </a:extLst>
                </a:hlinkClick>
              </a:rPr>
              <a:t>Travel Pulse</a:t>
            </a:r>
            <a:r>
              <a:rPr lang="en-CA" sz="1000">
                <a:solidFill>
                  <a:schemeClr val="tx1"/>
                </a:solidFill>
              </a:rPr>
              <a:t>; </a:t>
            </a:r>
            <a:r>
              <a:rPr lang="en-CA" sz="1000" i="1">
                <a:solidFill>
                  <a:schemeClr val="tx1"/>
                </a:solidFill>
                <a:hlinkClick r:id="rId7">
                  <a:extLst>
                    <a:ext uri="{A12FA001-AC4F-418D-AE19-62706E023703}">
                      <ahyp:hlinkClr xmlns:ahyp="http://schemas.microsoft.com/office/drawing/2018/hyperlinkcolor" val="tx"/>
                    </a:ext>
                  </a:extLst>
                </a:hlinkClick>
              </a:rPr>
              <a:t>Latte Luxury News</a:t>
            </a:r>
            <a:r>
              <a:rPr lang="en-CA" sz="1000">
                <a:solidFill>
                  <a:schemeClr val="tx1"/>
                </a:solidFill>
              </a:rPr>
              <a:t>; </a:t>
            </a:r>
            <a:r>
              <a:rPr lang="en-CA" sz="1000" i="1">
                <a:solidFill>
                  <a:schemeClr val="tx1"/>
                </a:solidFill>
                <a:hlinkClick r:id="rId8">
                  <a:extLst>
                    <a:ext uri="{A12FA001-AC4F-418D-AE19-62706E023703}">
                      <ahyp:hlinkClr xmlns:ahyp="http://schemas.microsoft.com/office/drawing/2018/hyperlinkcolor" val="tx"/>
                    </a:ext>
                  </a:extLst>
                </a:hlinkClick>
              </a:rPr>
              <a:t>The Independent</a:t>
            </a:r>
            <a:r>
              <a:rPr lang="en-CA" sz="1000">
                <a:solidFill>
                  <a:schemeClr val="tx1"/>
                </a:solidFill>
              </a:rPr>
              <a:t>; </a:t>
            </a:r>
            <a:r>
              <a:rPr lang="en-CA" sz="1000" i="1">
                <a:solidFill>
                  <a:schemeClr val="tx1"/>
                </a:solidFill>
                <a:hlinkClick r:id="rId9">
                  <a:extLst>
                    <a:ext uri="{A12FA001-AC4F-418D-AE19-62706E023703}">
                      <ahyp:hlinkClr xmlns:ahyp="http://schemas.microsoft.com/office/drawing/2018/hyperlinkcolor" val="tx"/>
                    </a:ext>
                  </a:extLst>
                </a:hlinkClick>
              </a:rPr>
              <a:t>FVW</a:t>
            </a:r>
            <a:r>
              <a:rPr lang="en-CA" sz="1000">
                <a:solidFill>
                  <a:schemeClr val="tx1"/>
                </a:solidFill>
              </a:rPr>
              <a:t>) and introduced new private-island experiences for the inaugural Caribbean of Four Seasons I (</a:t>
            </a:r>
            <a:r>
              <a:rPr lang="en-CA" sz="1000" i="1">
                <a:solidFill>
                  <a:schemeClr val="tx1"/>
                </a:solidFill>
                <a:hlinkClick r:id="rId10">
                  <a:extLst>
                    <a:ext uri="{A12FA001-AC4F-418D-AE19-62706E023703}">
                      <ahyp:hlinkClr xmlns:ahyp="http://schemas.microsoft.com/office/drawing/2018/hyperlinkcolor" val="tx"/>
                    </a:ext>
                  </a:extLst>
                </a:hlinkClick>
              </a:rPr>
              <a:t>Global Traveler</a:t>
            </a:r>
            <a:r>
              <a:rPr lang="en-CA" sz="1000" i="1">
                <a:solidFill>
                  <a:schemeClr val="tx1"/>
                </a:solidFill>
              </a:rPr>
              <a:t>, </a:t>
            </a:r>
            <a:r>
              <a:rPr lang="en-CA" sz="1000" i="1">
                <a:solidFill>
                  <a:schemeClr val="tx1"/>
                </a:solidFill>
                <a:hlinkClick r:id="rId4">
                  <a:extLst>
                    <a:ext uri="{A12FA001-AC4F-418D-AE19-62706E023703}">
                      <ahyp:hlinkClr xmlns:ahyp="http://schemas.microsoft.com/office/drawing/2018/hyperlinkcolor" val="tx"/>
                    </a:ext>
                  </a:extLst>
                </a:hlinkClick>
              </a:rPr>
              <a:t>The </a:t>
            </a:r>
            <a:r>
              <a:rPr lang="en-CA" sz="1000" i="1" err="1">
                <a:solidFill>
                  <a:schemeClr val="tx1"/>
                </a:solidFill>
                <a:hlinkClick r:id="rId4">
                  <a:extLst>
                    <a:ext uri="{A12FA001-AC4F-418D-AE19-62706E023703}">
                      <ahyp:hlinkClr xmlns:ahyp="http://schemas.microsoft.com/office/drawing/2018/hyperlinkcolor" val="tx"/>
                    </a:ext>
                  </a:extLst>
                </a:hlinkClick>
              </a:rPr>
              <a:t>Independent</a:t>
            </a:r>
            <a:r>
              <a:rPr lang="en-CA" sz="1000" i="1" err="1">
                <a:solidFill>
                  <a:schemeClr val="tx1"/>
                </a:solidFill>
              </a:rPr>
              <a:t>,</a:t>
            </a:r>
            <a:r>
              <a:rPr lang="en-CA" sz="1000" i="1" err="1">
                <a:solidFill>
                  <a:schemeClr val="tx1"/>
                </a:solidFill>
                <a:hlinkClick r:id="rId11">
                  <a:extLst>
                    <a:ext uri="{A12FA001-AC4F-418D-AE19-62706E023703}">
                      <ahyp:hlinkClr xmlns:ahyp="http://schemas.microsoft.com/office/drawing/2018/hyperlinkcolor" val="tx"/>
                    </a:ext>
                  </a:extLst>
                </a:hlinkClick>
              </a:rPr>
              <a:t>Travel</a:t>
            </a:r>
            <a:r>
              <a:rPr lang="en-CA" sz="1000" i="1">
                <a:solidFill>
                  <a:schemeClr val="tx1"/>
                </a:solidFill>
                <a:hlinkClick r:id="rId11">
                  <a:extLst>
                    <a:ext uri="{A12FA001-AC4F-418D-AE19-62706E023703}">
                      <ahyp:hlinkClr xmlns:ahyp="http://schemas.microsoft.com/office/drawing/2018/hyperlinkcolor" val="tx"/>
                    </a:ext>
                  </a:extLst>
                </a:hlinkClick>
              </a:rPr>
              <a:t> Pulse</a:t>
            </a:r>
            <a:r>
              <a:rPr lang="en-CA" sz="1000" i="1">
                <a:solidFill>
                  <a:schemeClr val="tx1"/>
                </a:solidFill>
              </a:rPr>
              <a:t>).</a:t>
            </a:r>
            <a:endParaRPr lang="en-US" sz="1000" i="1">
              <a:solidFill>
                <a:schemeClr val="tx1"/>
              </a:solidFill>
              <a:cs typeface="Arial"/>
            </a:endParaRPr>
          </a:p>
        </p:txBody>
      </p:sp>
      <p:sp>
        <p:nvSpPr>
          <p:cNvPr id="8" name="Text Placeholder 38x2349">
            <a:extLst>
              <a:ext uri="{FF2B5EF4-FFF2-40B4-BE49-F238E27FC236}">
                <a16:creationId xmlns:a16="http://schemas.microsoft.com/office/drawing/2014/main" id="{C57C2448-77BE-0440-D02F-FF13927F1423}"/>
              </a:ext>
            </a:extLst>
          </p:cNvPr>
          <p:cNvSpPr txBox="1">
            <a:spLocks/>
          </p:cNvSpPr>
          <p:nvPr/>
        </p:nvSpPr>
        <p:spPr>
          <a:xfrm>
            <a:off x="439164" y="3840410"/>
            <a:ext cx="3567000" cy="2299208"/>
          </a:xfrm>
          <a:prstGeom prst="rect">
            <a:avLst/>
          </a:prstGeom>
          <a:noFill/>
        </p:spPr>
        <p:txBody>
          <a:bodyPr vert="horz" lIns="0" tIns="0" rIns="0" bIns="0" rtlCol="0" anchor="t">
            <a:noAutofit/>
          </a:bodyPr>
          <a:lstStyle>
            <a:lvl1pPr marL="0" indent="0" algn="l" defTabSz="914400" rtl="0" eaLnBrk="1" fontAlgn="base" latinLnBrk="0" hangingPunct="1">
              <a:lnSpc>
                <a:spcPct val="90000"/>
              </a:lnSpc>
              <a:spcBef>
                <a:spcPts val="1000"/>
              </a:spcBef>
              <a:buFont typeface="Arial" panose="020B0604020202020204" pitchFamily="34" charset="0"/>
              <a:buNone/>
              <a:defRPr lang="en-US" sz="1100" b="0" i="0" kern="1200" spc="0">
                <a:solidFill>
                  <a:schemeClr val="accent1"/>
                </a:solidFill>
                <a:latin typeface="+mn-lt"/>
                <a:ea typeface="+mn-ea"/>
                <a:cs typeface="Arial" panose="020B0604020202020204" pitchFamily="34" charset="0"/>
              </a:defRPr>
            </a:lvl1pPr>
            <a:lvl2pPr marL="0" indent="0" algn="l" defTabSz="914400" rtl="0" eaLnBrk="1" latinLnBrk="0" hangingPunct="1">
              <a:lnSpc>
                <a:spcPct val="114000"/>
              </a:lnSpc>
              <a:spcBef>
                <a:spcPts val="1000"/>
              </a:spcBef>
              <a:spcAft>
                <a:spcPts val="0"/>
              </a:spcAft>
              <a:buFont typeface="Arial" panose="020B0604020202020204" pitchFamily="34" charset="0"/>
              <a:buNone/>
              <a:defRPr lang="en-US" sz="1100" b="0" kern="1200" spc="0" baseline="0">
                <a:solidFill>
                  <a:srgbClr val="175252"/>
                </a:solidFill>
                <a:latin typeface="+mn-lt"/>
                <a:ea typeface="+mn-ea"/>
                <a:cs typeface="+mn-cs"/>
              </a:defRPr>
            </a:lvl2pPr>
            <a:lvl3pPr marL="0" indent="0" algn="l" defTabSz="914400" rtl="0" eaLnBrk="1" latinLnBrk="0" hangingPunct="1">
              <a:lnSpc>
                <a:spcPct val="125000"/>
              </a:lnSpc>
              <a:spcBef>
                <a:spcPts val="0"/>
              </a:spcBef>
              <a:spcAft>
                <a:spcPts val="500"/>
              </a:spcAft>
              <a:buFont typeface="Arial" panose="020B0604020202020204" pitchFamily="34" charset="0"/>
              <a:buNone/>
              <a:defRPr sz="1200" kern="1200" spc="0">
                <a:solidFill>
                  <a:srgbClr val="175252"/>
                </a:solidFill>
                <a:latin typeface="+mn-lt"/>
                <a:ea typeface="+mn-ea"/>
                <a:cs typeface="+mn-cs"/>
              </a:defRPr>
            </a:lvl3pPr>
            <a:lvl4pPr marL="0" indent="0" algn="l" defTabSz="914400" rtl="0" eaLnBrk="1" latinLnBrk="0" hangingPunct="1">
              <a:lnSpc>
                <a:spcPct val="114000"/>
              </a:lnSpc>
              <a:spcBef>
                <a:spcPts val="750"/>
              </a:spcBef>
              <a:spcAft>
                <a:spcPts val="0"/>
              </a:spcAft>
              <a:buFont typeface="Arial" panose="020B0604020202020204" pitchFamily="34" charset="0"/>
              <a:buNone/>
              <a:defRPr sz="900" kern="1200" spc="0" baseline="0">
                <a:solidFill>
                  <a:schemeClr val="tx1"/>
                </a:solidFill>
                <a:latin typeface="+mn-lt"/>
                <a:ea typeface="+mn-ea"/>
                <a:cs typeface="+mn-cs"/>
              </a:defRPr>
            </a:lvl4pPr>
            <a:lvl5pPr marL="0" indent="0" algn="l" defTabSz="914400" rtl="0" eaLnBrk="1" latinLnBrk="0" hangingPunct="1">
              <a:lnSpc>
                <a:spcPct val="133000"/>
              </a:lnSpc>
              <a:spcBef>
                <a:spcPts val="0"/>
              </a:spcBef>
              <a:spcAft>
                <a:spcPts val="250"/>
              </a:spcAft>
              <a:buFont typeface="Arial" panose="020B0604020202020204" pitchFamily="34" charset="0"/>
              <a:buNone/>
              <a:defRPr sz="900" kern="1200" spc="0">
                <a:solidFill>
                  <a:srgbClr val="64646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lvl="0" indent="-171450">
              <a:buFont typeface="Arial" panose="020B0604020202020204" pitchFamily="34" charset="0"/>
              <a:buChar char="•"/>
              <a:defRPr/>
            </a:pPr>
            <a:r>
              <a:rPr lang="en-CA" sz="1000">
                <a:solidFill>
                  <a:schemeClr val="tx1"/>
                </a:solidFill>
                <a:cs typeface="Arial"/>
              </a:rPr>
              <a:t>Silversea unveiled its 2028-29 voyage collection across 497 destinations, including new Northern Europe itineraries, and was named among the best cruise lines of 2026 (</a:t>
            </a:r>
            <a:r>
              <a:rPr lang="en-CA" sz="1000" i="1">
                <a:solidFill>
                  <a:schemeClr val="tx1"/>
                </a:solidFill>
                <a:cs typeface="Arial"/>
                <a:hlinkClick r:id="rId12">
                  <a:extLst>
                    <a:ext uri="{A12FA001-AC4F-418D-AE19-62706E023703}">
                      <ahyp:hlinkClr xmlns:ahyp="http://schemas.microsoft.com/office/drawing/2018/hyperlinkcolor" val="tx"/>
                    </a:ext>
                  </a:extLst>
                </a:hlinkClick>
              </a:rPr>
              <a:t>Travel Market Report</a:t>
            </a:r>
            <a:r>
              <a:rPr lang="en-CA" sz="1000">
                <a:solidFill>
                  <a:schemeClr val="tx1"/>
                </a:solidFill>
                <a:cs typeface="Arial"/>
              </a:rPr>
              <a:t>; </a:t>
            </a:r>
            <a:r>
              <a:rPr lang="en-CA" sz="1000" i="1">
                <a:solidFill>
                  <a:schemeClr val="tx1"/>
                </a:solidFill>
                <a:cs typeface="Arial"/>
                <a:hlinkClick r:id="rId13">
                  <a:extLst>
                    <a:ext uri="{A12FA001-AC4F-418D-AE19-62706E023703}">
                      <ahyp:hlinkClr xmlns:ahyp="http://schemas.microsoft.com/office/drawing/2018/hyperlinkcolor" val="tx"/>
                    </a:ext>
                  </a:extLst>
                </a:hlinkClick>
              </a:rPr>
              <a:t>Breaking Travel News</a:t>
            </a:r>
            <a:r>
              <a:rPr lang="en-CA" sz="1000">
                <a:solidFill>
                  <a:schemeClr val="tx1"/>
                </a:solidFill>
                <a:cs typeface="Arial"/>
              </a:rPr>
              <a:t>; </a:t>
            </a:r>
            <a:r>
              <a:rPr lang="en-CA" sz="1000" i="1">
                <a:solidFill>
                  <a:schemeClr val="tx1"/>
                </a:solidFill>
                <a:cs typeface="Arial"/>
                <a:hlinkClick r:id="rId14">
                  <a:extLst>
                    <a:ext uri="{A12FA001-AC4F-418D-AE19-62706E023703}">
                      <ahyp:hlinkClr xmlns:ahyp="http://schemas.microsoft.com/office/drawing/2018/hyperlinkcolor" val="tx"/>
                    </a:ext>
                  </a:extLst>
                </a:hlinkClick>
              </a:rPr>
              <a:t>FVW</a:t>
            </a:r>
            <a:r>
              <a:rPr lang="en-CA" sz="1000">
                <a:solidFill>
                  <a:schemeClr val="tx1"/>
                </a:solidFill>
                <a:cs typeface="Arial"/>
              </a:rPr>
              <a:t>;)</a:t>
            </a:r>
          </a:p>
          <a:p>
            <a:pPr marL="171450" lvl="0" indent="-171450">
              <a:buFont typeface="Arial" panose="020B0604020202020204" pitchFamily="34" charset="0"/>
              <a:buChar char="•"/>
              <a:defRPr/>
            </a:pPr>
            <a:r>
              <a:rPr lang="en-CA" sz="1000">
                <a:solidFill>
                  <a:schemeClr val="tx1"/>
                </a:solidFill>
                <a:cs typeface="Arial"/>
              </a:rPr>
              <a:t>Silversea Cruises launched golf-themed sailings with </a:t>
            </a:r>
            <a:r>
              <a:rPr lang="en-CA" sz="1000" err="1">
                <a:solidFill>
                  <a:schemeClr val="tx1"/>
                </a:solidFill>
                <a:cs typeface="Arial"/>
              </a:rPr>
              <a:t>PerryGolf</a:t>
            </a:r>
            <a:r>
              <a:rPr lang="en-CA" sz="1000">
                <a:solidFill>
                  <a:schemeClr val="tx1"/>
                </a:solidFill>
                <a:cs typeface="Arial"/>
              </a:rPr>
              <a:t>, including access to Ryder Cup and Open courses (</a:t>
            </a:r>
            <a:r>
              <a:rPr lang="en-CA" sz="1000" i="1">
                <a:solidFill>
                  <a:schemeClr val="tx1"/>
                </a:solidFill>
                <a:cs typeface="Arial"/>
                <a:hlinkClick r:id="rId15">
                  <a:extLst>
                    <a:ext uri="{A12FA001-AC4F-418D-AE19-62706E023703}">
                      <ahyp:hlinkClr xmlns:ahyp="http://schemas.microsoft.com/office/drawing/2018/hyperlinkcolor" val="tx"/>
                    </a:ext>
                  </a:extLst>
                </a:hlinkClick>
              </a:rPr>
              <a:t>Travel Market Report</a:t>
            </a:r>
            <a:r>
              <a:rPr lang="en-CA" sz="1000">
                <a:solidFill>
                  <a:schemeClr val="tx1"/>
                </a:solidFill>
                <a:cs typeface="Arial"/>
              </a:rPr>
              <a:t>; </a:t>
            </a:r>
            <a:r>
              <a:rPr lang="en-CA" sz="1000" i="1">
                <a:solidFill>
                  <a:schemeClr val="tx1"/>
                </a:solidFill>
                <a:cs typeface="Arial"/>
                <a:hlinkClick r:id="rId16">
                  <a:extLst>
                    <a:ext uri="{A12FA001-AC4F-418D-AE19-62706E023703}">
                      <ahyp:hlinkClr xmlns:ahyp="http://schemas.microsoft.com/office/drawing/2018/hyperlinkcolor" val="tx"/>
                    </a:ext>
                  </a:extLst>
                </a:hlinkClick>
              </a:rPr>
              <a:t>The Independent</a:t>
            </a:r>
            <a:r>
              <a:rPr lang="en-CA" sz="1000">
                <a:solidFill>
                  <a:schemeClr val="tx1"/>
                </a:solidFill>
                <a:cs typeface="Arial"/>
              </a:rPr>
              <a:t>).</a:t>
            </a:r>
          </a:p>
          <a:p>
            <a:pPr marL="171450" lvl="0" indent="-171450">
              <a:buFont typeface="Arial" panose="020B0604020202020204" pitchFamily="34" charset="0"/>
              <a:buChar char="•"/>
              <a:defRPr/>
            </a:pPr>
            <a:r>
              <a:rPr lang="en-CA" sz="1000">
                <a:solidFill>
                  <a:schemeClr val="tx1"/>
                </a:solidFill>
                <a:cs typeface="Arial"/>
              </a:rPr>
              <a:t>The cruise line was highlighted for Odyssey-inspired and bucket-list itineraries (</a:t>
            </a:r>
            <a:r>
              <a:rPr lang="en-CA" sz="1000" i="1">
                <a:solidFill>
                  <a:schemeClr val="tx1"/>
                </a:solidFill>
                <a:cs typeface="Arial"/>
                <a:hlinkClick r:id="rId17">
                  <a:extLst>
                    <a:ext uri="{A12FA001-AC4F-418D-AE19-62706E023703}">
                      <ahyp:hlinkClr xmlns:ahyp="http://schemas.microsoft.com/office/drawing/2018/hyperlinkcolor" val="tx"/>
                    </a:ext>
                  </a:extLst>
                </a:hlinkClick>
              </a:rPr>
              <a:t>The Independent</a:t>
            </a:r>
            <a:r>
              <a:rPr lang="en-CA" sz="1000">
                <a:solidFill>
                  <a:schemeClr val="tx1"/>
                </a:solidFill>
                <a:cs typeface="Arial"/>
              </a:rPr>
              <a:t>; </a:t>
            </a:r>
            <a:r>
              <a:rPr lang="en-CA" sz="1000" i="1">
                <a:solidFill>
                  <a:schemeClr val="tx1"/>
                </a:solidFill>
                <a:cs typeface="Arial"/>
                <a:hlinkClick r:id="rId18">
                  <a:extLst>
                    <a:ext uri="{A12FA001-AC4F-418D-AE19-62706E023703}">
                      <ahyp:hlinkClr xmlns:ahyp="http://schemas.microsoft.com/office/drawing/2018/hyperlinkcolor" val="tx"/>
                    </a:ext>
                  </a:extLst>
                </a:hlinkClick>
              </a:rPr>
              <a:t>The Mirror</a:t>
            </a:r>
            <a:r>
              <a:rPr lang="en-CA" sz="1000">
                <a:solidFill>
                  <a:schemeClr val="tx1"/>
                </a:solidFill>
                <a:cs typeface="Arial"/>
              </a:rPr>
              <a:t>).</a:t>
            </a:r>
          </a:p>
        </p:txBody>
      </p:sp>
      <p:sp>
        <p:nvSpPr>
          <p:cNvPr id="9" name="Text Placeholder 38">
            <a:extLst>
              <a:ext uri="{FF2B5EF4-FFF2-40B4-BE49-F238E27FC236}">
                <a16:creationId xmlns:a16="http://schemas.microsoft.com/office/drawing/2014/main" id="{F4C6F3B3-CF2F-7D4C-79BF-8DF7126A8C3F}"/>
              </a:ext>
            </a:extLst>
          </p:cNvPr>
          <p:cNvSpPr txBox="1">
            <a:spLocks/>
          </p:cNvSpPr>
          <p:nvPr/>
        </p:nvSpPr>
        <p:spPr>
          <a:xfrm>
            <a:off x="4503723" y="3878967"/>
            <a:ext cx="3391580" cy="2299207"/>
          </a:xfrm>
          <a:prstGeom prst="rect">
            <a:avLst/>
          </a:prstGeom>
          <a:noFill/>
        </p:spPr>
        <p:txBody>
          <a:bodyPr vert="horz" lIns="0" tIns="0" rIns="0" bIns="0" rtlCol="0" anchor="t">
            <a:noAutofit/>
          </a:bodyPr>
          <a:lstStyle>
            <a:lvl1pPr marL="0" indent="0" algn="l" defTabSz="914400" rtl="0" eaLnBrk="1" fontAlgn="base" latinLnBrk="0" hangingPunct="1">
              <a:lnSpc>
                <a:spcPct val="90000"/>
              </a:lnSpc>
              <a:spcBef>
                <a:spcPts val="1000"/>
              </a:spcBef>
              <a:buFont typeface="Arial" panose="020B0604020202020204" pitchFamily="34" charset="0"/>
              <a:buNone/>
              <a:defRPr lang="en-US" sz="1100" b="0" i="0" kern="1200" spc="0">
                <a:solidFill>
                  <a:schemeClr val="accent1"/>
                </a:solidFill>
                <a:latin typeface="+mn-lt"/>
                <a:ea typeface="+mn-ea"/>
                <a:cs typeface="Arial" panose="020B0604020202020204" pitchFamily="34" charset="0"/>
              </a:defRPr>
            </a:lvl1pPr>
            <a:lvl2pPr marL="0" indent="0" algn="l" defTabSz="914400" rtl="0" eaLnBrk="1" latinLnBrk="0" hangingPunct="1">
              <a:lnSpc>
                <a:spcPct val="114000"/>
              </a:lnSpc>
              <a:spcBef>
                <a:spcPts val="1000"/>
              </a:spcBef>
              <a:spcAft>
                <a:spcPts val="0"/>
              </a:spcAft>
              <a:buFont typeface="Arial" panose="020B0604020202020204" pitchFamily="34" charset="0"/>
              <a:buNone/>
              <a:defRPr lang="en-US" sz="1100" b="0" kern="1200" spc="0" baseline="0">
                <a:solidFill>
                  <a:srgbClr val="175252"/>
                </a:solidFill>
                <a:latin typeface="+mn-lt"/>
                <a:ea typeface="+mn-ea"/>
                <a:cs typeface="+mn-cs"/>
              </a:defRPr>
            </a:lvl2pPr>
            <a:lvl3pPr marL="0" indent="0" algn="l" defTabSz="914400" rtl="0" eaLnBrk="1" latinLnBrk="0" hangingPunct="1">
              <a:lnSpc>
                <a:spcPct val="125000"/>
              </a:lnSpc>
              <a:spcBef>
                <a:spcPts val="0"/>
              </a:spcBef>
              <a:spcAft>
                <a:spcPts val="500"/>
              </a:spcAft>
              <a:buFont typeface="Arial" panose="020B0604020202020204" pitchFamily="34" charset="0"/>
              <a:buNone/>
              <a:defRPr sz="1200" kern="1200" spc="0">
                <a:solidFill>
                  <a:srgbClr val="175252"/>
                </a:solidFill>
                <a:latin typeface="+mn-lt"/>
                <a:ea typeface="+mn-ea"/>
                <a:cs typeface="+mn-cs"/>
              </a:defRPr>
            </a:lvl3pPr>
            <a:lvl4pPr marL="0" indent="0" algn="l" defTabSz="914400" rtl="0" eaLnBrk="1" latinLnBrk="0" hangingPunct="1">
              <a:lnSpc>
                <a:spcPct val="114000"/>
              </a:lnSpc>
              <a:spcBef>
                <a:spcPts val="750"/>
              </a:spcBef>
              <a:spcAft>
                <a:spcPts val="0"/>
              </a:spcAft>
              <a:buFont typeface="Arial" panose="020B0604020202020204" pitchFamily="34" charset="0"/>
              <a:buNone/>
              <a:defRPr sz="900" kern="1200" spc="0" baseline="0">
                <a:solidFill>
                  <a:schemeClr val="tx1"/>
                </a:solidFill>
                <a:latin typeface="+mn-lt"/>
                <a:ea typeface="+mn-ea"/>
                <a:cs typeface="+mn-cs"/>
              </a:defRPr>
            </a:lvl4pPr>
            <a:lvl5pPr marL="0" indent="0" algn="l" defTabSz="914400" rtl="0" eaLnBrk="1" latinLnBrk="0" hangingPunct="1">
              <a:lnSpc>
                <a:spcPct val="133000"/>
              </a:lnSpc>
              <a:spcBef>
                <a:spcPts val="0"/>
              </a:spcBef>
              <a:spcAft>
                <a:spcPts val="250"/>
              </a:spcAft>
              <a:buFont typeface="Arial" panose="020B0604020202020204" pitchFamily="34" charset="0"/>
              <a:buNone/>
              <a:defRPr sz="900" kern="1200" spc="0">
                <a:solidFill>
                  <a:srgbClr val="64646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lvl="0" indent="-171450">
              <a:lnSpc>
                <a:spcPct val="100000"/>
              </a:lnSpc>
              <a:buFont typeface="Arial" panose="020B0604020202020204" pitchFamily="34" charset="0"/>
              <a:buChar char="•"/>
              <a:defRPr/>
            </a:pPr>
            <a:r>
              <a:rPr lang="en-CA" sz="1000">
                <a:solidFill>
                  <a:schemeClr val="tx1"/>
                </a:solidFill>
              </a:rPr>
              <a:t>Regent Seven Seas Cruises introduced larger suites and reduced capacity across its Explore Class, alongside a new sports deck concept and 2026 shore excursions (</a:t>
            </a:r>
            <a:r>
              <a:rPr lang="en-CA" sz="1000" i="1">
                <a:solidFill>
                  <a:schemeClr val="tx1"/>
                </a:solidFill>
                <a:hlinkClick r:id="rId19">
                  <a:extLst>
                    <a:ext uri="{A12FA001-AC4F-418D-AE19-62706E023703}">
                      <ahyp:hlinkClr xmlns:ahyp="http://schemas.microsoft.com/office/drawing/2018/hyperlinkcolor" val="tx"/>
                    </a:ext>
                  </a:extLst>
                </a:hlinkClick>
              </a:rPr>
              <a:t>Travel Market Report</a:t>
            </a:r>
            <a:r>
              <a:rPr lang="en-CA" sz="1000">
                <a:solidFill>
                  <a:schemeClr val="tx1"/>
                </a:solidFill>
              </a:rPr>
              <a:t>; </a:t>
            </a:r>
            <a:r>
              <a:rPr lang="en-CA" sz="1000" i="1">
                <a:solidFill>
                  <a:schemeClr val="tx1"/>
                </a:solidFill>
                <a:hlinkClick r:id="rId20">
                  <a:extLst>
                    <a:ext uri="{A12FA001-AC4F-418D-AE19-62706E023703}">
                      <ahyp:hlinkClr xmlns:ahyp="http://schemas.microsoft.com/office/drawing/2018/hyperlinkcolor" val="tx"/>
                    </a:ext>
                  </a:extLst>
                </a:hlinkClick>
              </a:rPr>
              <a:t>Luxury Travel</a:t>
            </a:r>
            <a:r>
              <a:rPr lang="en-CA" sz="1000">
                <a:solidFill>
                  <a:schemeClr val="tx1"/>
                </a:solidFill>
              </a:rPr>
              <a:t>; </a:t>
            </a:r>
            <a:r>
              <a:rPr lang="en-CA" sz="1000" i="1">
                <a:solidFill>
                  <a:schemeClr val="tx1"/>
                </a:solidFill>
                <a:hlinkClick r:id="rId21">
                  <a:extLst>
                    <a:ext uri="{A12FA001-AC4F-418D-AE19-62706E023703}">
                      <ahyp:hlinkClr xmlns:ahyp="http://schemas.microsoft.com/office/drawing/2018/hyperlinkcolor" val="tx"/>
                    </a:ext>
                  </a:extLst>
                </a:hlinkClick>
              </a:rPr>
              <a:t>FVW</a:t>
            </a:r>
            <a:r>
              <a:rPr lang="en-CA" sz="1000">
                <a:solidFill>
                  <a:schemeClr val="tx1"/>
                </a:solidFill>
              </a:rPr>
              <a:t>; </a:t>
            </a:r>
            <a:r>
              <a:rPr lang="en-CA" sz="1000" i="1">
                <a:solidFill>
                  <a:schemeClr val="tx1"/>
                </a:solidFill>
                <a:hlinkClick r:id="rId22">
                  <a:extLst>
                    <a:ext uri="{A12FA001-AC4F-418D-AE19-62706E023703}">
                      <ahyp:hlinkClr xmlns:ahyp="http://schemas.microsoft.com/office/drawing/2018/hyperlinkcolor" val="tx"/>
                    </a:ext>
                  </a:extLst>
                </a:hlinkClick>
              </a:rPr>
              <a:t>Travel Market Report</a:t>
            </a:r>
            <a:r>
              <a:rPr lang="en-CA" sz="1000">
                <a:solidFill>
                  <a:schemeClr val="tx1"/>
                </a:solidFill>
              </a:rPr>
              <a:t>).</a:t>
            </a:r>
          </a:p>
          <a:p>
            <a:pPr marL="171450" lvl="0" indent="-171450">
              <a:lnSpc>
                <a:spcPct val="100000"/>
              </a:lnSpc>
              <a:buFont typeface="Arial" panose="020B0604020202020204" pitchFamily="34" charset="0"/>
              <a:buChar char="•"/>
              <a:defRPr/>
            </a:pPr>
            <a:r>
              <a:rPr lang="en-CA" sz="1000">
                <a:solidFill>
                  <a:schemeClr val="tx1"/>
                </a:solidFill>
              </a:rPr>
              <a:t>Regent Seven Seas Cruises marked its 35</a:t>
            </a:r>
            <a:r>
              <a:rPr lang="en-CA" sz="1000" baseline="30000">
                <a:solidFill>
                  <a:schemeClr val="tx1"/>
                </a:solidFill>
              </a:rPr>
              <a:t>th</a:t>
            </a:r>
            <a:r>
              <a:rPr lang="en-CA" sz="1000">
                <a:solidFill>
                  <a:schemeClr val="tx1"/>
                </a:solidFill>
              </a:rPr>
              <a:t> anniversary with special sailings and offers (</a:t>
            </a:r>
            <a:r>
              <a:rPr lang="en-CA" sz="1000" i="1">
                <a:solidFill>
                  <a:schemeClr val="tx1"/>
                </a:solidFill>
                <a:hlinkClick r:id="rId23">
                  <a:extLst>
                    <a:ext uri="{A12FA001-AC4F-418D-AE19-62706E023703}">
                      <ahyp:hlinkClr xmlns:ahyp="http://schemas.microsoft.com/office/drawing/2018/hyperlinkcolor" val="tx"/>
                    </a:ext>
                  </a:extLst>
                </a:hlinkClick>
              </a:rPr>
              <a:t>Travel Market Report</a:t>
            </a:r>
            <a:r>
              <a:rPr lang="en-CA" sz="1000">
                <a:solidFill>
                  <a:schemeClr val="tx1"/>
                </a:solidFill>
              </a:rPr>
              <a:t>; </a:t>
            </a:r>
            <a:r>
              <a:rPr lang="en-CA" sz="1000" i="1">
                <a:solidFill>
                  <a:schemeClr val="tx1"/>
                </a:solidFill>
                <a:hlinkClick r:id="rId24">
                  <a:extLst>
                    <a:ext uri="{A12FA001-AC4F-418D-AE19-62706E023703}">
                      <ahyp:hlinkClr xmlns:ahyp="http://schemas.microsoft.com/office/drawing/2018/hyperlinkcolor" val="tx"/>
                    </a:ext>
                  </a:extLst>
                </a:hlinkClick>
              </a:rPr>
              <a:t>Travel Market Report</a:t>
            </a:r>
            <a:r>
              <a:rPr lang="en-CA" sz="1000">
                <a:solidFill>
                  <a:schemeClr val="tx1"/>
                </a:solidFill>
              </a:rPr>
              <a:t>; </a:t>
            </a:r>
            <a:r>
              <a:rPr lang="en-CA" sz="1000" i="1">
                <a:solidFill>
                  <a:schemeClr val="tx1"/>
                </a:solidFill>
                <a:hlinkClick r:id="rId25">
                  <a:extLst>
                    <a:ext uri="{A12FA001-AC4F-418D-AE19-62706E023703}">
                      <ahyp:hlinkClr xmlns:ahyp="http://schemas.microsoft.com/office/drawing/2018/hyperlinkcolor" val="tx"/>
                    </a:ext>
                  </a:extLst>
                </a:hlinkClick>
              </a:rPr>
              <a:t>The Independent</a:t>
            </a:r>
            <a:r>
              <a:rPr lang="en-CA" sz="1000">
                <a:solidFill>
                  <a:schemeClr val="tx1"/>
                </a:solidFill>
              </a:rPr>
              <a:t>) and marked its 35th anniversary with special sailings and offers (</a:t>
            </a:r>
            <a:r>
              <a:rPr lang="en-CA" sz="1000" i="1">
                <a:solidFill>
                  <a:schemeClr val="tx1"/>
                </a:solidFill>
                <a:hlinkClick r:id="rId26">
                  <a:extLst>
                    <a:ext uri="{A12FA001-AC4F-418D-AE19-62706E023703}">
                      <ahyp:hlinkClr xmlns:ahyp="http://schemas.microsoft.com/office/drawing/2018/hyperlinkcolor" val="tx"/>
                    </a:ext>
                  </a:extLst>
                </a:hlinkClick>
              </a:rPr>
              <a:t>Travel Market Report</a:t>
            </a:r>
            <a:r>
              <a:rPr lang="en-CA" sz="1000">
                <a:solidFill>
                  <a:schemeClr val="tx1"/>
                </a:solidFill>
              </a:rPr>
              <a:t>; </a:t>
            </a:r>
            <a:r>
              <a:rPr lang="en-CA" sz="1000" i="1">
                <a:solidFill>
                  <a:schemeClr val="tx1"/>
                </a:solidFill>
                <a:hlinkClick r:id="rId27">
                  <a:extLst>
                    <a:ext uri="{A12FA001-AC4F-418D-AE19-62706E023703}">
                      <ahyp:hlinkClr xmlns:ahyp="http://schemas.microsoft.com/office/drawing/2018/hyperlinkcolor" val="tx"/>
                    </a:ext>
                  </a:extLst>
                </a:hlinkClick>
              </a:rPr>
              <a:t>Global Traveler</a:t>
            </a:r>
            <a:r>
              <a:rPr lang="en-CA" sz="1000">
                <a:solidFill>
                  <a:schemeClr val="tx1"/>
                </a:solidFill>
              </a:rPr>
              <a:t>; </a:t>
            </a:r>
            <a:r>
              <a:rPr lang="en-CA" sz="1000" i="1">
                <a:solidFill>
                  <a:schemeClr val="tx1"/>
                </a:solidFill>
                <a:hlinkClick r:id="rId28">
                  <a:extLst>
                    <a:ext uri="{A12FA001-AC4F-418D-AE19-62706E023703}">
                      <ahyp:hlinkClr xmlns:ahyp="http://schemas.microsoft.com/office/drawing/2018/hyperlinkcolor" val="tx"/>
                    </a:ext>
                  </a:extLst>
                </a:hlinkClick>
              </a:rPr>
              <a:t>Luxury Travel Magazine</a:t>
            </a:r>
            <a:r>
              <a:rPr lang="en-CA" sz="1000">
                <a:solidFill>
                  <a:schemeClr val="tx1"/>
                </a:solidFill>
              </a:rPr>
              <a:t>).</a:t>
            </a:r>
            <a:endParaRPr lang="en-US" sz="1000">
              <a:solidFill>
                <a:schemeClr val="tx1"/>
              </a:solidFill>
            </a:endParaRPr>
          </a:p>
        </p:txBody>
      </p:sp>
      <p:graphicFrame>
        <p:nvGraphicFramePr>
          <p:cNvPr id="10" name="Graphic_1">
            <a:extLst>
              <a:ext uri="{FF2B5EF4-FFF2-40B4-BE49-F238E27FC236}">
                <a16:creationId xmlns:a16="http://schemas.microsoft.com/office/drawing/2014/main" id="{155A2627-7A5B-05FB-4730-AD2FC506F2D0}"/>
              </a:ext>
            </a:extLst>
          </p:cNvPr>
          <p:cNvGraphicFramePr>
            <a:graphicFrameLocks noChangeAspect="1"/>
          </p:cNvGraphicFramePr>
          <p:nvPr>
            <p:extLst>
              <p:ext uri="{D42A27DB-BD31-4B8C-83A1-F6EECF244321}">
                <p14:modId xmlns:p14="http://schemas.microsoft.com/office/powerpoint/2010/main" val="1779509222"/>
              </p:ext>
            </p:extLst>
          </p:nvPr>
        </p:nvGraphicFramePr>
        <p:xfrm>
          <a:off x="8560241" y="1035119"/>
          <a:ext cx="2743200" cy="2743200"/>
        </p:xfrm>
        <a:graphic>
          <a:graphicData uri="http://schemas.openxmlformats.org/drawingml/2006/chart">
            <c:chart xmlns:c="http://schemas.openxmlformats.org/drawingml/2006/chart" xmlns:r="http://schemas.openxmlformats.org/officeDocument/2006/relationships" r:id="rId29"/>
          </a:graphicData>
        </a:graphic>
      </p:graphicFrame>
      <p:graphicFrame>
        <p:nvGraphicFramePr>
          <p:cNvPr id="11" name="Graphic_2">
            <a:extLst>
              <a:ext uri="{FF2B5EF4-FFF2-40B4-BE49-F238E27FC236}">
                <a16:creationId xmlns:a16="http://schemas.microsoft.com/office/drawing/2014/main" id="{C04CF71B-4A6D-56A7-8D1F-A3CC9F3AB810}"/>
              </a:ext>
            </a:extLst>
          </p:cNvPr>
          <p:cNvGraphicFramePr>
            <a:graphicFrameLocks noChangeAspect="1"/>
          </p:cNvGraphicFramePr>
          <p:nvPr>
            <p:extLst>
              <p:ext uri="{D42A27DB-BD31-4B8C-83A1-F6EECF244321}">
                <p14:modId xmlns:p14="http://schemas.microsoft.com/office/powerpoint/2010/main" val="4127341781"/>
              </p:ext>
            </p:extLst>
          </p:nvPr>
        </p:nvGraphicFramePr>
        <p:xfrm>
          <a:off x="8560241" y="3496558"/>
          <a:ext cx="2743200" cy="2743200"/>
        </p:xfrm>
        <a:graphic>
          <a:graphicData uri="http://schemas.openxmlformats.org/drawingml/2006/chart">
            <c:chart xmlns:c="http://schemas.openxmlformats.org/drawingml/2006/chart" xmlns:r="http://schemas.openxmlformats.org/officeDocument/2006/relationships" r:id="rId30"/>
          </a:graphicData>
        </a:graphic>
      </p:graphicFrame>
      <p:sp>
        <p:nvSpPr>
          <p:cNvPr id="12" name="TextBox 11">
            <a:extLst>
              <a:ext uri="{FF2B5EF4-FFF2-40B4-BE49-F238E27FC236}">
                <a16:creationId xmlns:a16="http://schemas.microsoft.com/office/drawing/2014/main" id="{EE4664D2-3581-0EE2-2B3F-251762BA195A}"/>
              </a:ext>
            </a:extLst>
          </p:cNvPr>
          <p:cNvSpPr txBox="1"/>
          <p:nvPr/>
        </p:nvSpPr>
        <p:spPr>
          <a:xfrm>
            <a:off x="9594743" y="4801223"/>
            <a:ext cx="895458" cy="307777"/>
          </a:xfrm>
          <a:prstGeom prst="rect">
            <a:avLst/>
          </a:prstGeom>
          <a:noFill/>
        </p:spPr>
        <p:txBody>
          <a:bodyPr wrap="square" rtlCol="0">
            <a:spAutoFit/>
          </a:bodyPr>
          <a:lstStyle/>
          <a:p>
            <a:r>
              <a:rPr lang="en-HK" sz="1400" dirty="0">
                <a:solidFill>
                  <a:schemeClr val="accent1"/>
                </a:solidFill>
                <a:latin typeface="Saol Display Light" panose="00000400000000000000"/>
              </a:rPr>
              <a:t>{{month}}</a:t>
            </a:r>
          </a:p>
        </p:txBody>
      </p:sp>
    </p:spTree>
    <p:extLst>
      <p:ext uri="{BB962C8B-B14F-4D97-AF65-F5344CB8AC3E}">
        <p14:creationId xmlns:p14="http://schemas.microsoft.com/office/powerpoint/2010/main" val="2967023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C14A43A-6744-A55A-76AB-C1FF26FAB25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07F6D5-C405-3747-904C-8A4483F83D09}" type="slidenum">
              <a:rPr kumimoji="0" lang="en-US" sz="700" b="0" i="0" u="none" strike="noStrike" kern="1200" cap="none" spc="0" normalizeH="0" baseline="0" noProof="0" smtClean="0">
                <a:ln>
                  <a:noFill/>
                </a:ln>
                <a:solidFill>
                  <a:srgbClr val="3D441E"/>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700" b="0" i="0" u="none" strike="noStrike" kern="1200" cap="none" spc="0" normalizeH="0" baseline="0" noProof="0">
              <a:ln>
                <a:noFill/>
              </a:ln>
              <a:solidFill>
                <a:srgbClr val="3D441E"/>
              </a:solidFill>
              <a:effectLst/>
              <a:uLnTx/>
              <a:uFillTx/>
              <a:latin typeface="Arial" panose="020B0604020202020204" pitchFamily="34" charset="0"/>
              <a:cs typeface="Arial" panose="020B0604020202020204" pitchFamily="34" charset="0"/>
            </a:endParaRPr>
          </a:p>
        </p:txBody>
      </p:sp>
      <p:sp>
        <p:nvSpPr>
          <p:cNvPr id="4" name="Title 3">
            <a:extLst>
              <a:ext uri="{FF2B5EF4-FFF2-40B4-BE49-F238E27FC236}">
                <a16:creationId xmlns:a16="http://schemas.microsoft.com/office/drawing/2014/main" id="{B1F0D62A-0A5B-3B65-3061-FBDE6953104C}"/>
              </a:ext>
            </a:extLst>
          </p:cNvPr>
          <p:cNvSpPr>
            <a:spLocks noGrp="1"/>
          </p:cNvSpPr>
          <p:nvPr>
            <p:ph type="title"/>
          </p:nvPr>
        </p:nvSpPr>
        <p:spPr/>
        <p:txBody>
          <a:bodyPr/>
          <a:lstStyle/>
          <a:p>
            <a:r>
              <a:rPr lang="en-US"/>
              <a:t>SOV/P OVER TIME </a:t>
            </a:r>
            <a:r>
              <a:rPr lang="en-US" i="1"/>
              <a:t>– GLOBAL </a:t>
            </a:r>
          </a:p>
        </p:txBody>
      </p:sp>
      <p:sp>
        <p:nvSpPr>
          <p:cNvPr id="6" name="Text Placeholder 5">
            <a:extLst>
              <a:ext uri="{FF2B5EF4-FFF2-40B4-BE49-F238E27FC236}">
                <a16:creationId xmlns:a16="http://schemas.microsoft.com/office/drawing/2014/main" id="{8385F7AD-6761-D4AC-76CA-1EC4EFD0FE60}"/>
              </a:ext>
            </a:extLst>
          </p:cNvPr>
          <p:cNvSpPr>
            <a:spLocks noGrp="1"/>
          </p:cNvSpPr>
          <p:nvPr>
            <p:ph type="body" sz="quarter" idx="24"/>
          </p:nvPr>
        </p:nvSpPr>
        <p:spPr/>
        <p:txBody>
          <a:bodyPr/>
          <a:lstStyle/>
          <a:p>
            <a:r>
              <a:rPr lang="en-US"/>
              <a:t>FOUR SEASONS HOTELS AND RESORTS</a:t>
            </a:r>
          </a:p>
        </p:txBody>
      </p:sp>
      <p:sp>
        <p:nvSpPr>
          <p:cNvPr id="2" name="Text Placeholder 1">
            <a:extLst>
              <a:ext uri="{FF2B5EF4-FFF2-40B4-BE49-F238E27FC236}">
                <a16:creationId xmlns:a16="http://schemas.microsoft.com/office/drawing/2014/main" id="{1080D397-8CB6-FE77-C05D-330130F4AFAA}"/>
              </a:ext>
            </a:extLst>
          </p:cNvPr>
          <p:cNvSpPr>
            <a:spLocks noGrp="1"/>
          </p:cNvSpPr>
          <p:nvPr>
            <p:ph type="body" sz="quarter" idx="26"/>
          </p:nvPr>
        </p:nvSpPr>
        <p:spPr>
          <a:xfrm>
            <a:off x="348299" y="1035119"/>
            <a:ext cx="11164824" cy="391908"/>
          </a:xfrm>
        </p:spPr>
        <p:txBody>
          <a:bodyPr/>
          <a:lstStyle/>
          <a:p>
            <a:r>
              <a:rPr lang="en-US" sz="1200" dirty="0"/>
              <a:t>YTD {{month}} 2026</a:t>
            </a:r>
          </a:p>
        </p:txBody>
      </p:sp>
      <p:sp>
        <p:nvSpPr>
          <p:cNvPr id="11" name="Content Placeholder 8">
            <a:extLst>
              <a:ext uri="{FF2B5EF4-FFF2-40B4-BE49-F238E27FC236}">
                <a16:creationId xmlns:a16="http://schemas.microsoft.com/office/drawing/2014/main" id="{3FF6EC4D-E0ED-0799-109E-EFB4FA1BE2B6}"/>
              </a:ext>
            </a:extLst>
          </p:cNvPr>
          <p:cNvSpPr txBox="1">
            <a:spLocks/>
          </p:cNvSpPr>
          <p:nvPr/>
        </p:nvSpPr>
        <p:spPr>
          <a:xfrm>
            <a:off x="340221" y="6505025"/>
            <a:ext cx="11226800" cy="203133"/>
          </a:xfrm>
          <a:prstGeom prst="rect">
            <a:avLst/>
          </a:prstGeom>
        </p:spPr>
        <p:txBody>
          <a:bodyPr vert="horz" wrap="square" lIns="0" tIns="45720" rIns="91440" bIns="45720" rtlCol="0">
            <a:spAutoFit/>
          </a:bodyPr>
          <a:lstStyle>
            <a:lvl1pPr marL="0" indent="0" algn="l" defTabSz="914400" rtl="0" eaLnBrk="1" fontAlgn="base" latinLnBrk="0" hangingPunct="1">
              <a:lnSpc>
                <a:spcPct val="90000"/>
              </a:lnSpc>
              <a:spcBef>
                <a:spcPts val="1000"/>
              </a:spcBef>
              <a:buFont typeface="Arial" panose="020B0604020202020204" pitchFamily="34" charset="0"/>
              <a:buNone/>
              <a:defRPr lang="en-US" sz="1600" b="1" i="0" kern="1200" spc="0">
                <a:solidFill>
                  <a:schemeClr val="accent3"/>
                </a:solidFill>
                <a:latin typeface="Century Gothic" panose="020B0502020202020204" pitchFamily="34" charset="0"/>
                <a:ea typeface="+mn-ea"/>
                <a:cs typeface="Arial" panose="020B0604020202020204" pitchFamily="34" charset="0"/>
              </a:defRPr>
            </a:lvl1pPr>
            <a:lvl2pPr marL="0" indent="0" algn="l" defTabSz="914400" rtl="0" eaLnBrk="1" latinLnBrk="0" hangingPunct="1">
              <a:lnSpc>
                <a:spcPct val="114000"/>
              </a:lnSpc>
              <a:spcBef>
                <a:spcPts val="1000"/>
              </a:spcBef>
              <a:spcAft>
                <a:spcPts val="0"/>
              </a:spcAft>
              <a:buFont typeface="Arial" panose="020B0604020202020204" pitchFamily="34" charset="0"/>
              <a:buNone/>
              <a:defRPr lang="en-US" sz="1400" b="1" kern="1200" spc="0" baseline="0">
                <a:solidFill>
                  <a:schemeClr val="accent3"/>
                </a:solidFill>
                <a:latin typeface="Century Gothic" panose="020B0502020202020204" pitchFamily="34" charset="0"/>
                <a:ea typeface="+mn-ea"/>
                <a:cs typeface="+mn-cs"/>
              </a:defRPr>
            </a:lvl2pPr>
            <a:lvl3pPr marL="0" indent="0" algn="l" defTabSz="914400" rtl="0" eaLnBrk="1" latinLnBrk="0" hangingPunct="1">
              <a:lnSpc>
                <a:spcPct val="125000"/>
              </a:lnSpc>
              <a:spcBef>
                <a:spcPts val="0"/>
              </a:spcBef>
              <a:spcAft>
                <a:spcPts val="500"/>
              </a:spcAft>
              <a:buFont typeface="Arial" panose="020B0604020202020204" pitchFamily="34" charset="0"/>
              <a:buNone/>
              <a:defRPr sz="1200" kern="1200" spc="0">
                <a:solidFill>
                  <a:schemeClr val="accent3"/>
                </a:solidFill>
                <a:latin typeface="Century Gothic" panose="020B0502020202020204" pitchFamily="34" charset="0"/>
                <a:ea typeface="+mn-ea"/>
                <a:cs typeface="+mn-cs"/>
              </a:defRPr>
            </a:lvl3pPr>
            <a:lvl4pPr marL="0" indent="0" algn="l" defTabSz="914400" rtl="0" eaLnBrk="1" latinLnBrk="0" hangingPunct="1">
              <a:lnSpc>
                <a:spcPct val="114000"/>
              </a:lnSpc>
              <a:spcBef>
                <a:spcPts val="750"/>
              </a:spcBef>
              <a:spcAft>
                <a:spcPts val="0"/>
              </a:spcAft>
              <a:buFont typeface="Arial" panose="020B0604020202020204" pitchFamily="34" charset="0"/>
              <a:buNone/>
              <a:defRPr sz="900" kern="1200" spc="0" baseline="0">
                <a:solidFill>
                  <a:schemeClr val="accent3"/>
                </a:solidFill>
                <a:latin typeface="Verlag Light" pitchFamily="50" charset="0"/>
                <a:ea typeface="+mn-ea"/>
                <a:cs typeface="+mn-cs"/>
              </a:defRPr>
            </a:lvl4pPr>
            <a:lvl5pPr marL="0" indent="0" algn="l" defTabSz="914400" rtl="0" eaLnBrk="1" latinLnBrk="0" hangingPunct="1">
              <a:lnSpc>
                <a:spcPct val="133000"/>
              </a:lnSpc>
              <a:spcBef>
                <a:spcPts val="0"/>
              </a:spcBef>
              <a:spcAft>
                <a:spcPts val="250"/>
              </a:spcAft>
              <a:buFont typeface="Arial" panose="020B0604020202020204" pitchFamily="34" charset="0"/>
              <a:buNone/>
              <a:defRPr sz="900" kern="1200" spc="0">
                <a:solidFill>
                  <a:schemeClr val="accent3"/>
                </a:solidFill>
                <a:latin typeface="Verlag Light"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90000"/>
              </a:lnSpc>
              <a:spcBef>
                <a:spcPts val="0"/>
              </a:spcBef>
              <a:spcAft>
                <a:spcPts val="0"/>
              </a:spcAft>
              <a:buClrTx/>
              <a:buSzTx/>
              <a:buFont typeface="Arial" panose="020B0604020202020204" pitchFamily="34" charset="0"/>
              <a:buNone/>
              <a:tabLst/>
              <a:defRPr/>
            </a:pPr>
            <a:r>
              <a:rPr kumimoji="0" lang="en-US" sz="800" b="0" i="1" u="none" strike="noStrike" kern="1200" cap="none" spc="0" normalizeH="0" baseline="0" noProof="0">
                <a:ln>
                  <a:noFill/>
                </a:ln>
                <a:solidFill>
                  <a:srgbClr val="000000"/>
                </a:solidFill>
                <a:effectLst/>
                <a:uLnTx/>
                <a:uFillTx/>
                <a:latin typeface="Helvetica Neue"/>
                <a:ea typeface="+mn-ea"/>
                <a:cs typeface="Arial" panose="020B0604020202020204" pitchFamily="34" charset="0"/>
              </a:rPr>
              <a:t>Share of Prominence is comprised of human-coded, positive and neutral results, based off targeted tier-1 media lists. Analysis is comprised of US, UK, UAE, Italy, Germany, France, India, Australia, Japan, Korea and China. </a:t>
            </a:r>
          </a:p>
        </p:txBody>
      </p:sp>
      <p:sp>
        <p:nvSpPr>
          <p:cNvPr id="12" name="TextBox 8">
            <a:extLst>
              <a:ext uri="{FF2B5EF4-FFF2-40B4-BE49-F238E27FC236}">
                <a16:creationId xmlns:a16="http://schemas.microsoft.com/office/drawing/2014/main" id="{0E551DC1-E915-9464-DAD1-99F535B556AD}"/>
              </a:ext>
            </a:extLst>
          </p:cNvPr>
          <p:cNvSpPr txBox="1"/>
          <p:nvPr/>
        </p:nvSpPr>
        <p:spPr>
          <a:xfrm>
            <a:off x="262737" y="6649457"/>
            <a:ext cx="6094674" cy="20005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000000"/>
                </a:solidFill>
                <a:effectLst/>
                <a:uLnTx/>
                <a:uFillTx/>
                <a:latin typeface="Helvetica Neue"/>
                <a:ea typeface="+mn-ea"/>
                <a:cs typeface="+mn-cs"/>
              </a:rPr>
              <a:t>"China multichannel weights have been updated to reflect a 65 "social" and 35 "traditional" weighting scheme" - effective July 2026.</a:t>
            </a:r>
          </a:p>
        </p:txBody>
      </p:sp>
      <p:graphicFrame>
        <p:nvGraphicFramePr>
          <p:cNvPr id="5" name="Table 4">
            <a:extLst>
              <a:ext uri="{FF2B5EF4-FFF2-40B4-BE49-F238E27FC236}">
                <a16:creationId xmlns:a16="http://schemas.microsoft.com/office/drawing/2014/main" id="{9FFFCF1F-70AB-67A4-0A3D-9780FD7252C1}"/>
              </a:ext>
            </a:extLst>
          </p:cNvPr>
          <p:cNvGraphicFramePr>
            <a:graphicFrameLocks noGrp="1"/>
          </p:cNvGraphicFramePr>
          <p:nvPr>
            <p:extLst>
              <p:ext uri="{D42A27DB-BD31-4B8C-83A1-F6EECF244321}">
                <p14:modId xmlns:p14="http://schemas.microsoft.com/office/powerpoint/2010/main" val="3950388318"/>
              </p:ext>
            </p:extLst>
          </p:nvPr>
        </p:nvGraphicFramePr>
        <p:xfrm>
          <a:off x="400584" y="6111088"/>
          <a:ext cx="11104443" cy="391908"/>
        </p:xfrm>
        <a:graphic>
          <a:graphicData uri="http://schemas.openxmlformats.org/drawingml/2006/table">
            <a:tbl>
              <a:tblPr firstRow="1" bandRow="1">
                <a:tableStyleId>{5C22544A-7EE6-4342-B048-85BDC9FD1C3A}</a:tableStyleId>
              </a:tblPr>
              <a:tblGrid>
                <a:gridCol w="1586349">
                  <a:extLst>
                    <a:ext uri="{9D8B030D-6E8A-4147-A177-3AD203B41FA5}">
                      <a16:colId xmlns:a16="http://schemas.microsoft.com/office/drawing/2014/main" val="1198150969"/>
                    </a:ext>
                  </a:extLst>
                </a:gridCol>
                <a:gridCol w="1586349">
                  <a:extLst>
                    <a:ext uri="{9D8B030D-6E8A-4147-A177-3AD203B41FA5}">
                      <a16:colId xmlns:a16="http://schemas.microsoft.com/office/drawing/2014/main" val="1723906514"/>
                    </a:ext>
                  </a:extLst>
                </a:gridCol>
                <a:gridCol w="1586349">
                  <a:extLst>
                    <a:ext uri="{9D8B030D-6E8A-4147-A177-3AD203B41FA5}">
                      <a16:colId xmlns:a16="http://schemas.microsoft.com/office/drawing/2014/main" val="890254197"/>
                    </a:ext>
                  </a:extLst>
                </a:gridCol>
                <a:gridCol w="1586349">
                  <a:extLst>
                    <a:ext uri="{9D8B030D-6E8A-4147-A177-3AD203B41FA5}">
                      <a16:colId xmlns:a16="http://schemas.microsoft.com/office/drawing/2014/main" val="1996262911"/>
                    </a:ext>
                  </a:extLst>
                </a:gridCol>
                <a:gridCol w="1586349">
                  <a:extLst>
                    <a:ext uri="{9D8B030D-6E8A-4147-A177-3AD203B41FA5}">
                      <a16:colId xmlns:a16="http://schemas.microsoft.com/office/drawing/2014/main" val="4285416053"/>
                    </a:ext>
                  </a:extLst>
                </a:gridCol>
                <a:gridCol w="1586349">
                  <a:extLst>
                    <a:ext uri="{9D8B030D-6E8A-4147-A177-3AD203B41FA5}">
                      <a16:colId xmlns:a16="http://schemas.microsoft.com/office/drawing/2014/main" val="3188893223"/>
                    </a:ext>
                  </a:extLst>
                </a:gridCol>
                <a:gridCol w="1586349">
                  <a:extLst>
                    <a:ext uri="{9D8B030D-6E8A-4147-A177-3AD203B41FA5}">
                      <a16:colId xmlns:a16="http://schemas.microsoft.com/office/drawing/2014/main" val="4147391749"/>
                    </a:ext>
                  </a:extLst>
                </a:gridCol>
              </a:tblGrid>
              <a:tr h="391908">
                <a:tc>
                  <a:txBody>
                    <a:bodyPr/>
                    <a:lstStyle/>
                    <a:p>
                      <a:pPr algn="ctr">
                        <a:lnSpc>
                          <a:spcPct val="80000"/>
                        </a:lnSpc>
                      </a:pPr>
                      <a:r>
                        <a:rPr lang="en-US" sz="1400" b="0"/>
                        <a:t>Four Seasons</a:t>
                      </a:r>
                    </a:p>
                  </a:txBody>
                  <a:tcPr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3D441E"/>
                    </a:solidFill>
                  </a:tcPr>
                </a:tc>
                <a:tc>
                  <a:txBody>
                    <a:bodyPr/>
                    <a:lstStyle/>
                    <a:p>
                      <a:pPr algn="ctr">
                        <a:lnSpc>
                          <a:spcPct val="80000"/>
                        </a:lnSpc>
                      </a:pPr>
                      <a:r>
                        <a:rPr lang="en-US" sz="1400" b="0"/>
                        <a:t>Seabourn</a:t>
                      </a:r>
                    </a:p>
                  </a:txBody>
                  <a:tcPr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5F88BD"/>
                    </a:solidFill>
                  </a:tcPr>
                </a:tc>
                <a:tc>
                  <a:txBody>
                    <a:bodyPr/>
                    <a:lstStyle/>
                    <a:p>
                      <a:pPr algn="ctr">
                        <a:lnSpc>
                          <a:spcPct val="80000"/>
                        </a:lnSpc>
                      </a:pPr>
                      <a:r>
                        <a:rPr lang="en-US" sz="1400" b="0"/>
                        <a:t>Silversea</a:t>
                      </a:r>
                    </a:p>
                  </a:txBody>
                  <a:tcPr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939393"/>
                    </a:solidFill>
                  </a:tcPr>
                </a:tc>
                <a:tc>
                  <a:txBody>
                    <a:bodyPr/>
                    <a:lstStyle/>
                    <a:p>
                      <a:pPr algn="ctr">
                        <a:lnSpc>
                          <a:spcPct val="80000"/>
                        </a:lnSpc>
                      </a:pPr>
                      <a:r>
                        <a:rPr lang="en-US" sz="1400" b="0"/>
                        <a:t>Regent Seven Seas</a:t>
                      </a:r>
                    </a:p>
                  </a:txBody>
                  <a:tcPr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1F216C"/>
                    </a:solidFill>
                  </a:tcPr>
                </a:tc>
                <a:tc>
                  <a:txBody>
                    <a:bodyPr/>
                    <a:lstStyle/>
                    <a:p>
                      <a:pPr algn="ctr">
                        <a:lnSpc>
                          <a:spcPct val="80000"/>
                        </a:lnSpc>
                      </a:pPr>
                      <a:r>
                        <a:rPr lang="en-US" sz="1400" b="0">
                          <a:solidFill>
                            <a:schemeClr val="bg1"/>
                          </a:solidFill>
                        </a:rPr>
                        <a:t>Ritz-Carlton</a:t>
                      </a:r>
                      <a:endParaRPr lang="en-US" sz="1400" b="0"/>
                    </a:p>
                  </a:txBody>
                  <a:tcPr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1F335B"/>
                    </a:solidFill>
                  </a:tcPr>
                </a:tc>
                <a:tc>
                  <a:txBody>
                    <a:bodyPr/>
                    <a:lstStyle/>
                    <a:p>
                      <a:pPr algn="ctr">
                        <a:lnSpc>
                          <a:spcPct val="80000"/>
                        </a:lnSpc>
                      </a:pPr>
                      <a:r>
                        <a:rPr lang="en-US" sz="1400" b="0"/>
                        <a:t>Aman</a:t>
                      </a:r>
                      <a:endParaRPr lang="en-US" sz="1400" b="0">
                        <a:solidFill>
                          <a:schemeClr val="bg1"/>
                        </a:solidFill>
                      </a:endParaRPr>
                    </a:p>
                  </a:txBody>
                  <a:tcPr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DDC38B"/>
                    </a:solidFill>
                  </a:tcPr>
                </a:tc>
                <a:tc>
                  <a:txBody>
                    <a:bodyPr/>
                    <a:lstStyle/>
                    <a:p>
                      <a:pPr algn="ctr">
                        <a:lnSpc>
                          <a:spcPct val="80000"/>
                        </a:lnSpc>
                      </a:pPr>
                      <a:r>
                        <a:rPr lang="en-US" sz="1400" b="0">
                          <a:solidFill>
                            <a:schemeClr val="bg1"/>
                          </a:solidFill>
                        </a:rPr>
                        <a:t>Orient Express</a:t>
                      </a:r>
                    </a:p>
                  </a:txBody>
                  <a:tcPr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4F0304"/>
                    </a:solidFill>
                  </a:tcPr>
                </a:tc>
                <a:extLst>
                  <a:ext uri="{0D108BD9-81ED-4DB2-BD59-A6C34878D82A}">
                    <a16:rowId xmlns:a16="http://schemas.microsoft.com/office/drawing/2014/main" val="3965875099"/>
                  </a:ext>
                </a:extLst>
              </a:tr>
            </a:tbl>
          </a:graphicData>
        </a:graphic>
      </p:graphicFrame>
      <p:graphicFrame>
        <p:nvGraphicFramePr>
          <p:cNvPr id="7" name="Graphic_3">
            <a:extLst>
              <a:ext uri="{FF2B5EF4-FFF2-40B4-BE49-F238E27FC236}">
                <a16:creationId xmlns:a16="http://schemas.microsoft.com/office/drawing/2014/main" id="{062448DF-6EFD-8D3D-0FC1-46C9658146A9}"/>
              </a:ext>
            </a:extLst>
          </p:cNvPr>
          <p:cNvGraphicFramePr/>
          <p:nvPr>
            <p:extLst>
              <p:ext uri="{D42A27DB-BD31-4B8C-83A1-F6EECF244321}">
                <p14:modId xmlns:p14="http://schemas.microsoft.com/office/powerpoint/2010/main" val="2952009113"/>
              </p:ext>
            </p:extLst>
          </p:nvPr>
        </p:nvGraphicFramePr>
        <p:xfrm>
          <a:off x="586104" y="1457979"/>
          <a:ext cx="10866756" cy="461727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282733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E4997-53FE-C134-442A-0C4A3B7EE483}"/>
            </a:ext>
          </a:extLst>
        </p:cNvPr>
        <p:cNvGrpSpPr/>
        <p:nvPr/>
      </p:nvGrpSpPr>
      <p:grpSpPr>
        <a:xfrm>
          <a:off x="0" y="0"/>
          <a:ext cx="0" cy="0"/>
          <a:chOff x="0" y="0"/>
          <a:chExt cx="0" cy="0"/>
        </a:xfrm>
      </p:grpSpPr>
      <p:graphicFrame>
        <p:nvGraphicFramePr>
          <p:cNvPr id="8" name="Table_1">
            <a:extLst>
              <a:ext uri="{FF2B5EF4-FFF2-40B4-BE49-F238E27FC236}">
                <a16:creationId xmlns:a16="http://schemas.microsoft.com/office/drawing/2014/main" id="{556919E7-A048-A86D-B0DF-7BC8332A4AF2}"/>
              </a:ext>
            </a:extLst>
          </p:cNvPr>
          <p:cNvGraphicFramePr>
            <a:graphicFrameLocks noGrp="1"/>
          </p:cNvGraphicFramePr>
          <p:nvPr>
            <p:extLst>
              <p:ext uri="{D42A27DB-BD31-4B8C-83A1-F6EECF244321}">
                <p14:modId xmlns:p14="http://schemas.microsoft.com/office/powerpoint/2010/main" val="43967428"/>
              </p:ext>
            </p:extLst>
          </p:nvPr>
        </p:nvGraphicFramePr>
        <p:xfrm>
          <a:off x="438618" y="1518763"/>
          <a:ext cx="11223816" cy="4623816"/>
        </p:xfrm>
        <a:graphic>
          <a:graphicData uri="http://schemas.openxmlformats.org/drawingml/2006/table">
            <a:tbl>
              <a:tblPr firstRow="1" bandRow="1">
                <a:tableStyleId>{8EC20E35-A176-4012-BC5E-935CFFF8708E}</a:tableStyleId>
              </a:tblPr>
              <a:tblGrid>
                <a:gridCol w="1417742">
                  <a:extLst>
                    <a:ext uri="{9D8B030D-6E8A-4147-A177-3AD203B41FA5}">
                      <a16:colId xmlns:a16="http://schemas.microsoft.com/office/drawing/2014/main" val="20000"/>
                    </a:ext>
                  </a:extLst>
                </a:gridCol>
                <a:gridCol w="718501">
                  <a:extLst>
                    <a:ext uri="{9D8B030D-6E8A-4147-A177-3AD203B41FA5}">
                      <a16:colId xmlns:a16="http://schemas.microsoft.com/office/drawing/2014/main" val="20001"/>
                    </a:ext>
                  </a:extLst>
                </a:gridCol>
                <a:gridCol w="712081">
                  <a:extLst>
                    <a:ext uri="{9D8B030D-6E8A-4147-A177-3AD203B41FA5}">
                      <a16:colId xmlns:a16="http://schemas.microsoft.com/office/drawing/2014/main" val="20002"/>
                    </a:ext>
                  </a:extLst>
                </a:gridCol>
                <a:gridCol w="712081">
                  <a:extLst>
                    <a:ext uri="{9D8B030D-6E8A-4147-A177-3AD203B41FA5}">
                      <a16:colId xmlns:a16="http://schemas.microsoft.com/office/drawing/2014/main" val="20003"/>
                    </a:ext>
                  </a:extLst>
                </a:gridCol>
                <a:gridCol w="712081">
                  <a:extLst>
                    <a:ext uri="{9D8B030D-6E8A-4147-A177-3AD203B41FA5}">
                      <a16:colId xmlns:a16="http://schemas.microsoft.com/office/drawing/2014/main" val="20004"/>
                    </a:ext>
                  </a:extLst>
                </a:gridCol>
                <a:gridCol w="712081">
                  <a:extLst>
                    <a:ext uri="{9D8B030D-6E8A-4147-A177-3AD203B41FA5}">
                      <a16:colId xmlns:a16="http://schemas.microsoft.com/office/drawing/2014/main" val="20005"/>
                    </a:ext>
                  </a:extLst>
                </a:gridCol>
                <a:gridCol w="712081">
                  <a:extLst>
                    <a:ext uri="{9D8B030D-6E8A-4147-A177-3AD203B41FA5}">
                      <a16:colId xmlns:a16="http://schemas.microsoft.com/office/drawing/2014/main" val="20006"/>
                    </a:ext>
                  </a:extLst>
                </a:gridCol>
                <a:gridCol w="712081">
                  <a:extLst>
                    <a:ext uri="{9D8B030D-6E8A-4147-A177-3AD203B41FA5}">
                      <a16:colId xmlns:a16="http://schemas.microsoft.com/office/drawing/2014/main" val="20007"/>
                    </a:ext>
                  </a:extLst>
                </a:gridCol>
                <a:gridCol w="712081">
                  <a:extLst>
                    <a:ext uri="{9D8B030D-6E8A-4147-A177-3AD203B41FA5}">
                      <a16:colId xmlns:a16="http://schemas.microsoft.com/office/drawing/2014/main" val="20008"/>
                    </a:ext>
                  </a:extLst>
                </a:gridCol>
                <a:gridCol w="712081">
                  <a:extLst>
                    <a:ext uri="{9D8B030D-6E8A-4147-A177-3AD203B41FA5}">
                      <a16:colId xmlns:a16="http://schemas.microsoft.com/office/drawing/2014/main" val="20009"/>
                    </a:ext>
                  </a:extLst>
                </a:gridCol>
                <a:gridCol w="712081">
                  <a:extLst>
                    <a:ext uri="{9D8B030D-6E8A-4147-A177-3AD203B41FA5}">
                      <a16:colId xmlns:a16="http://schemas.microsoft.com/office/drawing/2014/main" val="20010"/>
                    </a:ext>
                  </a:extLst>
                </a:gridCol>
                <a:gridCol w="712081">
                  <a:extLst>
                    <a:ext uri="{9D8B030D-6E8A-4147-A177-3AD203B41FA5}">
                      <a16:colId xmlns:a16="http://schemas.microsoft.com/office/drawing/2014/main" val="20011"/>
                    </a:ext>
                  </a:extLst>
                </a:gridCol>
                <a:gridCol w="712081">
                  <a:extLst>
                    <a:ext uri="{9D8B030D-6E8A-4147-A177-3AD203B41FA5}">
                      <a16:colId xmlns:a16="http://schemas.microsoft.com/office/drawing/2014/main" val="20012"/>
                    </a:ext>
                  </a:extLst>
                </a:gridCol>
                <a:gridCol w="627341">
                  <a:extLst>
                    <a:ext uri="{9D8B030D-6E8A-4147-A177-3AD203B41FA5}">
                      <a16:colId xmlns:a16="http://schemas.microsoft.com/office/drawing/2014/main" val="3914247390"/>
                    </a:ext>
                  </a:extLst>
                </a:gridCol>
                <a:gridCol w="627341">
                  <a:extLst>
                    <a:ext uri="{9D8B030D-6E8A-4147-A177-3AD203B41FA5}">
                      <a16:colId xmlns:a16="http://schemas.microsoft.com/office/drawing/2014/main" val="216464160"/>
                    </a:ext>
                  </a:extLst>
                </a:gridCol>
              </a:tblGrid>
              <a:tr h="0">
                <a:tc>
                  <a:txBody>
                    <a:bodyPr/>
                    <a:lstStyle/>
                    <a:p>
                      <a:pPr algn="ctr"/>
                      <a:r>
                        <a:rPr lang="en-US" sz="1000" b="0" i="0" dirty="0">
                          <a:solidFill>
                            <a:schemeClr val="bg1"/>
                          </a:solidFill>
                          <a:latin typeface="Century Gothic" panose="020B0502020202020204"/>
                        </a:rPr>
                        <a:t> </a:t>
                      </a:r>
                    </a:p>
                  </a:txBody>
                  <a:tcPr marT="91440" marB="91440"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0" hangingPunct="1">
                        <a:lnSpc>
                          <a:spcPct val="100000"/>
                        </a:lnSpc>
                        <a:spcBef>
                          <a:spcPts val="0"/>
                        </a:spcBef>
                        <a:spcAft>
                          <a:spcPts val="0"/>
                        </a:spcAft>
                        <a:buClrTx/>
                        <a:buSzPct val="25000"/>
                        <a:buFontTx/>
                        <a:buNone/>
                        <a:defRPr/>
                      </a:pPr>
                      <a:r>
                        <a:rPr lang="en-US" sz="1200" b="0" i="0" u="none" strike="noStrike" dirty="0">
                          <a:solidFill>
                            <a:schemeClr val="bg1"/>
                          </a:solidFill>
                          <a:effectLst/>
                          <a:latin typeface="Century Gothic" panose="020B0502020202020204" pitchFamily="34" charset="0"/>
                        </a:rPr>
                        <a:t>Four Seasons</a:t>
                      </a:r>
                    </a:p>
                  </a:txBody>
                  <a:tcPr marL="91450" marR="91450" marT="91440" marB="91440" anchor="ctr">
                    <a:lnL w="12700" cap="flat" cmpd="sng" algn="ctr">
                      <a:noFill/>
                      <a:prstDash val="sysDot"/>
                      <a:round/>
                      <a:headEnd type="none" w="med" len="med"/>
                      <a:tailEnd type="none" w="med" len="med"/>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3D441E"/>
                    </a:solidFill>
                  </a:tcPr>
                </a:tc>
                <a:tc hMerge="1">
                  <a:txBody>
                    <a:bodyPr/>
                    <a:lstStyle/>
                    <a:p>
                      <a:endParaRPr lang="zh-CN"/>
                    </a:p>
                  </a:txBody>
                  <a:tcPr marL="91450" marR="91450" marT="45725" marB="45725" anchor="ctr">
                    <a:lnL w="12700" cap="flat" cmpd="sng" algn="ctr">
                      <a:noFill/>
                      <a:prstDash val="sysDot"/>
                      <a:round/>
                      <a:headEnd type="none" w="med" len="med"/>
                      <a:tailEnd type="none" w="med" len="med"/>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2">
                  <a:txBody>
                    <a:bodyPr/>
                    <a:lstStyle/>
                    <a:p>
                      <a:pPr algn="ctr">
                        <a:lnSpc>
                          <a:spcPct val="80000"/>
                        </a:lnSpc>
                      </a:pPr>
                      <a:r>
                        <a:rPr lang="en-US" sz="1200" b="0"/>
                        <a:t>Regent Seven Seas</a:t>
                      </a:r>
                    </a:p>
                  </a:txBody>
                  <a:tcPr marL="91450" marR="91450" marT="91440" marB="91440" anchor="ctr">
                    <a:lnL>
                      <a:noFill/>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F216C"/>
                    </a:solidFill>
                  </a:tcPr>
                </a:tc>
                <a:tc hMerge="1">
                  <a:txBody>
                    <a:bodyPr/>
                    <a:lstStyle/>
                    <a:p>
                      <a:endParaRPr lang="zh-CN"/>
                    </a:p>
                  </a:txBody>
                  <a:tcPr marL="91450" marR="91450" marT="45725" marB="45725" anchor="ctr">
                    <a:lnL>
                      <a:noFill/>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9B5DB"/>
                    </a:solidFill>
                  </a:tcPr>
                </a:tc>
                <a:tc gridSpan="2">
                  <a:txBody>
                    <a:bodyPr/>
                    <a:lstStyle/>
                    <a:p>
                      <a:pPr algn="ctr">
                        <a:lnSpc>
                          <a:spcPct val="80000"/>
                        </a:lnSpc>
                      </a:pPr>
                      <a:r>
                        <a:rPr lang="en-US" sz="1200" b="0"/>
                        <a:t>Silversea</a:t>
                      </a:r>
                    </a:p>
                  </a:txBody>
                  <a:tcPr marL="91450" marR="91450" marT="91440" marB="91440"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39393"/>
                    </a:solidFill>
                  </a:tcPr>
                </a:tc>
                <a:tc hMerge="1">
                  <a:txBody>
                    <a:bodyPr/>
                    <a:lstStyle/>
                    <a:p>
                      <a:endParaRPr lang="zh-CN"/>
                    </a:p>
                  </a:txBody>
                  <a:tcPr marL="91450" marR="91450" marT="45725" marB="45725"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D6437"/>
                    </a:solidFill>
                  </a:tcPr>
                </a:tc>
                <a:tc gridSpan="2">
                  <a:txBody>
                    <a:bodyPr/>
                    <a:lstStyle/>
                    <a:p>
                      <a:pPr algn="ctr">
                        <a:lnSpc>
                          <a:spcPct val="80000"/>
                        </a:lnSpc>
                      </a:pPr>
                      <a:r>
                        <a:rPr lang="en-US" sz="1200" b="0">
                          <a:solidFill>
                            <a:schemeClr val="bg1"/>
                          </a:solidFill>
                        </a:rPr>
                        <a:t>Ritz-Carlton</a:t>
                      </a:r>
                      <a:endParaRPr lang="en-US" sz="1200" b="0"/>
                    </a:p>
                  </a:txBody>
                  <a:tcPr marL="91450" marR="91450" marT="91440" marB="91440" anchor="ctr">
                    <a:lnL w="12700" cap="flat" cmpd="sng" algn="ctr">
                      <a:noFill/>
                      <a:prstDash val="sysDot"/>
                      <a:round/>
                      <a:headEnd type="none" w="med" len="med"/>
                      <a:tailEnd type="none" w="med" len="med"/>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F335B"/>
                    </a:solidFill>
                  </a:tcPr>
                </a:tc>
                <a:tc hMerge="1">
                  <a:txBody>
                    <a:bodyPr/>
                    <a:lstStyle/>
                    <a:p>
                      <a:endParaRPr lang="zh-CN"/>
                    </a:p>
                  </a:txBody>
                  <a:tcPr marL="91450" marR="91450" marT="45725" marB="45725" anchor="ctr">
                    <a:lnL w="12700" cap="flat" cmpd="sng" algn="ctr">
                      <a:noFill/>
                      <a:prstDash val="sysDot"/>
                      <a:round/>
                      <a:headEnd type="none" w="med" len="med"/>
                      <a:tailEnd type="none" w="med" len="med"/>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52986"/>
                    </a:solidFill>
                  </a:tcPr>
                </a:tc>
                <a:tc gridSpan="2">
                  <a:txBody>
                    <a:bodyPr/>
                    <a:lstStyle/>
                    <a:p>
                      <a:pPr algn="ctr">
                        <a:lnSpc>
                          <a:spcPct val="80000"/>
                        </a:lnSpc>
                      </a:pPr>
                      <a:r>
                        <a:rPr lang="en-US" sz="1200" b="0"/>
                        <a:t>Seabourn</a:t>
                      </a:r>
                    </a:p>
                  </a:txBody>
                  <a:tcPr marL="91450" marR="91450" marT="91440" marB="91440" anchor="ctr">
                    <a:lnL>
                      <a:noFill/>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F88BD"/>
                    </a:solidFill>
                  </a:tcPr>
                </a:tc>
                <a:tc hMerge="1">
                  <a:txBody>
                    <a:bodyPr/>
                    <a:lstStyle/>
                    <a:p>
                      <a:endParaRPr lang="zh-CN"/>
                    </a:p>
                  </a:txBody>
                  <a:tcPr marL="91450" marR="91450" marT="45725" marB="45725" anchor="ctr">
                    <a:lnL>
                      <a:noFill/>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DBD37"/>
                    </a:solidFill>
                  </a:tcPr>
                </a:tc>
                <a:tc gridSpan="2">
                  <a:txBody>
                    <a:bodyPr/>
                    <a:lstStyle/>
                    <a:p>
                      <a:pPr algn="ctr">
                        <a:lnSpc>
                          <a:spcPct val="80000"/>
                        </a:lnSpc>
                      </a:pPr>
                      <a:r>
                        <a:rPr lang="en-US" sz="1200" b="0"/>
                        <a:t>Aman</a:t>
                      </a:r>
                      <a:endParaRPr lang="en-US" sz="1200" b="0">
                        <a:solidFill>
                          <a:schemeClr val="bg1"/>
                        </a:solidFill>
                      </a:endParaRPr>
                    </a:p>
                  </a:txBody>
                  <a:tcPr marL="91450" marR="91450" marT="91440" marB="91440"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DC38B"/>
                    </a:solidFill>
                  </a:tcPr>
                </a:tc>
                <a:tc hMerge="1">
                  <a:txBody>
                    <a:bodyPr/>
                    <a:lstStyle/>
                    <a:p>
                      <a:endParaRPr lang="zh-CN"/>
                    </a:p>
                  </a:txBody>
                  <a:tcPr marL="91450" marR="91450" marT="45725" marB="45725"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gridSpan="2">
                  <a:txBody>
                    <a:bodyPr/>
                    <a:lstStyle/>
                    <a:p>
                      <a:pPr algn="ctr">
                        <a:lnSpc>
                          <a:spcPct val="80000"/>
                        </a:lnSpc>
                      </a:pPr>
                      <a:r>
                        <a:rPr lang="en-US" sz="1200" b="0" dirty="0">
                          <a:solidFill>
                            <a:schemeClr val="bg1"/>
                          </a:solidFill>
                        </a:rPr>
                        <a:t>Orient </a:t>
                      </a:r>
                    </a:p>
                    <a:p>
                      <a:pPr algn="ctr">
                        <a:lnSpc>
                          <a:spcPct val="80000"/>
                        </a:lnSpc>
                      </a:pPr>
                      <a:r>
                        <a:rPr lang="en-US" sz="1200" b="0" dirty="0">
                          <a:solidFill>
                            <a:schemeClr val="bg1"/>
                          </a:solidFill>
                        </a:rPr>
                        <a:t>Express</a:t>
                      </a:r>
                    </a:p>
                  </a:txBody>
                  <a:tcPr marL="91450" marR="91450" marT="91440" marB="91440"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F0304"/>
                    </a:solidFill>
                  </a:tcPr>
                </a:tc>
                <a:tc hMerge="1">
                  <a:txBody>
                    <a:bodyPr/>
                    <a:lstStyle/>
                    <a:p>
                      <a:endParaRPr lang="en-US"/>
                    </a:p>
                  </a:txBody>
                  <a:tcPr/>
                </a:tc>
                <a:extLst>
                  <a:ext uri="{0D108BD9-81ED-4DB2-BD59-A6C34878D82A}">
                    <a16:rowId xmlns:a16="http://schemas.microsoft.com/office/drawing/2014/main" val="10000"/>
                  </a:ext>
                </a:extLst>
              </a:tr>
              <a:tr h="0">
                <a:tc>
                  <a:txBody>
                    <a:bodyPr/>
                    <a:lstStyle/>
                    <a:p>
                      <a:pPr algn="ctr"/>
                      <a:r>
                        <a:rPr lang="en-US" sz="1000" b="0" i="0" dirty="0">
                          <a:solidFill>
                            <a:schemeClr val="bg1"/>
                          </a:solidFill>
                          <a:latin typeface="Century Gothic" panose="020B0502020202020204"/>
                        </a:rPr>
                        <a:t> </a:t>
                      </a:r>
                    </a:p>
                  </a:txBody>
                  <a:tcPr marT="91440" marB="91440"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rtl="0" fontAlgn="ctr"/>
                      <a:r>
                        <a:rPr lang="en-US" sz="1050" b="1" i="0" u="none" strike="noStrike" dirty="0">
                          <a:solidFill>
                            <a:schemeClr val="accent6"/>
                          </a:solidFill>
                          <a:effectLst/>
                          <a:latin typeface="+mn-lt"/>
                        </a:rPr>
                        <a:t>{{</a:t>
                      </a:r>
                      <a:r>
                        <a:rPr lang="en-US" sz="1050" b="1" i="0" u="none" strike="noStrike" dirty="0" err="1">
                          <a:solidFill>
                            <a:schemeClr val="accent6"/>
                          </a:solidFill>
                          <a:effectLst/>
                          <a:latin typeface="+mn-lt"/>
                        </a:rPr>
                        <a:t>art_fs</a:t>
                      </a:r>
                      <a:r>
                        <a:rPr lang="en-US" sz="1050" b="1" i="0" u="none" strike="noStrike" dirty="0">
                          <a:solidFill>
                            <a:schemeClr val="accent6"/>
                          </a:solidFill>
                          <a:effectLst/>
                          <a:latin typeface="+mn-lt"/>
                        </a:rPr>
                        <a:t>}} ARTICLES</a:t>
                      </a:r>
                    </a:p>
                  </a:txBody>
                  <a:tcPr marL="4445" marR="4445" marT="91440" marB="91440" anchor="ctr">
                    <a:lnL w="12700" cap="flat" cmpd="sng" algn="ctr">
                      <a:noFill/>
                      <a:prstDash val="sysDot"/>
                      <a:round/>
                      <a:headEnd type="none" w="med" len="med"/>
                      <a:tailEnd type="none" w="med" len="med"/>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hMerge="1">
                  <a:txBody>
                    <a:bodyPr/>
                    <a:lstStyle/>
                    <a:p>
                      <a:endParaRPr lang="zh-CN"/>
                    </a:p>
                  </a:txBody>
                  <a:tcPr marL="4445" marR="4445" marT="4445" marB="0" anchor="ctr">
                    <a:lnL w="12700" cap="flat" cmpd="sng" algn="ctr">
                      <a:noFill/>
                      <a:prstDash val="sysDot"/>
                      <a:round/>
                      <a:headEnd type="none" w="med" len="med"/>
                      <a:tailEnd type="none" w="med" len="med"/>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gridSpan="2">
                  <a:txBody>
                    <a:bodyPr/>
                    <a:lstStyle/>
                    <a:p>
                      <a:pPr algn="ctr" rtl="0" fontAlgn="ctr"/>
                      <a:r>
                        <a:rPr lang="en-US" sz="1050" b="1" i="0" u="none" strike="noStrike" dirty="0">
                          <a:solidFill>
                            <a:schemeClr val="accent6"/>
                          </a:solidFill>
                          <a:effectLst/>
                          <a:latin typeface="+mn-lt"/>
                        </a:rPr>
                        <a:t>{{</a:t>
                      </a:r>
                      <a:r>
                        <a:rPr lang="en-US" sz="1050" b="1" i="0" u="none" strike="noStrike" dirty="0" err="1">
                          <a:solidFill>
                            <a:schemeClr val="accent6"/>
                          </a:solidFill>
                          <a:effectLst/>
                          <a:latin typeface="+mn-lt"/>
                        </a:rPr>
                        <a:t>art_reg</a:t>
                      </a:r>
                      <a:r>
                        <a:rPr lang="en-US" sz="1050" b="1" i="0" u="none" strike="noStrike" dirty="0">
                          <a:solidFill>
                            <a:schemeClr val="accent6"/>
                          </a:solidFill>
                          <a:effectLst/>
                          <a:latin typeface="+mn-lt"/>
                        </a:rPr>
                        <a:t>}} ARTICLES</a:t>
                      </a:r>
                    </a:p>
                  </a:txBody>
                  <a:tcPr marL="4445" marR="4445" marT="91440" marB="91440" anchor="ctr">
                    <a:lnL>
                      <a:noFill/>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hMerge="1">
                  <a:txBody>
                    <a:bodyPr/>
                    <a:lstStyle/>
                    <a:p>
                      <a:endParaRPr lang="zh-CN"/>
                    </a:p>
                  </a:txBody>
                  <a:tcPr marL="4445" marR="4445" marT="4445" marB="0" anchor="ctr">
                    <a:lnL>
                      <a:noFill/>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gridSpan="2">
                  <a:txBody>
                    <a:bodyPr/>
                    <a:lstStyle/>
                    <a:p>
                      <a:pPr algn="ctr" rtl="0" fontAlgn="ctr"/>
                      <a:r>
                        <a:rPr lang="en-US" sz="1050" b="1" i="0" u="none" strike="noStrike" dirty="0">
                          <a:solidFill>
                            <a:schemeClr val="accent6"/>
                          </a:solidFill>
                          <a:effectLst/>
                          <a:latin typeface="+mn-lt"/>
                        </a:rPr>
                        <a:t>{{</a:t>
                      </a:r>
                      <a:r>
                        <a:rPr lang="en-US" sz="1050" b="1" i="0" u="none" strike="noStrike" dirty="0" err="1">
                          <a:solidFill>
                            <a:schemeClr val="accent6"/>
                          </a:solidFill>
                          <a:effectLst/>
                          <a:latin typeface="+mn-lt"/>
                        </a:rPr>
                        <a:t>art_sil</a:t>
                      </a:r>
                      <a:r>
                        <a:rPr lang="en-US" sz="1050" b="1" i="0" u="none" strike="noStrike" dirty="0">
                          <a:solidFill>
                            <a:schemeClr val="accent6"/>
                          </a:solidFill>
                          <a:effectLst/>
                          <a:latin typeface="+mn-lt"/>
                        </a:rPr>
                        <a:t>}} ARTICLES</a:t>
                      </a:r>
                    </a:p>
                  </a:txBody>
                  <a:tcPr marL="4445" marR="4445" marT="91440" marB="91440"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hMerge="1">
                  <a:txBody>
                    <a:bodyPr/>
                    <a:lstStyle/>
                    <a:p>
                      <a:endParaRPr lang="zh-CN"/>
                    </a:p>
                  </a:txBody>
                  <a:tcPr marL="4445" marR="4445" marT="4445" marB="0"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gridSpan="2">
                  <a:txBody>
                    <a:bodyPr/>
                    <a:lstStyle/>
                    <a:p>
                      <a:pPr algn="ctr" rtl="0" fontAlgn="ctr"/>
                      <a:r>
                        <a:rPr lang="en-US" sz="1050" b="1" i="0" u="none" strike="noStrike" dirty="0">
                          <a:solidFill>
                            <a:schemeClr val="accent6"/>
                          </a:solidFill>
                          <a:effectLst/>
                          <a:latin typeface="+mn-lt"/>
                        </a:rPr>
                        <a:t>{{</a:t>
                      </a:r>
                      <a:r>
                        <a:rPr lang="en-US" sz="1050" b="1" i="0" u="none" strike="noStrike" dirty="0" err="1">
                          <a:solidFill>
                            <a:schemeClr val="accent6"/>
                          </a:solidFill>
                          <a:effectLst/>
                          <a:latin typeface="+mn-lt"/>
                        </a:rPr>
                        <a:t>art_rit</a:t>
                      </a:r>
                      <a:r>
                        <a:rPr lang="en-US" sz="1050" b="1" i="0" u="none" strike="noStrike" dirty="0">
                          <a:solidFill>
                            <a:schemeClr val="accent6"/>
                          </a:solidFill>
                          <a:effectLst/>
                          <a:latin typeface="+mn-lt"/>
                        </a:rPr>
                        <a:t>}} ARTICLES</a:t>
                      </a:r>
                    </a:p>
                  </a:txBody>
                  <a:tcPr marL="4445" marR="4445" marT="91440" marB="91440" anchor="ctr">
                    <a:lnL w="12700" cap="flat" cmpd="sng" algn="ctr">
                      <a:noFill/>
                      <a:prstDash val="sysDot"/>
                      <a:round/>
                      <a:headEnd type="none" w="med" len="med"/>
                      <a:tailEnd type="none" w="med" len="med"/>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hMerge="1">
                  <a:txBody>
                    <a:bodyPr/>
                    <a:lstStyle/>
                    <a:p>
                      <a:endParaRPr lang="zh-CN"/>
                    </a:p>
                  </a:txBody>
                  <a:tcPr marL="4445" marR="4445" marT="4445" marB="0" anchor="ctr">
                    <a:lnL w="12700" cap="flat" cmpd="sng" algn="ctr">
                      <a:noFill/>
                      <a:prstDash val="sysDot"/>
                      <a:round/>
                      <a:headEnd type="none" w="med" len="med"/>
                      <a:tailEnd type="none" w="med" len="med"/>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gridSpan="2">
                  <a:txBody>
                    <a:bodyPr/>
                    <a:lstStyle/>
                    <a:p>
                      <a:pPr algn="ctr" rtl="0" fontAlgn="ctr"/>
                      <a:r>
                        <a:rPr lang="en-US" sz="1050" b="1" i="0" u="none" strike="noStrike" dirty="0">
                          <a:solidFill>
                            <a:schemeClr val="accent6"/>
                          </a:solidFill>
                          <a:effectLst/>
                          <a:latin typeface="+mn-lt"/>
                        </a:rPr>
                        <a:t>{{</a:t>
                      </a:r>
                      <a:r>
                        <a:rPr lang="en-US" sz="1050" b="1" i="0" u="none" strike="noStrike" dirty="0" err="1">
                          <a:solidFill>
                            <a:schemeClr val="accent6"/>
                          </a:solidFill>
                          <a:effectLst/>
                          <a:latin typeface="+mn-lt"/>
                        </a:rPr>
                        <a:t>art_sea</a:t>
                      </a:r>
                      <a:r>
                        <a:rPr lang="en-US" sz="1050" b="1" i="0" u="none" strike="noStrike" dirty="0">
                          <a:solidFill>
                            <a:schemeClr val="accent6"/>
                          </a:solidFill>
                          <a:effectLst/>
                          <a:latin typeface="+mn-lt"/>
                        </a:rPr>
                        <a:t>}} ARTICLES</a:t>
                      </a:r>
                    </a:p>
                  </a:txBody>
                  <a:tcPr marL="4445" marR="4445" marT="91440" marB="91440" anchor="ctr">
                    <a:lnL>
                      <a:noFill/>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hMerge="1">
                  <a:txBody>
                    <a:bodyPr/>
                    <a:lstStyle/>
                    <a:p>
                      <a:endParaRPr lang="zh-CN"/>
                    </a:p>
                  </a:txBody>
                  <a:tcPr marL="4445" marR="4445" marT="4445" marB="0" anchor="ctr">
                    <a:lnL>
                      <a:noFill/>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gridSpan="2">
                  <a:txBody>
                    <a:bodyPr/>
                    <a:lstStyle/>
                    <a:p>
                      <a:pPr algn="ctr" rtl="0" fontAlgn="ctr"/>
                      <a:r>
                        <a:rPr lang="en-US" sz="1050" b="1" i="0" u="none" strike="noStrike" dirty="0">
                          <a:solidFill>
                            <a:schemeClr val="accent6"/>
                          </a:solidFill>
                          <a:effectLst/>
                          <a:latin typeface="+mn-lt"/>
                        </a:rPr>
                        <a:t>{{</a:t>
                      </a:r>
                      <a:r>
                        <a:rPr lang="en-US" sz="1050" b="1" i="0" u="none" strike="noStrike" dirty="0" err="1">
                          <a:solidFill>
                            <a:schemeClr val="accent6"/>
                          </a:solidFill>
                          <a:effectLst/>
                          <a:latin typeface="+mn-lt"/>
                        </a:rPr>
                        <a:t>art_ama</a:t>
                      </a:r>
                      <a:r>
                        <a:rPr lang="en-US" sz="1050" b="1" i="0" u="none" strike="noStrike" dirty="0">
                          <a:solidFill>
                            <a:schemeClr val="accent6"/>
                          </a:solidFill>
                          <a:effectLst/>
                          <a:latin typeface="+mn-lt"/>
                        </a:rPr>
                        <a:t>}} ARTICLES</a:t>
                      </a:r>
                    </a:p>
                  </a:txBody>
                  <a:tcPr marL="4445" marR="4445" marT="91440" marB="91440"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hMerge="1">
                  <a:txBody>
                    <a:bodyPr/>
                    <a:lstStyle/>
                    <a:p>
                      <a:endParaRPr lang="zh-CN"/>
                    </a:p>
                  </a:txBody>
                  <a:tcPr marL="4445" marR="4445" marT="4445" marB="0"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gridSpan="2">
                  <a:txBody>
                    <a:bodyPr/>
                    <a:lstStyle/>
                    <a:p>
                      <a:pPr marL="0" marR="0" lvl="0" indent="0" algn="ctr" rtl="0" eaLnBrk="1" fontAlgn="ctr" latinLnBrk="0" hangingPunct="1">
                        <a:lnSpc>
                          <a:spcPct val="100000"/>
                        </a:lnSpc>
                        <a:spcBef>
                          <a:spcPts val="0"/>
                        </a:spcBef>
                        <a:spcAft>
                          <a:spcPts val="0"/>
                        </a:spcAft>
                        <a:buClrTx/>
                        <a:buSzTx/>
                        <a:buFontTx/>
                        <a:buNone/>
                      </a:pPr>
                      <a:r>
                        <a:rPr lang="en-US" sz="1050" b="1" i="0" u="none" strike="noStrike" dirty="0">
                          <a:solidFill>
                            <a:schemeClr val="accent6"/>
                          </a:solidFill>
                          <a:effectLst/>
                          <a:latin typeface="+mn-lt"/>
                        </a:rPr>
                        <a:t>{{</a:t>
                      </a:r>
                      <a:r>
                        <a:rPr lang="en-US" sz="1050" b="1" i="0" u="none" strike="noStrike" dirty="0" err="1">
                          <a:solidFill>
                            <a:schemeClr val="accent6"/>
                          </a:solidFill>
                          <a:effectLst/>
                          <a:latin typeface="+mn-lt"/>
                        </a:rPr>
                        <a:t>art_ori</a:t>
                      </a:r>
                      <a:r>
                        <a:rPr lang="en-US" sz="1050" b="1" i="0" u="none" strike="noStrike" dirty="0">
                          <a:solidFill>
                            <a:schemeClr val="accent6"/>
                          </a:solidFill>
                          <a:effectLst/>
                          <a:latin typeface="+mn-lt"/>
                        </a:rPr>
                        <a:t>}} ARTICLES</a:t>
                      </a:r>
                    </a:p>
                  </a:txBody>
                  <a:tcPr marL="4445" marR="4445" marT="91440" marB="91440"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hMerge="1">
                  <a:txBody>
                    <a:bodyPr/>
                    <a:lstStyle/>
                    <a:p>
                      <a:endParaRPr lang="en-US"/>
                    </a:p>
                  </a:txBody>
                  <a:tcPr/>
                </a:tc>
                <a:extLst>
                  <a:ext uri="{0D108BD9-81ED-4DB2-BD59-A6C34878D82A}">
                    <a16:rowId xmlns:a16="http://schemas.microsoft.com/office/drawing/2014/main" val="10001"/>
                  </a:ext>
                </a:extLst>
              </a:tr>
              <a:tr h="0">
                <a:tc>
                  <a:txBody>
                    <a:bodyPr/>
                    <a:lstStyle/>
                    <a:p>
                      <a:pPr algn="ctr"/>
                      <a:r>
                        <a:rPr lang="en-US" sz="1000" b="0" i="0">
                          <a:solidFill>
                            <a:schemeClr val="bg1"/>
                          </a:solidFill>
                          <a:latin typeface="Century Gothic" panose="020B0502020202020204"/>
                        </a:rPr>
                        <a:t> </a:t>
                      </a:r>
                    </a:p>
                  </a:txBody>
                  <a:tcPr marT="91440" marB="91440"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1" u="none" strike="noStrike">
                          <a:solidFill>
                            <a:schemeClr val="tx1"/>
                          </a:solidFill>
                          <a:effectLst/>
                          <a:latin typeface="+mn-lt"/>
                        </a:rPr>
                        <a:t>VOL</a:t>
                      </a:r>
                      <a:endParaRPr lang="en-US" sz="900" b="1" i="0" u="none" strike="noStrike">
                        <a:solidFill>
                          <a:schemeClr val="tx1"/>
                        </a:solidFill>
                        <a:effectLst/>
                        <a:latin typeface="+mn-lt"/>
                      </a:endParaRPr>
                    </a:p>
                  </a:txBody>
                  <a:tcPr marL="4445" marR="4445" marT="91440" marB="91440" anchor="ctr">
                    <a:lnL w="12700" cap="flat" cmpd="sng" algn="ctr">
                      <a:noFill/>
                      <a:prstDash val="sysDot"/>
                      <a:round/>
                      <a:headEnd type="none" w="med" len="med"/>
                      <a:tailEnd type="none" w="med" len="med"/>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algn="ctr" rtl="0" fontAlgn="ctr"/>
                      <a:r>
                        <a:rPr lang="en-US" sz="900" b="1" u="none" strike="noStrike">
                          <a:solidFill>
                            <a:schemeClr val="tx1"/>
                          </a:solidFill>
                          <a:effectLst/>
                          <a:latin typeface="+mn-lt"/>
                        </a:rPr>
                        <a:t>% SOPF*</a:t>
                      </a:r>
                      <a:endParaRPr lang="en-US" sz="900" b="1" i="0" u="none" strike="noStrike">
                        <a:solidFill>
                          <a:schemeClr val="tx1"/>
                        </a:solidFill>
                        <a:effectLst/>
                        <a:latin typeface="+mn-lt"/>
                      </a:endParaRPr>
                    </a:p>
                  </a:txBody>
                  <a:tcPr marL="4445" marR="4445" marT="91440" marB="91440" anchor="ctr">
                    <a:lnL w="12700" cap="flat" cmpd="sng" algn="ctr">
                      <a:noFill/>
                      <a:prstDash val="sysDot"/>
                      <a:round/>
                      <a:headEnd type="none" w="med" len="med"/>
                      <a:tailEnd type="none" w="med" len="med"/>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algn="ctr" rtl="0" fontAlgn="ctr"/>
                      <a:r>
                        <a:rPr lang="en-US" sz="900" b="1" i="0" u="none" strike="noStrike">
                          <a:solidFill>
                            <a:schemeClr val="tx1"/>
                          </a:solidFill>
                          <a:effectLst/>
                          <a:latin typeface="+mn-lt"/>
                        </a:rPr>
                        <a:t>VOL</a:t>
                      </a:r>
                    </a:p>
                  </a:txBody>
                  <a:tcPr marL="4445" marR="4445" marT="91440" marB="91440" anchor="ctr">
                    <a:lnL>
                      <a:noFill/>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algn="ctr" rtl="0" fontAlgn="ctr"/>
                      <a:r>
                        <a:rPr lang="en-US" sz="900" b="1" u="none" strike="noStrike">
                          <a:solidFill>
                            <a:schemeClr val="tx1"/>
                          </a:solidFill>
                          <a:effectLst/>
                          <a:latin typeface="+mn-lt"/>
                        </a:rPr>
                        <a:t>% SOPF*</a:t>
                      </a:r>
                      <a:endParaRPr lang="en-US" sz="900" b="1" i="0" u="none" strike="noStrike">
                        <a:solidFill>
                          <a:schemeClr val="tx1"/>
                        </a:solidFill>
                        <a:effectLst/>
                        <a:latin typeface="+mn-lt"/>
                      </a:endParaRPr>
                    </a:p>
                  </a:txBody>
                  <a:tcPr marL="4445" marR="4445" marT="91440" marB="91440" anchor="ctr">
                    <a:lnL>
                      <a:noFill/>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algn="ctr" rtl="0" fontAlgn="ctr"/>
                      <a:r>
                        <a:rPr lang="en-US" sz="900" b="1" i="0" u="none" strike="noStrike">
                          <a:solidFill>
                            <a:schemeClr val="tx1"/>
                          </a:solidFill>
                          <a:effectLst/>
                          <a:latin typeface="+mn-lt"/>
                        </a:rPr>
                        <a:t>VOL</a:t>
                      </a:r>
                    </a:p>
                  </a:txBody>
                  <a:tcPr marL="4445" marR="4445" marT="91440" marB="91440"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algn="ctr" rtl="0" fontAlgn="ctr"/>
                      <a:r>
                        <a:rPr lang="en-US" sz="900" b="1" u="none" strike="noStrike">
                          <a:solidFill>
                            <a:schemeClr val="tx1"/>
                          </a:solidFill>
                          <a:effectLst/>
                          <a:latin typeface="+mn-lt"/>
                        </a:rPr>
                        <a:t>% SOPF*</a:t>
                      </a:r>
                      <a:endParaRPr lang="en-US" sz="900" b="1" i="0" u="none" strike="noStrike">
                        <a:solidFill>
                          <a:schemeClr val="tx1"/>
                        </a:solidFill>
                        <a:effectLst/>
                        <a:latin typeface="+mn-lt"/>
                      </a:endParaRPr>
                    </a:p>
                  </a:txBody>
                  <a:tcPr marL="4445" marR="4445" marT="91440" marB="91440"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algn="ctr" rtl="0" fontAlgn="ctr"/>
                      <a:r>
                        <a:rPr lang="en-US" sz="900" b="1" i="0" u="none" strike="noStrike">
                          <a:solidFill>
                            <a:schemeClr val="tx1"/>
                          </a:solidFill>
                          <a:effectLst/>
                          <a:latin typeface="+mn-lt"/>
                        </a:rPr>
                        <a:t>VOL</a:t>
                      </a:r>
                    </a:p>
                  </a:txBody>
                  <a:tcPr marL="4445" marR="4445" marT="91440" marB="91440" anchor="ctr">
                    <a:lnL w="12700" cap="flat" cmpd="sng" algn="ctr">
                      <a:noFill/>
                      <a:prstDash val="sysDot"/>
                      <a:round/>
                      <a:headEnd type="none" w="med" len="med"/>
                      <a:tailEnd type="none" w="med" len="med"/>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algn="ctr" rtl="0" fontAlgn="ctr"/>
                      <a:r>
                        <a:rPr lang="en-US" sz="900" b="1" u="none" strike="noStrike">
                          <a:solidFill>
                            <a:schemeClr val="tx1"/>
                          </a:solidFill>
                          <a:effectLst/>
                          <a:latin typeface="+mn-lt"/>
                        </a:rPr>
                        <a:t>% SOPF*</a:t>
                      </a:r>
                      <a:endParaRPr lang="en-US" sz="900" b="1" i="0" u="none" strike="noStrike">
                        <a:solidFill>
                          <a:schemeClr val="tx1"/>
                        </a:solidFill>
                        <a:effectLst/>
                        <a:latin typeface="+mn-lt"/>
                      </a:endParaRPr>
                    </a:p>
                  </a:txBody>
                  <a:tcPr marL="4445" marR="4445" marT="91440" marB="91440" anchor="ctr">
                    <a:lnL w="12700" cap="flat" cmpd="sng" algn="ctr">
                      <a:noFill/>
                      <a:prstDash val="sysDot"/>
                      <a:round/>
                      <a:headEnd type="none" w="med" len="med"/>
                      <a:tailEnd type="none" w="med" len="med"/>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algn="ctr" rtl="0" fontAlgn="ctr"/>
                      <a:r>
                        <a:rPr lang="en-US" sz="900" b="1" u="none" strike="noStrike">
                          <a:solidFill>
                            <a:schemeClr val="tx1"/>
                          </a:solidFill>
                          <a:effectLst/>
                          <a:latin typeface="+mn-lt"/>
                        </a:rPr>
                        <a:t>VOL</a:t>
                      </a:r>
                      <a:endParaRPr lang="en-US" sz="900" b="1" i="0" u="none" strike="noStrike">
                        <a:solidFill>
                          <a:schemeClr val="tx1"/>
                        </a:solidFill>
                        <a:effectLst/>
                        <a:latin typeface="+mn-lt"/>
                      </a:endParaRPr>
                    </a:p>
                  </a:txBody>
                  <a:tcPr marL="4445" marR="4445" marT="91440" marB="91440" anchor="ctr">
                    <a:lnL>
                      <a:noFill/>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algn="ctr" rtl="0" fontAlgn="ctr"/>
                      <a:r>
                        <a:rPr lang="en-US" sz="900" b="1" u="none" strike="noStrike">
                          <a:solidFill>
                            <a:schemeClr val="tx1"/>
                          </a:solidFill>
                          <a:effectLst/>
                          <a:latin typeface="+mn-lt"/>
                        </a:rPr>
                        <a:t>% SOPF*</a:t>
                      </a:r>
                      <a:endParaRPr lang="en-US" sz="900" b="1" i="0" u="none" strike="noStrike">
                        <a:solidFill>
                          <a:schemeClr val="tx1"/>
                        </a:solidFill>
                        <a:effectLst/>
                        <a:latin typeface="+mn-lt"/>
                      </a:endParaRPr>
                    </a:p>
                  </a:txBody>
                  <a:tcPr marL="4445" marR="4445" marT="91440" marB="91440" anchor="ctr">
                    <a:lnL>
                      <a:noFill/>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algn="ctr" rtl="0" fontAlgn="ctr"/>
                      <a:r>
                        <a:rPr lang="en-US" sz="900" b="1" i="0" u="none" strike="noStrike">
                          <a:solidFill>
                            <a:schemeClr val="tx1"/>
                          </a:solidFill>
                          <a:effectLst/>
                          <a:latin typeface="+mn-lt"/>
                        </a:rPr>
                        <a:t>VOL</a:t>
                      </a:r>
                    </a:p>
                  </a:txBody>
                  <a:tcPr marL="4445" marR="4445" marT="91440" marB="91440"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algn="ctr" rtl="0" fontAlgn="ctr"/>
                      <a:r>
                        <a:rPr lang="en-US" sz="900" b="1" u="none" strike="noStrike">
                          <a:solidFill>
                            <a:schemeClr val="tx1"/>
                          </a:solidFill>
                          <a:effectLst/>
                          <a:latin typeface="+mn-lt"/>
                        </a:rPr>
                        <a:t>% SOPF*</a:t>
                      </a:r>
                      <a:endParaRPr lang="en-US" sz="900" b="1" i="0" u="none" strike="noStrike">
                        <a:solidFill>
                          <a:schemeClr val="tx1"/>
                        </a:solidFill>
                        <a:effectLst/>
                        <a:latin typeface="+mn-lt"/>
                      </a:endParaRPr>
                    </a:p>
                  </a:txBody>
                  <a:tcPr marL="4445" marR="4445" marT="91440" marB="91440"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algn="ctr" rtl="0" fontAlgn="ctr"/>
                      <a:r>
                        <a:rPr lang="en-US" sz="900" b="1" i="0" u="none" strike="noStrike">
                          <a:solidFill>
                            <a:schemeClr val="tx1"/>
                          </a:solidFill>
                          <a:effectLst/>
                          <a:latin typeface="+mn-lt"/>
                        </a:rPr>
                        <a:t>VOL</a:t>
                      </a:r>
                    </a:p>
                  </a:txBody>
                  <a:tcPr marL="4445" marR="4445" marT="91440" marB="91440"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algn="ctr" rtl="0" fontAlgn="ctr"/>
                      <a:r>
                        <a:rPr lang="en-US" sz="900" b="1" u="none" strike="noStrike" dirty="0">
                          <a:solidFill>
                            <a:schemeClr val="tx1"/>
                          </a:solidFill>
                          <a:effectLst/>
                          <a:latin typeface="+mn-lt"/>
                        </a:rPr>
                        <a:t>% SOPF*</a:t>
                      </a:r>
                      <a:endParaRPr lang="en-US" sz="900" b="1" i="0" u="none" strike="noStrike" dirty="0">
                        <a:solidFill>
                          <a:schemeClr val="tx1"/>
                        </a:solidFill>
                        <a:effectLst/>
                        <a:latin typeface="+mn-lt"/>
                      </a:endParaRPr>
                    </a:p>
                  </a:txBody>
                  <a:tcPr marL="4445" marR="4445" marT="91440" marB="91440"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extLst>
                  <a:ext uri="{0D108BD9-81ED-4DB2-BD59-A6C34878D82A}">
                    <a16:rowId xmlns:a16="http://schemas.microsoft.com/office/drawing/2014/main" val="10002"/>
                  </a:ext>
                </a:extLst>
              </a:tr>
              <a:tr h="475488">
                <a:tc>
                  <a:txBody>
                    <a:bodyPr/>
                    <a:lstStyle/>
                    <a:p>
                      <a:pPr algn="l" fontAlgn="b"/>
                      <a:r>
                        <a:rPr lang="en-US" sz="900" b="1" i="0" u="none" strike="noStrike">
                          <a:solidFill>
                            <a:schemeClr val="tx1"/>
                          </a:solidFill>
                          <a:effectLst/>
                          <a:latin typeface="+mn-lt"/>
                        </a:rPr>
                        <a:t>HEADLINES</a:t>
                      </a:r>
                    </a:p>
                  </a:txBody>
                  <a:tcPr marL="468000" marR="9525" marT="9525" marB="0"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fs_he_vol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D441E">
                        <a:alpha val="1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fs_he_sopf</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D441E">
                        <a:alpha val="1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re_he_vol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a:noFill/>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216C">
                        <a:alpha val="2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re_he_sopf</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a:noFill/>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216C">
                        <a:alpha val="2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si_he_vol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39393">
                        <a:alpha val="1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si_he_sopf</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39393">
                        <a:alpha val="1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ri_he_vol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335B">
                        <a:alpha val="1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ri_he_sopf</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335B">
                        <a:alpha val="1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se_he_vol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a:noFill/>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F88BD">
                        <a:alpha val="1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se_he_sopf</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a:noFill/>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F88BD">
                        <a:alpha val="1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am_he_vol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C38B">
                        <a:alpha val="1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am_he_sopf</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C38B">
                        <a:alpha val="1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or_he_vol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0304">
                        <a:alpha val="1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or_he_sopf</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0304">
                        <a:alpha val="15000"/>
                      </a:srgbClr>
                    </a:solidFill>
                  </a:tcPr>
                </a:tc>
                <a:extLst>
                  <a:ext uri="{0D108BD9-81ED-4DB2-BD59-A6C34878D82A}">
                    <a16:rowId xmlns:a16="http://schemas.microsoft.com/office/drawing/2014/main" val="10003"/>
                  </a:ext>
                </a:extLst>
              </a:tr>
              <a:tr h="475488">
                <a:tc>
                  <a:txBody>
                    <a:bodyPr/>
                    <a:lstStyle/>
                    <a:p>
                      <a:pPr algn="l" fontAlgn="b"/>
                      <a:r>
                        <a:rPr lang="en-US" sz="900" b="1" i="0" u="none" strike="noStrike">
                          <a:solidFill>
                            <a:schemeClr val="tx1"/>
                          </a:solidFill>
                          <a:effectLst/>
                          <a:latin typeface="+mn-lt"/>
                        </a:rPr>
                        <a:t>EXCLUSIVE</a:t>
                      </a:r>
                    </a:p>
                  </a:txBody>
                  <a:tcPr marL="468000" marR="9525" marT="9525" marB="0"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fs_ex_vol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D441E">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fs_ex_sopf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D441E">
                        <a:alpha val="1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re_ex_vol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216C">
                        <a:alpha val="2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re_ex_sopf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216C">
                        <a:alpha val="2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si_ex_vol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39393">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si_ex_sopf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39393">
                        <a:alpha val="1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ri_ex_vol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335B">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ri_ex_sopf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335B">
                        <a:alpha val="1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se_ex_vol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F88BD">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se_ex_sopf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F88BD">
                        <a:alpha val="1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am_ex_vol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C38B">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am_ex_sopf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C38B">
                        <a:alpha val="1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or_ex_vol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0304">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or_ex_sopf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0304">
                        <a:alpha val="15000"/>
                      </a:srgbClr>
                    </a:solidFill>
                  </a:tcPr>
                </a:tc>
                <a:extLst>
                  <a:ext uri="{0D108BD9-81ED-4DB2-BD59-A6C34878D82A}">
                    <a16:rowId xmlns:a16="http://schemas.microsoft.com/office/drawing/2014/main" val="10004"/>
                  </a:ext>
                </a:extLst>
              </a:tr>
              <a:tr h="475488">
                <a:tc>
                  <a:txBody>
                    <a:bodyPr/>
                    <a:lstStyle/>
                    <a:p>
                      <a:pPr algn="l" fontAlgn="b"/>
                      <a:r>
                        <a:rPr lang="en-US" sz="900" b="1" i="0" u="none" strike="noStrike">
                          <a:solidFill>
                            <a:schemeClr val="tx1"/>
                          </a:solidFill>
                          <a:effectLst/>
                          <a:latin typeface="+mn-lt"/>
                        </a:rPr>
                        <a:t>LEAD</a:t>
                      </a:r>
                    </a:p>
                  </a:txBody>
                  <a:tcPr marL="468000" marR="9525" marT="9525" marB="0"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fs_le_vol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D441E">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fs_le_sopf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D441E">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re_le_vol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216C">
                        <a:alpha val="2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re_le_sopf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216C">
                        <a:alpha val="2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si_le_vol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39393">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si_le_sopf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39393">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ri_le_vol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335B">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ri_le_sopf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335B">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se_le_vol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F88BD">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se_le_sopf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F88BD">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am_le_vol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C38B">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am_le_sopf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C38B">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or_le_vol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0304">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or_le_sopf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0304">
                        <a:alpha val="15000"/>
                      </a:srgbClr>
                    </a:solidFill>
                  </a:tcPr>
                </a:tc>
                <a:extLst>
                  <a:ext uri="{0D108BD9-81ED-4DB2-BD59-A6C34878D82A}">
                    <a16:rowId xmlns:a16="http://schemas.microsoft.com/office/drawing/2014/main" val="10005"/>
                  </a:ext>
                </a:extLst>
              </a:tr>
              <a:tr h="475488">
                <a:tc>
                  <a:txBody>
                    <a:bodyPr/>
                    <a:lstStyle/>
                    <a:p>
                      <a:pPr algn="l" fontAlgn="b"/>
                      <a:r>
                        <a:rPr lang="en-US" sz="900" b="1" i="0" u="none" strike="noStrike">
                          <a:solidFill>
                            <a:schemeClr val="tx1"/>
                          </a:solidFill>
                          <a:effectLst/>
                          <a:latin typeface="+mn-lt"/>
                        </a:rPr>
                        <a:t>EXTENT OF </a:t>
                      </a:r>
                      <a:br>
                        <a:rPr lang="en-US" sz="900" b="1" i="0" u="none" strike="noStrike">
                          <a:solidFill>
                            <a:schemeClr val="tx1"/>
                          </a:solidFill>
                          <a:effectLst/>
                          <a:latin typeface="+mn-lt"/>
                        </a:rPr>
                      </a:br>
                      <a:r>
                        <a:rPr lang="en-US" sz="900" b="1" i="0" u="none" strike="noStrike">
                          <a:solidFill>
                            <a:schemeClr val="tx1"/>
                          </a:solidFill>
                          <a:effectLst/>
                          <a:latin typeface="+mn-lt"/>
                        </a:rPr>
                        <a:t>MENTION 2+</a:t>
                      </a:r>
                    </a:p>
                  </a:txBody>
                  <a:tcPr marL="468000" marR="9525" marT="9525" marB="0"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fs_ex_vol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D441E">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fs_ex_sopf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D441E">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re_ex_vol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216C">
                        <a:alpha val="2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re_ex_sopf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216C">
                        <a:alpha val="2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si_ex_vol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39393">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si_ex_sopf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39393">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ri_ex_vol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335B">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ri_ex_sopf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335B">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se_ex_vol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F88BD">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se_ex_sopf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F88BD">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am_ex_vol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C38B">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am_ex_sopf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C38B">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or_ex_vol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0304">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or_ex_sopf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0304">
                        <a:alpha val="15000"/>
                      </a:srgbClr>
                    </a:solidFill>
                  </a:tcPr>
                </a:tc>
                <a:extLst>
                  <a:ext uri="{0D108BD9-81ED-4DB2-BD59-A6C34878D82A}">
                    <a16:rowId xmlns:a16="http://schemas.microsoft.com/office/drawing/2014/main" val="10006"/>
                  </a:ext>
                </a:extLst>
              </a:tr>
              <a:tr h="475488">
                <a:tc>
                  <a:txBody>
                    <a:bodyPr/>
                    <a:lstStyle/>
                    <a:p>
                      <a:pPr algn="l" fontAlgn="b"/>
                      <a:r>
                        <a:rPr lang="en-US" sz="900" b="1" i="0" u="none" strike="noStrike">
                          <a:solidFill>
                            <a:schemeClr val="tx1"/>
                          </a:solidFill>
                          <a:effectLst/>
                          <a:latin typeface="+mn-lt"/>
                        </a:rPr>
                        <a:t>VISUAL</a:t>
                      </a:r>
                    </a:p>
                  </a:txBody>
                  <a:tcPr marL="468000" marR="9525" marT="9525" marB="0"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fs_vi_vol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D441E">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fs_vi_sopf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D441E">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re_vi_vol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216C">
                        <a:alpha val="2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re_vi_sopf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216C">
                        <a:alpha val="2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si_vi_vol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39393">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si_vi_sopf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39393">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ri_vi_vol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335B">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ri_vi_sopf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335B">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se_vi_vol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F88BD">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se_vi_sopf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F88BD">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am_vi_vol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C38B">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am_vi_sopf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C38B">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or_vi_vol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0304">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or_vi_sopf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0304">
                        <a:alpha val="15000"/>
                      </a:srgbClr>
                    </a:solidFill>
                  </a:tcPr>
                </a:tc>
                <a:extLst>
                  <a:ext uri="{0D108BD9-81ED-4DB2-BD59-A6C34878D82A}">
                    <a16:rowId xmlns:a16="http://schemas.microsoft.com/office/drawing/2014/main" val="10007"/>
                  </a:ext>
                </a:extLst>
              </a:tr>
              <a:tr h="475488">
                <a:tc>
                  <a:txBody>
                    <a:bodyPr/>
                    <a:lstStyle/>
                    <a:p>
                      <a:pPr algn="l" fontAlgn="b"/>
                      <a:r>
                        <a:rPr lang="en-US" sz="900" b="1" i="0" u="none" strike="noStrike">
                          <a:solidFill>
                            <a:schemeClr val="tx1"/>
                          </a:solidFill>
                          <a:effectLst/>
                          <a:latin typeface="+mn-lt"/>
                        </a:rPr>
                        <a:t>POSITIVE TONE</a:t>
                      </a:r>
                    </a:p>
                  </a:txBody>
                  <a:tcPr marL="468000" marR="9525" marT="9525" marB="0"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fs_po_vol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3D441E">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fs_po_sopf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3D441E">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re_po_vol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F216C">
                        <a:alpha val="2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re_po_sopf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F216C">
                        <a:alpha val="2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si_po_vol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39393">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si_po_sopf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39393">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ri_po_vol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F335B">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ri_po_sopf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F335B">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se_po_vol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F88BD">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se_po_sopf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F88BD">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am_po_vol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DC38B">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am_po_sopf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DC38B">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or_po_vol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F0304">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or_po_sopf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F0304">
                        <a:alpha val="15000"/>
                      </a:srgbClr>
                    </a:solidFill>
                  </a:tcPr>
                </a:tc>
                <a:extLst>
                  <a:ext uri="{0D108BD9-81ED-4DB2-BD59-A6C34878D82A}">
                    <a16:rowId xmlns:a16="http://schemas.microsoft.com/office/drawing/2014/main" val="10008"/>
                  </a:ext>
                </a:extLst>
              </a:tr>
              <a:tr h="457200">
                <a:tc>
                  <a:txBody>
                    <a:bodyPr/>
                    <a:lstStyle/>
                    <a:p>
                      <a:pPr algn="ctr" rtl="0" fontAlgn="ctr"/>
                      <a:r>
                        <a:rPr lang="en-US" sz="1050" b="1" i="0" u="none" strike="noStrike">
                          <a:solidFill>
                            <a:schemeClr val="bg1"/>
                          </a:solidFill>
                          <a:effectLst/>
                          <a:latin typeface="+mn-lt"/>
                        </a:rPr>
                        <a:t>TOTAL AVERAGE SOP</a:t>
                      </a:r>
                      <a:endParaRPr lang="en-US" sz="700" b="1" i="0" u="none" strike="noStrike">
                        <a:solidFill>
                          <a:schemeClr val="bg1"/>
                        </a:solidFill>
                        <a:effectLst/>
                        <a:latin typeface="+mn-lt"/>
                      </a:endParaRPr>
                    </a:p>
                  </a:txBody>
                  <a:tcPr marL="0" marR="4445" marT="0" marB="0"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C4BC"/>
                    </a:solidFill>
                  </a:tcPr>
                </a:tc>
                <a:tc gridSpan="2">
                  <a:txBody>
                    <a:bodyPr/>
                    <a:lstStyle/>
                    <a:p>
                      <a:pPr algn="ctr" rtl="0" fontAlgn="ctr"/>
                      <a:r>
                        <a:rPr lang="en-US" sz="1400" b="1" i="0" u="none" strike="noStrike" dirty="0">
                          <a:solidFill>
                            <a:schemeClr val="bg1"/>
                          </a:solidFill>
                          <a:effectLst/>
                          <a:latin typeface="+mn-lt"/>
                        </a:rPr>
                        <a:t>{{</a:t>
                      </a:r>
                      <a:r>
                        <a:rPr lang="en-US" sz="1400" b="1" i="0" u="none" strike="noStrike" dirty="0" err="1">
                          <a:solidFill>
                            <a:schemeClr val="bg1"/>
                          </a:solidFill>
                          <a:effectLst/>
                          <a:latin typeface="+mn-lt"/>
                        </a:rPr>
                        <a:t>fs_total</a:t>
                      </a:r>
                      <a:r>
                        <a:rPr lang="en-US" sz="1400" b="1" i="0" u="none" strike="noStrike" dirty="0">
                          <a:solidFill>
                            <a:schemeClr val="bg1"/>
                          </a:solidFill>
                          <a:effectLst/>
                          <a:latin typeface="+mn-lt"/>
                        </a:rPr>
                        <a:t>}}%</a:t>
                      </a:r>
                    </a:p>
                  </a:txBody>
                  <a:tcPr marL="4445" marR="4445" marT="4445" marB="0" anchor="ctr">
                    <a:lnL w="12700" cap="flat" cmpd="sng" algn="ctr">
                      <a:noFill/>
                      <a:prstDash val="sysDot"/>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3D441E"/>
                    </a:solidFill>
                  </a:tcPr>
                </a:tc>
                <a:tc hMerge="1">
                  <a:txBody>
                    <a:bodyPr/>
                    <a:lstStyle/>
                    <a:p>
                      <a:endParaRPr lang="zh-CN"/>
                    </a:p>
                  </a:txBody>
                  <a:tcPr marL="4445" marR="4445" marT="4445" marB="0" anchor="ctr">
                    <a:lnL w="12700" cap="flat" cmpd="sng" algn="ctr">
                      <a:noFill/>
                      <a:prstDash val="sysDot"/>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alpha val="20000"/>
                      </a:schemeClr>
                    </a:solidFill>
                  </a:tcPr>
                </a:tc>
                <a:tc gridSpan="2">
                  <a:txBody>
                    <a:bodyPr/>
                    <a:lstStyle/>
                    <a:p>
                      <a:pPr algn="ctr" rtl="0" fontAlgn="ctr"/>
                      <a:r>
                        <a:rPr lang="en-US" sz="1400" b="1" i="0" u="none" strike="noStrike" dirty="0">
                          <a:solidFill>
                            <a:schemeClr val="bg1"/>
                          </a:solidFill>
                          <a:effectLst/>
                          <a:latin typeface="+mn-lt"/>
                        </a:rPr>
                        <a:t>{{</a:t>
                      </a:r>
                      <a:r>
                        <a:rPr lang="en-US" sz="1400" b="1" i="0" u="none" strike="noStrike" dirty="0" err="1">
                          <a:solidFill>
                            <a:schemeClr val="bg1"/>
                          </a:solidFill>
                          <a:effectLst/>
                          <a:latin typeface="+mn-lt"/>
                        </a:rPr>
                        <a:t>re_total</a:t>
                      </a:r>
                      <a:r>
                        <a:rPr lang="en-US" sz="1400" b="1" i="0" u="none" strike="noStrike" dirty="0">
                          <a:solidFill>
                            <a:schemeClr val="bg1"/>
                          </a:solidFill>
                          <a:effectLst/>
                          <a:latin typeface="+mn-lt"/>
                        </a:rPr>
                        <a:t>}}%</a:t>
                      </a:r>
                    </a:p>
                  </a:txBody>
                  <a:tcPr marL="4445" marR="4445" marT="444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F216C"/>
                    </a:solidFill>
                  </a:tcPr>
                </a:tc>
                <a:tc hMerge="1">
                  <a:txBody>
                    <a:bodyPr/>
                    <a:lstStyle/>
                    <a:p>
                      <a:endParaRPr lang="zh-CN"/>
                    </a:p>
                  </a:txBody>
                  <a:tcPr marL="4445" marR="4445" marT="444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9B5DB">
                        <a:alpha val="20000"/>
                      </a:srgbClr>
                    </a:solidFill>
                  </a:tcPr>
                </a:tc>
                <a:tc gridSpan="2">
                  <a:txBody>
                    <a:bodyPr/>
                    <a:lstStyle/>
                    <a:p>
                      <a:pPr algn="ctr" rtl="0" fontAlgn="ctr"/>
                      <a:r>
                        <a:rPr lang="en-US" sz="1400" b="1" i="0" u="none" strike="noStrike" dirty="0">
                          <a:solidFill>
                            <a:schemeClr val="bg1"/>
                          </a:solidFill>
                          <a:effectLst/>
                          <a:latin typeface="+mn-lt"/>
                        </a:rPr>
                        <a:t>{{</a:t>
                      </a:r>
                      <a:r>
                        <a:rPr lang="en-US" sz="1400" b="1" i="0" u="none" strike="noStrike" dirty="0" err="1">
                          <a:solidFill>
                            <a:schemeClr val="bg1"/>
                          </a:solidFill>
                          <a:effectLst/>
                          <a:latin typeface="+mn-lt"/>
                        </a:rPr>
                        <a:t>si_total</a:t>
                      </a:r>
                      <a:r>
                        <a:rPr lang="en-US" sz="1400" b="1" i="0" u="none" strike="noStrike" dirty="0">
                          <a:solidFill>
                            <a:schemeClr val="bg1"/>
                          </a:solidFill>
                          <a:effectLst/>
                          <a:latin typeface="+mn-lt"/>
                        </a:rPr>
                        <a:t>}}%</a:t>
                      </a:r>
                    </a:p>
                  </a:txBody>
                  <a:tcPr marL="4445" marR="4445" marT="4445" marB="0" anchor="ctr">
                    <a:lnL>
                      <a:noFill/>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39393"/>
                    </a:solidFill>
                  </a:tcPr>
                </a:tc>
                <a:tc hMerge="1">
                  <a:txBody>
                    <a:bodyPr/>
                    <a:lstStyle/>
                    <a:p>
                      <a:endParaRPr lang="zh-CN"/>
                    </a:p>
                  </a:txBody>
                  <a:tcPr marL="4445" marR="4445" marT="4445" marB="0" anchor="ctr">
                    <a:lnL>
                      <a:noFill/>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D6437">
                        <a:alpha val="20000"/>
                      </a:srgbClr>
                    </a:solidFill>
                  </a:tcPr>
                </a:tc>
                <a:tc gridSpan="2">
                  <a:txBody>
                    <a:bodyPr/>
                    <a:lstStyle/>
                    <a:p>
                      <a:pPr algn="ctr" rtl="0" fontAlgn="ctr"/>
                      <a:r>
                        <a:rPr lang="en-US" sz="1400" b="1" i="0" u="none" strike="noStrike" dirty="0">
                          <a:solidFill>
                            <a:schemeClr val="bg1"/>
                          </a:solidFill>
                          <a:effectLst/>
                          <a:latin typeface="+mn-lt"/>
                        </a:rPr>
                        <a:t>{{</a:t>
                      </a:r>
                      <a:r>
                        <a:rPr lang="en-US" sz="1400" b="1" i="0" u="none" strike="noStrike" dirty="0" err="1">
                          <a:solidFill>
                            <a:schemeClr val="bg1"/>
                          </a:solidFill>
                          <a:effectLst/>
                          <a:latin typeface="+mn-lt"/>
                        </a:rPr>
                        <a:t>ri_total</a:t>
                      </a:r>
                      <a:r>
                        <a:rPr lang="en-US" sz="1400" b="1" i="0" u="none" strike="noStrike" dirty="0">
                          <a:solidFill>
                            <a:schemeClr val="bg1"/>
                          </a:solidFill>
                          <a:effectLst/>
                          <a:latin typeface="+mn-lt"/>
                        </a:rPr>
                        <a:t>}}%</a:t>
                      </a:r>
                    </a:p>
                  </a:txBody>
                  <a:tcPr marL="4445" marR="4445" marT="4445" marB="0" anchor="ctr">
                    <a:lnL w="12700" cap="flat" cmpd="sng" algn="ctr">
                      <a:noFill/>
                      <a:prstDash val="sysDot"/>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F335B"/>
                    </a:solidFill>
                  </a:tcPr>
                </a:tc>
                <a:tc hMerge="1">
                  <a:txBody>
                    <a:bodyPr/>
                    <a:lstStyle/>
                    <a:p>
                      <a:endParaRPr lang="zh-CN"/>
                    </a:p>
                  </a:txBody>
                  <a:tcPr marL="4445" marR="4445" marT="4445" marB="0" anchor="ctr">
                    <a:lnL w="12700" cap="flat" cmpd="sng" algn="ctr">
                      <a:noFill/>
                      <a:prstDash val="sysDot"/>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52986">
                        <a:alpha val="20000"/>
                      </a:srgbClr>
                    </a:solidFill>
                  </a:tcPr>
                </a:tc>
                <a:tc gridSpan="2">
                  <a:txBody>
                    <a:bodyPr/>
                    <a:lstStyle/>
                    <a:p>
                      <a:pPr algn="ctr" rtl="0" fontAlgn="ctr"/>
                      <a:r>
                        <a:rPr lang="en-US" sz="1400" b="1" i="0" u="none" strike="noStrike" dirty="0">
                          <a:solidFill>
                            <a:schemeClr val="bg1"/>
                          </a:solidFill>
                          <a:effectLst/>
                          <a:latin typeface="+mn-lt"/>
                        </a:rPr>
                        <a:t>{{</a:t>
                      </a:r>
                      <a:r>
                        <a:rPr lang="en-US" sz="1400" b="1" i="0" u="none" strike="noStrike" dirty="0" err="1">
                          <a:solidFill>
                            <a:schemeClr val="bg1"/>
                          </a:solidFill>
                          <a:effectLst/>
                          <a:latin typeface="+mn-lt"/>
                        </a:rPr>
                        <a:t>se_total</a:t>
                      </a:r>
                      <a:r>
                        <a:rPr lang="en-US" sz="1400" b="1" i="0" u="none" strike="noStrike" dirty="0">
                          <a:solidFill>
                            <a:schemeClr val="bg1"/>
                          </a:solidFill>
                          <a:effectLst/>
                          <a:latin typeface="+mn-lt"/>
                        </a:rPr>
                        <a:t>}}%</a:t>
                      </a:r>
                    </a:p>
                  </a:txBody>
                  <a:tcPr marL="4445" marR="4445" marT="444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F88BD"/>
                    </a:solidFill>
                  </a:tcPr>
                </a:tc>
                <a:tc hMerge="1">
                  <a:txBody>
                    <a:bodyPr/>
                    <a:lstStyle/>
                    <a:p>
                      <a:endParaRPr lang="zh-CN"/>
                    </a:p>
                  </a:txBody>
                  <a:tcPr marL="4445" marR="4445" marT="444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DBD37">
                        <a:alpha val="20000"/>
                      </a:srgbClr>
                    </a:solidFill>
                  </a:tcPr>
                </a:tc>
                <a:tc gridSpan="2">
                  <a:txBody>
                    <a:bodyPr/>
                    <a:lstStyle/>
                    <a:p>
                      <a:pPr algn="ctr" rtl="0" fontAlgn="ctr"/>
                      <a:r>
                        <a:rPr lang="en-US" sz="1400" b="1" i="0" u="none" strike="noStrike" dirty="0">
                          <a:solidFill>
                            <a:schemeClr val="bg1"/>
                          </a:solidFill>
                          <a:effectLst/>
                          <a:latin typeface="+mn-lt"/>
                        </a:rPr>
                        <a:t>{{</a:t>
                      </a:r>
                      <a:r>
                        <a:rPr lang="en-US" sz="1400" b="1" i="0" u="none" strike="noStrike" dirty="0" err="1">
                          <a:solidFill>
                            <a:schemeClr val="bg1"/>
                          </a:solidFill>
                          <a:effectLst/>
                          <a:latin typeface="+mn-lt"/>
                        </a:rPr>
                        <a:t>am_total</a:t>
                      </a:r>
                      <a:r>
                        <a:rPr lang="en-US" sz="1400" b="1" i="0" u="none" strike="noStrike" dirty="0">
                          <a:solidFill>
                            <a:schemeClr val="bg1"/>
                          </a:solidFill>
                          <a:effectLst/>
                          <a:latin typeface="+mn-lt"/>
                        </a:rPr>
                        <a:t>}}%</a:t>
                      </a:r>
                    </a:p>
                  </a:txBody>
                  <a:tcPr marL="4445" marR="4445" marT="4445" marB="0" anchor="ctr">
                    <a:lnL>
                      <a:noFill/>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DC38B"/>
                    </a:solidFill>
                  </a:tcPr>
                </a:tc>
                <a:tc hMerge="1">
                  <a:txBody>
                    <a:bodyPr/>
                    <a:lstStyle/>
                    <a:p>
                      <a:endParaRPr lang="zh-CN"/>
                    </a:p>
                  </a:txBody>
                  <a:tcPr marL="4445" marR="4445" marT="4445" marB="0" anchor="ctr">
                    <a:lnL>
                      <a:noFill/>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alpha val="20000"/>
                      </a:schemeClr>
                    </a:solidFill>
                  </a:tcPr>
                </a:tc>
                <a:tc gridSpan="2">
                  <a:txBody>
                    <a:bodyPr/>
                    <a:lstStyle/>
                    <a:p>
                      <a:pPr algn="ctr" rtl="0" fontAlgn="ctr"/>
                      <a:r>
                        <a:rPr lang="en-US" sz="1400" b="1" i="0" u="none" strike="noStrike" dirty="0">
                          <a:solidFill>
                            <a:schemeClr val="bg1"/>
                          </a:solidFill>
                          <a:effectLst/>
                          <a:latin typeface="+mn-lt"/>
                        </a:rPr>
                        <a:t>{{</a:t>
                      </a:r>
                      <a:r>
                        <a:rPr lang="en-US" sz="1400" b="1" i="0" u="none" strike="noStrike" dirty="0" err="1">
                          <a:solidFill>
                            <a:schemeClr val="bg1"/>
                          </a:solidFill>
                          <a:effectLst/>
                          <a:latin typeface="+mn-lt"/>
                        </a:rPr>
                        <a:t>or_total</a:t>
                      </a:r>
                      <a:r>
                        <a:rPr lang="en-US" sz="1400" b="1" i="0" u="none" strike="noStrike" dirty="0">
                          <a:solidFill>
                            <a:schemeClr val="bg1"/>
                          </a:solidFill>
                          <a:effectLst/>
                          <a:latin typeface="+mn-lt"/>
                        </a:rPr>
                        <a:t>}}%</a:t>
                      </a:r>
                    </a:p>
                  </a:txBody>
                  <a:tcPr marL="4445" marR="4445" marT="4445" marB="0" anchor="ctr">
                    <a:lnL>
                      <a:noFill/>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F0304"/>
                    </a:solidFill>
                  </a:tcPr>
                </a:tc>
                <a:tc hMerge="1">
                  <a:txBody>
                    <a:bodyPr/>
                    <a:lstStyle/>
                    <a:p>
                      <a:endParaRPr lang="zh-CN"/>
                    </a:p>
                  </a:txBody>
                  <a:tcPr marL="4445" marR="4445" marT="4445" marB="0" anchor="ctr">
                    <a:lnL>
                      <a:noFill/>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6A6A6"/>
                    </a:solidFill>
                  </a:tcPr>
                </a:tc>
                <a:extLst>
                  <a:ext uri="{0D108BD9-81ED-4DB2-BD59-A6C34878D82A}">
                    <a16:rowId xmlns:a16="http://schemas.microsoft.com/office/drawing/2014/main" val="10009"/>
                  </a:ext>
                </a:extLst>
              </a:tr>
            </a:tbl>
          </a:graphicData>
        </a:graphic>
      </p:graphicFrame>
      <p:sp>
        <p:nvSpPr>
          <p:cNvPr id="3" name="Slide Number Placeholder 2">
            <a:extLst>
              <a:ext uri="{FF2B5EF4-FFF2-40B4-BE49-F238E27FC236}">
                <a16:creationId xmlns:a16="http://schemas.microsoft.com/office/drawing/2014/main" id="{D14F7AC3-ED33-92BA-5366-293F4C5D452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07F6D5-C405-3747-904C-8A4483F83D09}" type="slidenum">
              <a:rPr kumimoji="0" lang="en-US" sz="700" b="0" i="0" u="none" strike="noStrike" kern="1200" cap="none" spc="0" normalizeH="0" baseline="0" noProof="0" smtClean="0">
                <a:ln>
                  <a:noFill/>
                </a:ln>
                <a:solidFill>
                  <a:srgbClr val="3D441E"/>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700" b="0" i="0" u="none" strike="noStrike" kern="1200" cap="none" spc="0" normalizeH="0" baseline="0" noProof="0">
              <a:ln>
                <a:noFill/>
              </a:ln>
              <a:solidFill>
                <a:srgbClr val="3D441E"/>
              </a:solidFill>
              <a:effectLst/>
              <a:uLnTx/>
              <a:uFillTx/>
              <a:latin typeface="Arial" panose="020B0604020202020204" pitchFamily="34" charset="0"/>
              <a:cs typeface="Arial" panose="020B0604020202020204" pitchFamily="34" charset="0"/>
            </a:endParaRPr>
          </a:p>
        </p:txBody>
      </p:sp>
      <p:sp>
        <p:nvSpPr>
          <p:cNvPr id="4" name="Title 3">
            <a:extLst>
              <a:ext uri="{FF2B5EF4-FFF2-40B4-BE49-F238E27FC236}">
                <a16:creationId xmlns:a16="http://schemas.microsoft.com/office/drawing/2014/main" id="{C5BDDFEB-A734-D3E6-02F2-A9A626D2E1EC}"/>
              </a:ext>
            </a:extLst>
          </p:cNvPr>
          <p:cNvSpPr>
            <a:spLocks noGrp="1"/>
          </p:cNvSpPr>
          <p:nvPr>
            <p:ph type="title"/>
          </p:nvPr>
        </p:nvSpPr>
        <p:spPr/>
        <p:txBody>
          <a:bodyPr/>
          <a:lstStyle/>
          <a:p>
            <a:r>
              <a:rPr lang="en-US">
                <a:latin typeface="Saol Display Light"/>
              </a:rPr>
              <a:t>PROMINENCE FACTOR OVERVIEW </a:t>
            </a:r>
            <a:r>
              <a:rPr lang="en-US" i="1">
                <a:latin typeface="Saol Display Light"/>
              </a:rPr>
              <a:t>– GLOBAL</a:t>
            </a:r>
            <a:endParaRPr lang="en-US"/>
          </a:p>
        </p:txBody>
      </p:sp>
      <p:sp>
        <p:nvSpPr>
          <p:cNvPr id="6" name="Text Placeholder 5">
            <a:extLst>
              <a:ext uri="{FF2B5EF4-FFF2-40B4-BE49-F238E27FC236}">
                <a16:creationId xmlns:a16="http://schemas.microsoft.com/office/drawing/2014/main" id="{9AF321D4-5C6A-A8CE-6D7D-39DB575264B1}"/>
              </a:ext>
            </a:extLst>
          </p:cNvPr>
          <p:cNvSpPr>
            <a:spLocks noGrp="1"/>
          </p:cNvSpPr>
          <p:nvPr>
            <p:ph type="body" sz="quarter" idx="24"/>
          </p:nvPr>
        </p:nvSpPr>
        <p:spPr/>
        <p:txBody>
          <a:bodyPr/>
          <a:lstStyle/>
          <a:p>
            <a:r>
              <a:rPr lang="en-US"/>
              <a:t>FOUR SEASONS HOTELS AND RESORTS</a:t>
            </a:r>
          </a:p>
        </p:txBody>
      </p:sp>
      <p:sp>
        <p:nvSpPr>
          <p:cNvPr id="2" name="Text Placeholder 1">
            <a:extLst>
              <a:ext uri="{FF2B5EF4-FFF2-40B4-BE49-F238E27FC236}">
                <a16:creationId xmlns:a16="http://schemas.microsoft.com/office/drawing/2014/main" id="{4D3CAB2A-243C-3DC1-0E9B-78B0716E766B}"/>
              </a:ext>
            </a:extLst>
          </p:cNvPr>
          <p:cNvSpPr>
            <a:spLocks noGrp="1"/>
          </p:cNvSpPr>
          <p:nvPr>
            <p:ph type="body" sz="quarter" idx="26"/>
          </p:nvPr>
        </p:nvSpPr>
        <p:spPr>
          <a:xfrm>
            <a:off x="348299" y="1035119"/>
            <a:ext cx="11164824" cy="391908"/>
          </a:xfrm>
        </p:spPr>
        <p:txBody>
          <a:bodyPr/>
          <a:lstStyle/>
          <a:p>
            <a:r>
              <a:rPr lang="en-US" sz="1200" dirty="0"/>
              <a:t>YTD {{month}} 2026</a:t>
            </a:r>
          </a:p>
        </p:txBody>
      </p:sp>
      <p:sp>
        <p:nvSpPr>
          <p:cNvPr id="7" name="TextBox 6">
            <a:extLst>
              <a:ext uri="{FF2B5EF4-FFF2-40B4-BE49-F238E27FC236}">
                <a16:creationId xmlns:a16="http://schemas.microsoft.com/office/drawing/2014/main" id="{8C53E9C9-2BD0-6240-383C-4B4949966F2B}"/>
              </a:ext>
            </a:extLst>
          </p:cNvPr>
          <p:cNvSpPr txBox="1"/>
          <p:nvPr/>
        </p:nvSpPr>
        <p:spPr>
          <a:xfrm>
            <a:off x="460692" y="5962563"/>
            <a:ext cx="3207929"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00000"/>
                </a:solidFill>
                <a:effectLst/>
                <a:uLnTx/>
                <a:uFillTx/>
                <a:latin typeface="Helvetica Neue" panose="02000503000000020004"/>
                <a:ea typeface="+mn-ea"/>
                <a:cs typeface="+mn-cs"/>
              </a:rPr>
              <a:t>* Share of Prominence Factor achieved across the competitive set</a:t>
            </a:r>
          </a:p>
        </p:txBody>
      </p:sp>
      <p:grpSp>
        <p:nvGrpSpPr>
          <p:cNvPr id="23" name="Group 22">
            <a:extLst>
              <a:ext uri="{FF2B5EF4-FFF2-40B4-BE49-F238E27FC236}">
                <a16:creationId xmlns:a16="http://schemas.microsoft.com/office/drawing/2014/main" id="{D88EB310-9420-3099-9DF9-FE6AAA78E88F}"/>
              </a:ext>
            </a:extLst>
          </p:cNvPr>
          <p:cNvGrpSpPr/>
          <p:nvPr/>
        </p:nvGrpSpPr>
        <p:grpSpPr>
          <a:xfrm>
            <a:off x="504154" y="2799481"/>
            <a:ext cx="325976" cy="2677537"/>
            <a:chOff x="781746" y="2832714"/>
            <a:chExt cx="325976" cy="2677537"/>
          </a:xfrm>
        </p:grpSpPr>
        <p:pic>
          <p:nvPicPr>
            <p:cNvPr id="24" name="Graphic 23" descr="Star with solid fill">
              <a:extLst>
                <a:ext uri="{FF2B5EF4-FFF2-40B4-BE49-F238E27FC236}">
                  <a16:creationId xmlns:a16="http://schemas.microsoft.com/office/drawing/2014/main" id="{3BF96362-82C7-C246-A6C2-D3B3C386E0BA}"/>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1746" y="3297601"/>
              <a:ext cx="325976" cy="309378"/>
            </a:xfrm>
            <a:prstGeom prst="rect">
              <a:avLst/>
            </a:prstGeom>
          </p:spPr>
        </p:pic>
        <p:pic>
          <p:nvPicPr>
            <p:cNvPr id="25" name="Graphic 24" descr="Document with solid fill">
              <a:extLst>
                <a:ext uri="{FF2B5EF4-FFF2-40B4-BE49-F238E27FC236}">
                  <a16:creationId xmlns:a16="http://schemas.microsoft.com/office/drawing/2014/main" id="{714685E2-D7FD-D18A-EAA8-74BA20EF3949}"/>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7158" y="3783894"/>
              <a:ext cx="275153" cy="315380"/>
            </a:xfrm>
            <a:prstGeom prst="rect">
              <a:avLst/>
            </a:prstGeom>
          </p:spPr>
        </p:pic>
        <p:pic>
          <p:nvPicPr>
            <p:cNvPr id="26" name="Graphic 25" descr="Image with solid fill">
              <a:extLst>
                <a:ext uri="{FF2B5EF4-FFF2-40B4-BE49-F238E27FC236}">
                  <a16:creationId xmlns:a16="http://schemas.microsoft.com/office/drawing/2014/main" id="{66A7F5FA-C49D-F543-5DBD-685F01B9CFC3}"/>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1639" y="4706329"/>
              <a:ext cx="306191" cy="350957"/>
            </a:xfrm>
            <a:prstGeom prst="rect">
              <a:avLst/>
            </a:prstGeom>
          </p:spPr>
        </p:pic>
        <p:pic>
          <p:nvPicPr>
            <p:cNvPr id="27" name="Graphic 26" descr="Newspaper with solid fill">
              <a:extLst>
                <a:ext uri="{FF2B5EF4-FFF2-40B4-BE49-F238E27FC236}">
                  <a16:creationId xmlns:a16="http://schemas.microsoft.com/office/drawing/2014/main" id="{2774DC14-ADD9-6ABA-DC18-EF839643365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02379" y="2832714"/>
              <a:ext cx="284711" cy="326336"/>
            </a:xfrm>
            <a:prstGeom prst="rect">
              <a:avLst/>
            </a:prstGeom>
          </p:spPr>
        </p:pic>
        <p:pic>
          <p:nvPicPr>
            <p:cNvPr id="28" name="Graphic 27" descr="Thumbs up sign with solid fill">
              <a:extLst>
                <a:ext uri="{FF2B5EF4-FFF2-40B4-BE49-F238E27FC236}">
                  <a16:creationId xmlns:a16="http://schemas.microsoft.com/office/drawing/2014/main" id="{B4707FDC-AA58-983B-4A20-1B9DBD06267F}"/>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5390" y="5190818"/>
              <a:ext cx="278689" cy="319433"/>
            </a:xfrm>
            <a:prstGeom prst="rect">
              <a:avLst/>
            </a:prstGeom>
          </p:spPr>
        </p:pic>
        <p:pic>
          <p:nvPicPr>
            <p:cNvPr id="29" name="Graphic 28" descr="Harvey Balls 80% with solid fill">
              <a:extLst>
                <a:ext uri="{FF2B5EF4-FFF2-40B4-BE49-F238E27FC236}">
                  <a16:creationId xmlns:a16="http://schemas.microsoft.com/office/drawing/2014/main" id="{C20DA9D8-0A85-3FDE-296A-2E3DFB736333}"/>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89889" y="4254253"/>
              <a:ext cx="309690" cy="318544"/>
            </a:xfrm>
            <a:prstGeom prst="rect">
              <a:avLst/>
            </a:prstGeom>
          </p:spPr>
        </p:pic>
      </p:grpSp>
      <p:sp>
        <p:nvSpPr>
          <p:cNvPr id="9" name="Content Placeholder 8">
            <a:extLst>
              <a:ext uri="{FF2B5EF4-FFF2-40B4-BE49-F238E27FC236}">
                <a16:creationId xmlns:a16="http://schemas.microsoft.com/office/drawing/2014/main" id="{0E634472-B318-50FD-8808-01CE2C0D6353}"/>
              </a:ext>
            </a:extLst>
          </p:cNvPr>
          <p:cNvSpPr txBox="1"/>
          <p:nvPr/>
        </p:nvSpPr>
        <p:spPr>
          <a:xfrm>
            <a:off x="438618" y="6471356"/>
            <a:ext cx="10883900" cy="215444"/>
          </a:xfrm>
          <a:prstGeom prst="rect">
            <a:avLst/>
          </a:prstGeom>
        </p:spPr>
        <p:txBody>
          <a:bodyPr vert="horz" wrap="square" lIns="0" tIns="45720" rIns="91440" bIns="45720" rtlCol="0">
            <a:spAutoFit/>
          </a:bodyPr>
          <a:lstStyle>
            <a:lvl1pPr marL="0" indent="0" algn="l" defTabSz="914400" rtl="0" eaLnBrk="1" fontAlgn="base" latinLnBrk="0" hangingPunct="1">
              <a:lnSpc>
                <a:spcPct val="90000"/>
              </a:lnSpc>
              <a:spcBef>
                <a:spcPts val="1000"/>
              </a:spcBef>
              <a:buFont typeface="Arial" panose="020B0604020202020204" pitchFamily="34" charset="0"/>
              <a:buNone/>
              <a:defRPr lang="en-US" sz="1600" b="1" i="0" kern="1200" spc="0">
                <a:solidFill>
                  <a:schemeClr val="accent3"/>
                </a:solidFill>
                <a:latin typeface="Century Gothic" panose="020B0502020202020204" pitchFamily="34" charset="0"/>
                <a:ea typeface="+mn-ea"/>
                <a:cs typeface="Arial" panose="020B0604020202020204" pitchFamily="34" charset="0"/>
              </a:defRPr>
            </a:lvl1pPr>
            <a:lvl2pPr marL="0" indent="0" algn="l" defTabSz="914400" rtl="0" eaLnBrk="1" latinLnBrk="0" hangingPunct="1">
              <a:lnSpc>
                <a:spcPct val="114000"/>
              </a:lnSpc>
              <a:spcBef>
                <a:spcPts val="1000"/>
              </a:spcBef>
              <a:spcAft>
                <a:spcPts val="0"/>
              </a:spcAft>
              <a:buFont typeface="Arial" panose="020B0604020202020204" pitchFamily="34" charset="0"/>
              <a:buNone/>
              <a:defRPr lang="en-US" sz="1400" b="1" kern="1200" spc="0" baseline="0">
                <a:solidFill>
                  <a:schemeClr val="accent3"/>
                </a:solidFill>
                <a:latin typeface="Century Gothic" panose="020B0502020202020204" pitchFamily="34" charset="0"/>
                <a:ea typeface="+mn-ea"/>
                <a:cs typeface="+mn-cs"/>
              </a:defRPr>
            </a:lvl2pPr>
            <a:lvl3pPr marL="0" indent="0" algn="l" defTabSz="914400" rtl="0" eaLnBrk="1" latinLnBrk="0" hangingPunct="1">
              <a:lnSpc>
                <a:spcPct val="125000"/>
              </a:lnSpc>
              <a:spcBef>
                <a:spcPts val="0"/>
              </a:spcBef>
              <a:spcAft>
                <a:spcPts val="500"/>
              </a:spcAft>
              <a:buFont typeface="Arial" panose="020B0604020202020204" pitchFamily="34" charset="0"/>
              <a:buNone/>
              <a:defRPr sz="1200" kern="1200" spc="0">
                <a:solidFill>
                  <a:schemeClr val="accent3"/>
                </a:solidFill>
                <a:latin typeface="Century Gothic" panose="020B0502020202020204" pitchFamily="34" charset="0"/>
                <a:ea typeface="+mn-ea"/>
                <a:cs typeface="+mn-cs"/>
              </a:defRPr>
            </a:lvl3pPr>
            <a:lvl4pPr marL="0" indent="0" algn="l" defTabSz="914400" rtl="0" eaLnBrk="1" latinLnBrk="0" hangingPunct="1">
              <a:lnSpc>
                <a:spcPct val="114000"/>
              </a:lnSpc>
              <a:spcBef>
                <a:spcPts val="750"/>
              </a:spcBef>
              <a:spcAft>
                <a:spcPts val="0"/>
              </a:spcAft>
              <a:buFont typeface="Arial" panose="020B0604020202020204" pitchFamily="34" charset="0"/>
              <a:buNone/>
              <a:defRPr sz="900" kern="1200" spc="0" baseline="0">
                <a:solidFill>
                  <a:schemeClr val="accent3"/>
                </a:solidFill>
                <a:latin typeface="Verlag Light" pitchFamily="50" charset="0"/>
                <a:ea typeface="+mn-ea"/>
                <a:cs typeface="+mn-cs"/>
              </a:defRPr>
            </a:lvl4pPr>
            <a:lvl5pPr marL="0" indent="0" algn="l" defTabSz="914400" rtl="0" eaLnBrk="1" latinLnBrk="0" hangingPunct="1">
              <a:lnSpc>
                <a:spcPct val="133000"/>
              </a:lnSpc>
              <a:spcBef>
                <a:spcPts val="0"/>
              </a:spcBef>
              <a:spcAft>
                <a:spcPts val="250"/>
              </a:spcAft>
              <a:buFont typeface="Arial" panose="020B0604020202020204" pitchFamily="34" charset="0"/>
              <a:buNone/>
              <a:defRPr sz="900" kern="1200" spc="0">
                <a:solidFill>
                  <a:schemeClr val="accent3"/>
                </a:solidFill>
                <a:latin typeface="Verlag Light"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0"/>
              </a:spcAft>
              <a:buClrTx/>
              <a:buSzTx/>
              <a:buFont typeface="Arial" panose="020B0604020202020204" pitchFamily="34" charset="0"/>
              <a:buNone/>
              <a:tabLst/>
              <a:defRPr/>
            </a:pPr>
            <a:r>
              <a:rPr kumimoji="0" lang="en-US" sz="800" b="0" i="0" u="none" strike="noStrike" kern="1200" cap="none" spc="0" normalizeH="0" baseline="0" noProof="0" dirty="0">
                <a:ln>
                  <a:noFill/>
                </a:ln>
                <a:solidFill>
                  <a:srgbClr val="000000"/>
                </a:solidFill>
                <a:effectLst/>
                <a:uLnTx/>
                <a:uFillTx/>
                <a:latin typeface="Helvetica Neue"/>
                <a:ea typeface="+mn-ea"/>
                <a:cs typeface="Arial" panose="020B0604020202020204" pitchFamily="34" charset="0"/>
              </a:rPr>
              <a:t>“Global” prominence analysis is comprised of US, UK, Italy, France, Germany, UAE, China, India, Australia, Japan, Korea. </a:t>
            </a:r>
          </a:p>
        </p:txBody>
      </p:sp>
      <p:sp>
        <p:nvSpPr>
          <p:cNvPr id="10" name="TextBox 8">
            <a:extLst>
              <a:ext uri="{FF2B5EF4-FFF2-40B4-BE49-F238E27FC236}">
                <a16:creationId xmlns:a16="http://schemas.microsoft.com/office/drawing/2014/main" id="{97D7D7FB-8648-A7D0-6871-0C16AF9D17C4}"/>
              </a:ext>
            </a:extLst>
          </p:cNvPr>
          <p:cNvSpPr txBox="1"/>
          <p:nvPr/>
        </p:nvSpPr>
        <p:spPr>
          <a:xfrm>
            <a:off x="348299" y="6663552"/>
            <a:ext cx="6094674" cy="20005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dirty="0">
                <a:ln>
                  <a:noFill/>
                </a:ln>
                <a:solidFill>
                  <a:srgbClr val="000000"/>
                </a:solidFill>
                <a:effectLst/>
                <a:uLnTx/>
                <a:uFillTx/>
                <a:latin typeface="Helvetica Neue"/>
                <a:ea typeface="+mn-ea"/>
                <a:cs typeface="+mn-cs"/>
              </a:rPr>
              <a:t>"China multichannel weights have been updated to reflect a 65 "social" and 35 "traditional" weighting scheme" - effective </a:t>
            </a:r>
            <a:r>
              <a:rPr lang="en-US" sz="700" i="1" dirty="0">
                <a:solidFill>
                  <a:srgbClr val="000000"/>
                </a:solidFill>
                <a:latin typeface="Helvetica Neue"/>
              </a:rPr>
              <a:t>July</a:t>
            </a:r>
            <a:r>
              <a:rPr kumimoji="0" lang="en-US" sz="700" b="0" i="1" u="none" strike="noStrike" kern="1200" cap="none" spc="0" normalizeH="0" baseline="0" noProof="0" dirty="0">
                <a:ln>
                  <a:noFill/>
                </a:ln>
                <a:solidFill>
                  <a:srgbClr val="000000"/>
                </a:solidFill>
                <a:effectLst/>
                <a:uLnTx/>
                <a:uFillTx/>
                <a:latin typeface="Helvetica Neue"/>
                <a:ea typeface="+mn-ea"/>
                <a:cs typeface="+mn-cs"/>
              </a:rPr>
              <a:t> 2026.</a:t>
            </a:r>
          </a:p>
        </p:txBody>
      </p:sp>
      <p:sp>
        <p:nvSpPr>
          <p:cNvPr id="11" name="Rounded Rectangle 6">
            <a:extLst>
              <a:ext uri="{FF2B5EF4-FFF2-40B4-BE49-F238E27FC236}">
                <a16:creationId xmlns:a16="http://schemas.microsoft.com/office/drawing/2014/main" id="{3427252C-8E74-7C99-3EAA-E6B474ED0CB7}"/>
              </a:ext>
            </a:extLst>
          </p:cNvPr>
          <p:cNvSpPr/>
          <p:nvPr/>
        </p:nvSpPr>
        <p:spPr>
          <a:xfrm>
            <a:off x="2690413" y="3682630"/>
            <a:ext cx="492179" cy="1789135"/>
          </a:xfrm>
          <a:prstGeom prst="roundRect">
            <a:avLst>
              <a:gd name="adj" fmla="val 48000"/>
            </a:avLst>
          </a:prstGeom>
          <a:noFill/>
          <a:ln w="15875">
            <a:solidFill>
              <a:srgbClr val="3C441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Helvetica Neue" panose="02000503000000020004"/>
              <a:ea typeface="+mn-ea"/>
              <a:cs typeface="+mn-cs"/>
            </a:endParaRPr>
          </a:p>
        </p:txBody>
      </p:sp>
    </p:spTree>
    <p:extLst>
      <p:ext uri="{BB962C8B-B14F-4D97-AF65-F5344CB8AC3E}">
        <p14:creationId xmlns:p14="http://schemas.microsoft.com/office/powerpoint/2010/main" val="7915960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9D2E9-4FAE-A8FA-540E-26A2D3F4C19D}"/>
            </a:ext>
          </a:extLst>
        </p:cNvPr>
        <p:cNvGrpSpPr/>
        <p:nvPr/>
      </p:nvGrpSpPr>
      <p:grpSpPr>
        <a:xfrm>
          <a:off x="0" y="0"/>
          <a:ext cx="0" cy="0"/>
          <a:chOff x="0" y="0"/>
          <a:chExt cx="0" cy="0"/>
        </a:xfrm>
      </p:grpSpPr>
      <p:graphicFrame>
        <p:nvGraphicFramePr>
          <p:cNvPr id="5" name="Table_2">
            <a:extLst>
              <a:ext uri="{FF2B5EF4-FFF2-40B4-BE49-F238E27FC236}">
                <a16:creationId xmlns:a16="http://schemas.microsoft.com/office/drawing/2014/main" id="{E8C9843D-DFBD-8B21-E367-3696A28BBC46}"/>
              </a:ext>
            </a:extLst>
          </p:cNvPr>
          <p:cNvGraphicFramePr>
            <a:graphicFrameLocks noGrp="1"/>
          </p:cNvGraphicFramePr>
          <p:nvPr>
            <p:extLst>
              <p:ext uri="{D42A27DB-BD31-4B8C-83A1-F6EECF244321}">
                <p14:modId xmlns:p14="http://schemas.microsoft.com/office/powerpoint/2010/main" val="3244850342"/>
              </p:ext>
            </p:extLst>
          </p:nvPr>
        </p:nvGraphicFramePr>
        <p:xfrm>
          <a:off x="392349" y="1540510"/>
          <a:ext cx="11434128" cy="4660282"/>
        </p:xfrm>
        <a:graphic>
          <a:graphicData uri="http://schemas.openxmlformats.org/drawingml/2006/table">
            <a:tbl>
              <a:tblPr firstRow="1" bandRow="1">
                <a:tableStyleId>{8EC20E35-A176-4012-BC5E-935CFFF8708E}</a:tableStyleId>
              </a:tblPr>
              <a:tblGrid>
                <a:gridCol w="1444308">
                  <a:extLst>
                    <a:ext uri="{9D8B030D-6E8A-4147-A177-3AD203B41FA5}">
                      <a16:colId xmlns:a16="http://schemas.microsoft.com/office/drawing/2014/main" val="20000"/>
                    </a:ext>
                  </a:extLst>
                </a:gridCol>
                <a:gridCol w="731964">
                  <a:extLst>
                    <a:ext uri="{9D8B030D-6E8A-4147-A177-3AD203B41FA5}">
                      <a16:colId xmlns:a16="http://schemas.microsoft.com/office/drawing/2014/main" val="20001"/>
                    </a:ext>
                  </a:extLst>
                </a:gridCol>
                <a:gridCol w="725424">
                  <a:extLst>
                    <a:ext uri="{9D8B030D-6E8A-4147-A177-3AD203B41FA5}">
                      <a16:colId xmlns:a16="http://schemas.microsoft.com/office/drawing/2014/main" val="20002"/>
                    </a:ext>
                  </a:extLst>
                </a:gridCol>
                <a:gridCol w="725424">
                  <a:extLst>
                    <a:ext uri="{9D8B030D-6E8A-4147-A177-3AD203B41FA5}">
                      <a16:colId xmlns:a16="http://schemas.microsoft.com/office/drawing/2014/main" val="20003"/>
                    </a:ext>
                  </a:extLst>
                </a:gridCol>
                <a:gridCol w="725424">
                  <a:extLst>
                    <a:ext uri="{9D8B030D-6E8A-4147-A177-3AD203B41FA5}">
                      <a16:colId xmlns:a16="http://schemas.microsoft.com/office/drawing/2014/main" val="20004"/>
                    </a:ext>
                  </a:extLst>
                </a:gridCol>
                <a:gridCol w="725424">
                  <a:extLst>
                    <a:ext uri="{9D8B030D-6E8A-4147-A177-3AD203B41FA5}">
                      <a16:colId xmlns:a16="http://schemas.microsoft.com/office/drawing/2014/main" val="20005"/>
                    </a:ext>
                  </a:extLst>
                </a:gridCol>
                <a:gridCol w="725424">
                  <a:extLst>
                    <a:ext uri="{9D8B030D-6E8A-4147-A177-3AD203B41FA5}">
                      <a16:colId xmlns:a16="http://schemas.microsoft.com/office/drawing/2014/main" val="20006"/>
                    </a:ext>
                  </a:extLst>
                </a:gridCol>
                <a:gridCol w="725424">
                  <a:extLst>
                    <a:ext uri="{9D8B030D-6E8A-4147-A177-3AD203B41FA5}">
                      <a16:colId xmlns:a16="http://schemas.microsoft.com/office/drawing/2014/main" val="20007"/>
                    </a:ext>
                  </a:extLst>
                </a:gridCol>
                <a:gridCol w="725424">
                  <a:extLst>
                    <a:ext uri="{9D8B030D-6E8A-4147-A177-3AD203B41FA5}">
                      <a16:colId xmlns:a16="http://schemas.microsoft.com/office/drawing/2014/main" val="20008"/>
                    </a:ext>
                  </a:extLst>
                </a:gridCol>
                <a:gridCol w="725424">
                  <a:extLst>
                    <a:ext uri="{9D8B030D-6E8A-4147-A177-3AD203B41FA5}">
                      <a16:colId xmlns:a16="http://schemas.microsoft.com/office/drawing/2014/main" val="20009"/>
                    </a:ext>
                  </a:extLst>
                </a:gridCol>
                <a:gridCol w="725424">
                  <a:extLst>
                    <a:ext uri="{9D8B030D-6E8A-4147-A177-3AD203B41FA5}">
                      <a16:colId xmlns:a16="http://schemas.microsoft.com/office/drawing/2014/main" val="20010"/>
                    </a:ext>
                  </a:extLst>
                </a:gridCol>
                <a:gridCol w="725424">
                  <a:extLst>
                    <a:ext uri="{9D8B030D-6E8A-4147-A177-3AD203B41FA5}">
                      <a16:colId xmlns:a16="http://schemas.microsoft.com/office/drawing/2014/main" val="20011"/>
                    </a:ext>
                  </a:extLst>
                </a:gridCol>
                <a:gridCol w="725424">
                  <a:extLst>
                    <a:ext uri="{9D8B030D-6E8A-4147-A177-3AD203B41FA5}">
                      <a16:colId xmlns:a16="http://schemas.microsoft.com/office/drawing/2014/main" val="20012"/>
                    </a:ext>
                  </a:extLst>
                </a:gridCol>
                <a:gridCol w="639096">
                  <a:extLst>
                    <a:ext uri="{9D8B030D-6E8A-4147-A177-3AD203B41FA5}">
                      <a16:colId xmlns:a16="http://schemas.microsoft.com/office/drawing/2014/main" val="3914247390"/>
                    </a:ext>
                  </a:extLst>
                </a:gridCol>
                <a:gridCol w="639096">
                  <a:extLst>
                    <a:ext uri="{9D8B030D-6E8A-4147-A177-3AD203B41FA5}">
                      <a16:colId xmlns:a16="http://schemas.microsoft.com/office/drawing/2014/main" val="216464160"/>
                    </a:ext>
                  </a:extLst>
                </a:gridCol>
              </a:tblGrid>
              <a:tr h="0">
                <a:tc>
                  <a:txBody>
                    <a:bodyPr/>
                    <a:lstStyle/>
                    <a:p>
                      <a:pPr algn="ctr"/>
                      <a:r>
                        <a:rPr lang="en-US" sz="1000" b="0" i="0">
                          <a:solidFill>
                            <a:schemeClr val="bg1"/>
                          </a:solidFill>
                          <a:latin typeface="Century Gothic" panose="020B0502020202020204"/>
                        </a:rPr>
                        <a:t> </a:t>
                      </a:r>
                    </a:p>
                  </a:txBody>
                  <a:tcPr marT="91440" marB="91440"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0" hangingPunct="1">
                        <a:lnSpc>
                          <a:spcPct val="100000"/>
                        </a:lnSpc>
                        <a:spcBef>
                          <a:spcPts val="0"/>
                        </a:spcBef>
                        <a:spcAft>
                          <a:spcPts val="0"/>
                        </a:spcAft>
                        <a:buClrTx/>
                        <a:buSzPct val="25000"/>
                        <a:buFontTx/>
                        <a:buNone/>
                        <a:defRPr/>
                      </a:pPr>
                      <a:r>
                        <a:rPr lang="en-US" sz="1200" b="0" i="0" u="none" strike="noStrike">
                          <a:solidFill>
                            <a:schemeClr val="bg1"/>
                          </a:solidFill>
                          <a:effectLst/>
                          <a:latin typeface="Century Gothic" panose="020B0502020202020204" pitchFamily="34" charset="0"/>
                        </a:rPr>
                        <a:t>Four Seasons</a:t>
                      </a:r>
                    </a:p>
                  </a:txBody>
                  <a:tcPr marL="91450" marR="91450" marT="91440" marB="91440" anchor="ctr">
                    <a:lnL w="12700" cap="flat" cmpd="sng" algn="ctr">
                      <a:noFill/>
                      <a:prstDash val="sysDot"/>
                      <a:round/>
                      <a:headEnd type="none" w="med" len="med"/>
                      <a:tailEnd type="none" w="med" len="med"/>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3D441E"/>
                    </a:solidFill>
                  </a:tcPr>
                </a:tc>
                <a:tc hMerge="1">
                  <a:txBody>
                    <a:bodyPr/>
                    <a:lstStyle/>
                    <a:p>
                      <a:endParaRPr lang="zh-CN"/>
                    </a:p>
                  </a:txBody>
                  <a:tcPr marL="91450" marR="91450" marT="45725" marB="45725" anchor="ctr">
                    <a:lnL w="12700" cap="flat" cmpd="sng" algn="ctr">
                      <a:noFill/>
                      <a:prstDash val="sysDot"/>
                      <a:round/>
                      <a:headEnd type="none" w="med" len="med"/>
                      <a:tailEnd type="none" w="med" len="med"/>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2">
                  <a:txBody>
                    <a:bodyPr/>
                    <a:lstStyle/>
                    <a:p>
                      <a:pPr algn="ctr">
                        <a:lnSpc>
                          <a:spcPct val="80000"/>
                        </a:lnSpc>
                      </a:pPr>
                      <a:r>
                        <a:rPr lang="en-US" sz="1200" b="0"/>
                        <a:t>Regent Seven Seas</a:t>
                      </a:r>
                    </a:p>
                  </a:txBody>
                  <a:tcPr marL="91450" marR="91450" marT="91440" marB="91440" anchor="ctr">
                    <a:lnL>
                      <a:noFill/>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F216C"/>
                    </a:solidFill>
                  </a:tcPr>
                </a:tc>
                <a:tc hMerge="1">
                  <a:txBody>
                    <a:bodyPr/>
                    <a:lstStyle/>
                    <a:p>
                      <a:endParaRPr lang="zh-CN"/>
                    </a:p>
                  </a:txBody>
                  <a:tcPr marL="91450" marR="91450" marT="45725" marB="45725" anchor="ctr">
                    <a:lnL>
                      <a:noFill/>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9B5DB"/>
                    </a:solidFill>
                  </a:tcPr>
                </a:tc>
                <a:tc gridSpan="2">
                  <a:txBody>
                    <a:bodyPr/>
                    <a:lstStyle/>
                    <a:p>
                      <a:pPr algn="ctr">
                        <a:lnSpc>
                          <a:spcPct val="80000"/>
                        </a:lnSpc>
                      </a:pPr>
                      <a:r>
                        <a:rPr lang="en-US" sz="1200" b="0"/>
                        <a:t>Silversea</a:t>
                      </a:r>
                    </a:p>
                  </a:txBody>
                  <a:tcPr marL="91450" marR="91450" marT="91440" marB="91440"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39393"/>
                    </a:solidFill>
                  </a:tcPr>
                </a:tc>
                <a:tc hMerge="1">
                  <a:txBody>
                    <a:bodyPr/>
                    <a:lstStyle/>
                    <a:p>
                      <a:endParaRPr lang="zh-CN"/>
                    </a:p>
                  </a:txBody>
                  <a:tcPr marL="91450" marR="91450" marT="45725" marB="45725"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D6437"/>
                    </a:solidFill>
                  </a:tcPr>
                </a:tc>
                <a:tc gridSpan="2">
                  <a:txBody>
                    <a:bodyPr/>
                    <a:lstStyle/>
                    <a:p>
                      <a:pPr algn="ctr">
                        <a:lnSpc>
                          <a:spcPct val="80000"/>
                        </a:lnSpc>
                      </a:pPr>
                      <a:r>
                        <a:rPr lang="en-US" sz="1200" b="0">
                          <a:solidFill>
                            <a:schemeClr val="bg1"/>
                          </a:solidFill>
                        </a:rPr>
                        <a:t>Ritz-Carlton</a:t>
                      </a:r>
                      <a:endParaRPr lang="en-US" sz="1200" b="0"/>
                    </a:p>
                  </a:txBody>
                  <a:tcPr marL="91450" marR="91450" marT="91440" marB="91440" anchor="ctr">
                    <a:lnL w="12700" cap="flat" cmpd="sng" algn="ctr">
                      <a:noFill/>
                      <a:prstDash val="sysDot"/>
                      <a:round/>
                      <a:headEnd type="none" w="med" len="med"/>
                      <a:tailEnd type="none" w="med" len="med"/>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F335B"/>
                    </a:solidFill>
                  </a:tcPr>
                </a:tc>
                <a:tc hMerge="1">
                  <a:txBody>
                    <a:bodyPr/>
                    <a:lstStyle/>
                    <a:p>
                      <a:endParaRPr lang="zh-CN"/>
                    </a:p>
                  </a:txBody>
                  <a:tcPr marL="91450" marR="91450" marT="45725" marB="45725" anchor="ctr">
                    <a:lnL w="12700" cap="flat" cmpd="sng" algn="ctr">
                      <a:noFill/>
                      <a:prstDash val="sysDot"/>
                      <a:round/>
                      <a:headEnd type="none" w="med" len="med"/>
                      <a:tailEnd type="none" w="med" len="med"/>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52986"/>
                    </a:solidFill>
                  </a:tcPr>
                </a:tc>
                <a:tc gridSpan="2">
                  <a:txBody>
                    <a:bodyPr/>
                    <a:lstStyle/>
                    <a:p>
                      <a:pPr algn="ctr">
                        <a:lnSpc>
                          <a:spcPct val="80000"/>
                        </a:lnSpc>
                      </a:pPr>
                      <a:r>
                        <a:rPr lang="en-US" sz="1200" b="0"/>
                        <a:t>Seabourn</a:t>
                      </a:r>
                    </a:p>
                  </a:txBody>
                  <a:tcPr marL="91450" marR="91450" marT="91440" marB="91440" anchor="ctr">
                    <a:lnL>
                      <a:noFill/>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F88BD"/>
                    </a:solidFill>
                  </a:tcPr>
                </a:tc>
                <a:tc hMerge="1">
                  <a:txBody>
                    <a:bodyPr/>
                    <a:lstStyle/>
                    <a:p>
                      <a:endParaRPr lang="zh-CN"/>
                    </a:p>
                  </a:txBody>
                  <a:tcPr marL="91450" marR="91450" marT="45725" marB="45725" anchor="ctr">
                    <a:lnL>
                      <a:noFill/>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DBD37"/>
                    </a:solidFill>
                  </a:tcPr>
                </a:tc>
                <a:tc gridSpan="2">
                  <a:txBody>
                    <a:bodyPr/>
                    <a:lstStyle/>
                    <a:p>
                      <a:pPr algn="ctr">
                        <a:lnSpc>
                          <a:spcPct val="80000"/>
                        </a:lnSpc>
                      </a:pPr>
                      <a:r>
                        <a:rPr lang="en-US" sz="1200" b="0"/>
                        <a:t>Aman</a:t>
                      </a:r>
                      <a:endParaRPr lang="en-US" sz="1200" b="0">
                        <a:solidFill>
                          <a:schemeClr val="bg1"/>
                        </a:solidFill>
                      </a:endParaRPr>
                    </a:p>
                  </a:txBody>
                  <a:tcPr marL="91450" marR="91450" marT="91440" marB="91440"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DC38B"/>
                    </a:solidFill>
                  </a:tcPr>
                </a:tc>
                <a:tc hMerge="1">
                  <a:txBody>
                    <a:bodyPr/>
                    <a:lstStyle/>
                    <a:p>
                      <a:endParaRPr lang="zh-CN"/>
                    </a:p>
                  </a:txBody>
                  <a:tcPr marL="91450" marR="91450" marT="45725" marB="45725"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gridSpan="2">
                  <a:txBody>
                    <a:bodyPr/>
                    <a:lstStyle/>
                    <a:p>
                      <a:pPr algn="ctr">
                        <a:lnSpc>
                          <a:spcPct val="80000"/>
                        </a:lnSpc>
                      </a:pPr>
                      <a:r>
                        <a:rPr lang="en-US" sz="1200" b="0">
                          <a:solidFill>
                            <a:schemeClr val="bg1"/>
                          </a:solidFill>
                        </a:rPr>
                        <a:t>Orient </a:t>
                      </a:r>
                    </a:p>
                    <a:p>
                      <a:pPr algn="ctr">
                        <a:lnSpc>
                          <a:spcPct val="80000"/>
                        </a:lnSpc>
                      </a:pPr>
                      <a:r>
                        <a:rPr lang="en-US" sz="1200" b="0">
                          <a:solidFill>
                            <a:schemeClr val="bg1"/>
                          </a:solidFill>
                        </a:rPr>
                        <a:t>Express</a:t>
                      </a:r>
                    </a:p>
                  </a:txBody>
                  <a:tcPr marL="91450" marR="91450" marT="91440" marB="91440"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F0304"/>
                    </a:solidFill>
                  </a:tcPr>
                </a:tc>
                <a:tc hMerge="1">
                  <a:txBody>
                    <a:bodyPr/>
                    <a:lstStyle/>
                    <a:p>
                      <a:endParaRPr lang="en-US"/>
                    </a:p>
                  </a:txBody>
                  <a:tcPr/>
                </a:tc>
                <a:extLst>
                  <a:ext uri="{0D108BD9-81ED-4DB2-BD59-A6C34878D82A}">
                    <a16:rowId xmlns:a16="http://schemas.microsoft.com/office/drawing/2014/main" val="10000"/>
                  </a:ext>
                </a:extLst>
              </a:tr>
              <a:tr h="0">
                <a:tc>
                  <a:txBody>
                    <a:bodyPr/>
                    <a:lstStyle/>
                    <a:p>
                      <a:pPr algn="ctr"/>
                      <a:r>
                        <a:rPr lang="en-US" sz="1000" b="0" i="0">
                          <a:solidFill>
                            <a:schemeClr val="bg1"/>
                          </a:solidFill>
                          <a:latin typeface="Century Gothic" panose="020B0502020202020204"/>
                        </a:rPr>
                        <a:t> </a:t>
                      </a:r>
                    </a:p>
                  </a:txBody>
                  <a:tcPr marT="91440" marB="91440"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rtl="0" fontAlgn="ctr"/>
                      <a:r>
                        <a:rPr lang="en-US" sz="1050" b="1" i="0" u="none" strike="noStrike" dirty="0">
                          <a:solidFill>
                            <a:schemeClr val="accent6"/>
                          </a:solidFill>
                          <a:effectLst/>
                          <a:latin typeface="+mn-lt"/>
                        </a:rPr>
                        <a:t>{{</a:t>
                      </a:r>
                      <a:r>
                        <a:rPr lang="en-US" sz="1050" b="1" i="0" u="none" strike="noStrike" dirty="0" err="1">
                          <a:solidFill>
                            <a:schemeClr val="accent6"/>
                          </a:solidFill>
                          <a:effectLst/>
                          <a:latin typeface="+mn-lt"/>
                        </a:rPr>
                        <a:t>art_fs</a:t>
                      </a:r>
                      <a:r>
                        <a:rPr lang="en-US" sz="1050" b="1" i="0" u="none" strike="noStrike" dirty="0">
                          <a:solidFill>
                            <a:schemeClr val="accent6"/>
                          </a:solidFill>
                          <a:effectLst/>
                          <a:latin typeface="+mn-lt"/>
                        </a:rPr>
                        <a:t>}} ARTICLES</a:t>
                      </a:r>
                    </a:p>
                  </a:txBody>
                  <a:tcPr marL="4445" marR="4445" marT="91440" marB="91440" anchor="ctr">
                    <a:lnL w="12700" cap="flat" cmpd="sng" algn="ctr">
                      <a:noFill/>
                      <a:prstDash val="sysDot"/>
                      <a:round/>
                      <a:headEnd type="none" w="med" len="med"/>
                      <a:tailEnd type="none" w="med" len="med"/>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hMerge="1">
                  <a:txBody>
                    <a:bodyPr/>
                    <a:lstStyle/>
                    <a:p>
                      <a:endParaRPr lang="zh-CN"/>
                    </a:p>
                  </a:txBody>
                  <a:tcPr marL="4445" marR="4445" marT="4445" marB="0" anchor="ctr">
                    <a:lnL w="12700" cap="flat" cmpd="sng" algn="ctr">
                      <a:noFill/>
                      <a:prstDash val="sysDot"/>
                      <a:round/>
                      <a:headEnd type="none" w="med" len="med"/>
                      <a:tailEnd type="none" w="med" len="med"/>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gridSpan="2">
                  <a:txBody>
                    <a:bodyPr/>
                    <a:lstStyle/>
                    <a:p>
                      <a:pPr algn="ctr" rtl="0" fontAlgn="ctr"/>
                      <a:r>
                        <a:rPr lang="en-US" sz="1050" b="1" i="0" u="none" strike="noStrike" dirty="0">
                          <a:solidFill>
                            <a:schemeClr val="accent6"/>
                          </a:solidFill>
                          <a:effectLst/>
                          <a:latin typeface="+mn-lt"/>
                        </a:rPr>
                        <a:t>{{</a:t>
                      </a:r>
                      <a:r>
                        <a:rPr lang="en-US" sz="1050" b="1" i="0" u="none" strike="noStrike" dirty="0" err="1">
                          <a:solidFill>
                            <a:schemeClr val="accent6"/>
                          </a:solidFill>
                          <a:effectLst/>
                          <a:latin typeface="+mn-lt"/>
                        </a:rPr>
                        <a:t>art_reg</a:t>
                      </a:r>
                      <a:r>
                        <a:rPr lang="en-US" sz="1050" b="1" i="0" u="none" strike="noStrike" dirty="0">
                          <a:solidFill>
                            <a:schemeClr val="accent6"/>
                          </a:solidFill>
                          <a:effectLst/>
                          <a:latin typeface="+mn-lt"/>
                        </a:rPr>
                        <a:t>}} ARTICLES</a:t>
                      </a:r>
                    </a:p>
                  </a:txBody>
                  <a:tcPr marL="4445" marR="4445" marT="91440" marB="91440" anchor="ctr">
                    <a:lnL>
                      <a:noFill/>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hMerge="1">
                  <a:txBody>
                    <a:bodyPr/>
                    <a:lstStyle/>
                    <a:p>
                      <a:endParaRPr lang="zh-CN"/>
                    </a:p>
                  </a:txBody>
                  <a:tcPr marL="4445" marR="4445" marT="4445" marB="0" anchor="ctr">
                    <a:lnL>
                      <a:noFill/>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gridSpan="2">
                  <a:txBody>
                    <a:bodyPr/>
                    <a:lstStyle/>
                    <a:p>
                      <a:pPr algn="ctr" rtl="0" fontAlgn="ctr"/>
                      <a:r>
                        <a:rPr lang="en-US" sz="1050" b="1" i="0" u="none" strike="noStrike" dirty="0">
                          <a:solidFill>
                            <a:schemeClr val="accent6"/>
                          </a:solidFill>
                          <a:effectLst/>
                          <a:latin typeface="+mn-lt"/>
                        </a:rPr>
                        <a:t>{{</a:t>
                      </a:r>
                      <a:r>
                        <a:rPr lang="en-US" sz="1050" b="1" i="0" u="none" strike="noStrike" dirty="0" err="1">
                          <a:solidFill>
                            <a:schemeClr val="accent6"/>
                          </a:solidFill>
                          <a:effectLst/>
                          <a:latin typeface="+mn-lt"/>
                        </a:rPr>
                        <a:t>art_sil</a:t>
                      </a:r>
                      <a:r>
                        <a:rPr lang="en-US" sz="1050" b="1" i="0" u="none" strike="noStrike" dirty="0">
                          <a:solidFill>
                            <a:schemeClr val="accent6"/>
                          </a:solidFill>
                          <a:effectLst/>
                          <a:latin typeface="+mn-lt"/>
                        </a:rPr>
                        <a:t>}} ARTICLES</a:t>
                      </a:r>
                    </a:p>
                  </a:txBody>
                  <a:tcPr marL="4445" marR="4445" marT="91440" marB="91440"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hMerge="1">
                  <a:txBody>
                    <a:bodyPr/>
                    <a:lstStyle/>
                    <a:p>
                      <a:endParaRPr lang="zh-CN"/>
                    </a:p>
                  </a:txBody>
                  <a:tcPr marL="4445" marR="4445" marT="4445" marB="0"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gridSpan="2">
                  <a:txBody>
                    <a:bodyPr/>
                    <a:lstStyle/>
                    <a:p>
                      <a:pPr algn="ctr" rtl="0" fontAlgn="ctr"/>
                      <a:r>
                        <a:rPr lang="en-US" sz="1050" b="1" i="0" u="none" strike="noStrike" dirty="0">
                          <a:solidFill>
                            <a:schemeClr val="accent6"/>
                          </a:solidFill>
                          <a:effectLst/>
                          <a:latin typeface="+mn-lt"/>
                        </a:rPr>
                        <a:t>{{</a:t>
                      </a:r>
                      <a:r>
                        <a:rPr lang="en-US" sz="1050" b="1" i="0" u="none" strike="noStrike" dirty="0" err="1">
                          <a:solidFill>
                            <a:schemeClr val="accent6"/>
                          </a:solidFill>
                          <a:effectLst/>
                          <a:latin typeface="+mn-lt"/>
                        </a:rPr>
                        <a:t>art_rit</a:t>
                      </a:r>
                      <a:r>
                        <a:rPr lang="en-US" sz="1050" b="1" i="0" u="none" strike="noStrike" dirty="0">
                          <a:solidFill>
                            <a:schemeClr val="accent6"/>
                          </a:solidFill>
                          <a:effectLst/>
                          <a:latin typeface="+mn-lt"/>
                        </a:rPr>
                        <a:t>}} ARTICLES</a:t>
                      </a:r>
                    </a:p>
                  </a:txBody>
                  <a:tcPr marL="4445" marR="4445" marT="91440" marB="91440" anchor="ctr">
                    <a:lnL w="12700" cap="flat" cmpd="sng" algn="ctr">
                      <a:noFill/>
                      <a:prstDash val="sysDot"/>
                      <a:round/>
                      <a:headEnd type="none" w="med" len="med"/>
                      <a:tailEnd type="none" w="med" len="med"/>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hMerge="1">
                  <a:txBody>
                    <a:bodyPr/>
                    <a:lstStyle/>
                    <a:p>
                      <a:endParaRPr lang="zh-CN"/>
                    </a:p>
                  </a:txBody>
                  <a:tcPr marL="4445" marR="4445" marT="4445" marB="0" anchor="ctr">
                    <a:lnL w="12700" cap="flat" cmpd="sng" algn="ctr">
                      <a:noFill/>
                      <a:prstDash val="sysDot"/>
                      <a:round/>
                      <a:headEnd type="none" w="med" len="med"/>
                      <a:tailEnd type="none" w="med" len="med"/>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gridSpan="2">
                  <a:txBody>
                    <a:bodyPr/>
                    <a:lstStyle/>
                    <a:p>
                      <a:pPr algn="ctr" rtl="0" fontAlgn="ctr"/>
                      <a:r>
                        <a:rPr lang="en-US" sz="1050" b="1" i="0" u="none" strike="noStrike" dirty="0">
                          <a:solidFill>
                            <a:schemeClr val="accent6"/>
                          </a:solidFill>
                          <a:effectLst/>
                          <a:latin typeface="+mn-lt"/>
                        </a:rPr>
                        <a:t>{{</a:t>
                      </a:r>
                      <a:r>
                        <a:rPr lang="en-US" sz="1050" b="1" i="0" u="none" strike="noStrike" dirty="0" err="1">
                          <a:solidFill>
                            <a:schemeClr val="accent6"/>
                          </a:solidFill>
                          <a:effectLst/>
                          <a:latin typeface="+mn-lt"/>
                        </a:rPr>
                        <a:t>art_sea</a:t>
                      </a:r>
                      <a:r>
                        <a:rPr lang="en-US" sz="1050" b="1" i="0" u="none" strike="noStrike" dirty="0">
                          <a:solidFill>
                            <a:schemeClr val="accent6"/>
                          </a:solidFill>
                          <a:effectLst/>
                          <a:latin typeface="+mn-lt"/>
                        </a:rPr>
                        <a:t>}} ARTICLES</a:t>
                      </a:r>
                    </a:p>
                  </a:txBody>
                  <a:tcPr marL="4445" marR="4445" marT="91440" marB="91440" anchor="ctr">
                    <a:lnL>
                      <a:noFill/>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hMerge="1">
                  <a:txBody>
                    <a:bodyPr/>
                    <a:lstStyle/>
                    <a:p>
                      <a:endParaRPr lang="zh-CN"/>
                    </a:p>
                  </a:txBody>
                  <a:tcPr marL="4445" marR="4445" marT="4445" marB="0" anchor="ctr">
                    <a:lnL>
                      <a:noFill/>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gridSpan="2">
                  <a:txBody>
                    <a:bodyPr/>
                    <a:lstStyle/>
                    <a:p>
                      <a:pPr algn="ctr" rtl="0" fontAlgn="ctr"/>
                      <a:r>
                        <a:rPr lang="en-US" sz="1050" b="1" i="0" u="none" strike="noStrike" dirty="0">
                          <a:solidFill>
                            <a:schemeClr val="accent6"/>
                          </a:solidFill>
                          <a:effectLst/>
                          <a:latin typeface="+mn-lt"/>
                        </a:rPr>
                        <a:t>{{</a:t>
                      </a:r>
                      <a:r>
                        <a:rPr lang="en-US" sz="1050" b="1" i="0" u="none" strike="noStrike" dirty="0" err="1">
                          <a:solidFill>
                            <a:schemeClr val="accent6"/>
                          </a:solidFill>
                          <a:effectLst/>
                          <a:latin typeface="+mn-lt"/>
                        </a:rPr>
                        <a:t>art_ama</a:t>
                      </a:r>
                      <a:r>
                        <a:rPr lang="en-US" sz="1050" b="1" i="0" u="none" strike="noStrike" dirty="0">
                          <a:solidFill>
                            <a:schemeClr val="accent6"/>
                          </a:solidFill>
                          <a:effectLst/>
                          <a:latin typeface="+mn-lt"/>
                        </a:rPr>
                        <a:t>}} ARTICLES</a:t>
                      </a:r>
                    </a:p>
                  </a:txBody>
                  <a:tcPr marL="4445" marR="4445" marT="91440" marB="91440"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hMerge="1">
                  <a:txBody>
                    <a:bodyPr/>
                    <a:lstStyle/>
                    <a:p>
                      <a:endParaRPr lang="zh-CN"/>
                    </a:p>
                  </a:txBody>
                  <a:tcPr marL="4445" marR="4445" marT="4445" marB="0"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gridSpan="2">
                  <a:txBody>
                    <a:bodyPr/>
                    <a:lstStyle/>
                    <a:p>
                      <a:pPr marL="0" marR="0" lvl="0" indent="0" algn="ctr" rtl="0" eaLnBrk="1" fontAlgn="ctr" latinLnBrk="0" hangingPunct="1">
                        <a:lnSpc>
                          <a:spcPct val="100000"/>
                        </a:lnSpc>
                        <a:spcBef>
                          <a:spcPts val="0"/>
                        </a:spcBef>
                        <a:spcAft>
                          <a:spcPts val="0"/>
                        </a:spcAft>
                        <a:buClrTx/>
                        <a:buSzTx/>
                        <a:buFontTx/>
                        <a:buNone/>
                      </a:pPr>
                      <a:r>
                        <a:rPr lang="en-US" sz="1050" b="1" i="0" u="none" strike="noStrike" dirty="0">
                          <a:solidFill>
                            <a:schemeClr val="accent6"/>
                          </a:solidFill>
                          <a:effectLst/>
                          <a:latin typeface="+mn-lt"/>
                        </a:rPr>
                        <a:t>{{</a:t>
                      </a:r>
                      <a:r>
                        <a:rPr lang="en-US" sz="1050" b="1" i="0" u="none" strike="noStrike" dirty="0" err="1">
                          <a:solidFill>
                            <a:schemeClr val="accent6"/>
                          </a:solidFill>
                          <a:effectLst/>
                          <a:latin typeface="+mn-lt"/>
                        </a:rPr>
                        <a:t>art_ori</a:t>
                      </a:r>
                      <a:r>
                        <a:rPr lang="en-US" sz="1050" b="1" i="0" u="none" strike="noStrike" dirty="0">
                          <a:solidFill>
                            <a:schemeClr val="accent6"/>
                          </a:solidFill>
                          <a:effectLst/>
                          <a:latin typeface="+mn-lt"/>
                        </a:rPr>
                        <a:t>}} ARTICLES</a:t>
                      </a:r>
                    </a:p>
                  </a:txBody>
                  <a:tcPr marL="4445" marR="4445" marT="91440" marB="91440"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hMerge="1">
                  <a:txBody>
                    <a:bodyPr/>
                    <a:lstStyle/>
                    <a:p>
                      <a:endParaRPr lang="en-US"/>
                    </a:p>
                  </a:txBody>
                  <a:tcPr/>
                </a:tc>
                <a:extLst>
                  <a:ext uri="{0D108BD9-81ED-4DB2-BD59-A6C34878D82A}">
                    <a16:rowId xmlns:a16="http://schemas.microsoft.com/office/drawing/2014/main" val="10001"/>
                  </a:ext>
                </a:extLst>
              </a:tr>
              <a:tr h="0">
                <a:tc>
                  <a:txBody>
                    <a:bodyPr/>
                    <a:lstStyle/>
                    <a:p>
                      <a:pPr algn="ctr"/>
                      <a:r>
                        <a:rPr lang="en-US" sz="1000" b="0" i="0">
                          <a:solidFill>
                            <a:schemeClr val="bg1"/>
                          </a:solidFill>
                          <a:latin typeface="Century Gothic" panose="020B0502020202020204"/>
                        </a:rPr>
                        <a:t> </a:t>
                      </a:r>
                    </a:p>
                  </a:txBody>
                  <a:tcPr marT="91440" marB="91440"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900" b="1" u="none" strike="noStrike">
                          <a:solidFill>
                            <a:schemeClr val="tx1"/>
                          </a:solidFill>
                          <a:effectLst/>
                          <a:latin typeface="+mn-lt"/>
                        </a:rPr>
                        <a:t>VOL</a:t>
                      </a:r>
                      <a:endParaRPr lang="en-US" sz="900" b="1" i="0" u="none" strike="noStrike">
                        <a:solidFill>
                          <a:schemeClr val="tx1"/>
                        </a:solidFill>
                        <a:effectLst/>
                        <a:latin typeface="+mn-lt"/>
                      </a:endParaRPr>
                    </a:p>
                  </a:txBody>
                  <a:tcPr marL="4445" marR="4445" marT="91440" marB="91440" anchor="ctr">
                    <a:lnL w="12700" cap="flat" cmpd="sng" algn="ctr">
                      <a:noFill/>
                      <a:prstDash val="sysDot"/>
                      <a:round/>
                      <a:headEnd type="none" w="med" len="med"/>
                      <a:tailEnd type="none" w="med" len="med"/>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algn="ctr" rtl="0" fontAlgn="ctr"/>
                      <a:r>
                        <a:rPr lang="en-US" sz="900" b="1" u="none" strike="noStrike">
                          <a:solidFill>
                            <a:schemeClr val="tx1"/>
                          </a:solidFill>
                          <a:effectLst/>
                          <a:latin typeface="+mn-lt"/>
                        </a:rPr>
                        <a:t>% SOPF*</a:t>
                      </a:r>
                      <a:endParaRPr lang="en-US" sz="900" b="1" i="0" u="none" strike="noStrike">
                        <a:solidFill>
                          <a:schemeClr val="tx1"/>
                        </a:solidFill>
                        <a:effectLst/>
                        <a:latin typeface="+mn-lt"/>
                      </a:endParaRPr>
                    </a:p>
                  </a:txBody>
                  <a:tcPr marL="4445" marR="4445" marT="91440" marB="91440" anchor="ctr">
                    <a:lnL w="12700" cap="flat" cmpd="sng" algn="ctr">
                      <a:noFill/>
                      <a:prstDash val="sysDot"/>
                      <a:round/>
                      <a:headEnd type="none" w="med" len="med"/>
                      <a:tailEnd type="none" w="med" len="med"/>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algn="ctr" rtl="0" fontAlgn="ctr"/>
                      <a:r>
                        <a:rPr lang="en-US" sz="900" b="1" i="0" u="none" strike="noStrike">
                          <a:solidFill>
                            <a:schemeClr val="tx1"/>
                          </a:solidFill>
                          <a:effectLst/>
                          <a:latin typeface="+mn-lt"/>
                        </a:rPr>
                        <a:t>VOL</a:t>
                      </a:r>
                    </a:p>
                  </a:txBody>
                  <a:tcPr marL="4445" marR="4445" marT="91440" marB="91440" anchor="ctr">
                    <a:lnL>
                      <a:noFill/>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algn="ctr" rtl="0" fontAlgn="ctr"/>
                      <a:r>
                        <a:rPr lang="en-US" sz="900" b="1" u="none" strike="noStrike">
                          <a:solidFill>
                            <a:schemeClr val="tx1"/>
                          </a:solidFill>
                          <a:effectLst/>
                          <a:latin typeface="+mn-lt"/>
                        </a:rPr>
                        <a:t>% SOPF*</a:t>
                      </a:r>
                      <a:endParaRPr lang="en-US" sz="900" b="1" i="0" u="none" strike="noStrike">
                        <a:solidFill>
                          <a:schemeClr val="tx1"/>
                        </a:solidFill>
                        <a:effectLst/>
                        <a:latin typeface="+mn-lt"/>
                      </a:endParaRPr>
                    </a:p>
                  </a:txBody>
                  <a:tcPr marL="4445" marR="4445" marT="91440" marB="91440" anchor="ctr">
                    <a:lnL>
                      <a:noFill/>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algn="ctr" rtl="0" fontAlgn="ctr"/>
                      <a:r>
                        <a:rPr lang="en-US" sz="900" b="1" i="0" u="none" strike="noStrike">
                          <a:solidFill>
                            <a:schemeClr val="tx1"/>
                          </a:solidFill>
                          <a:effectLst/>
                          <a:latin typeface="+mn-lt"/>
                        </a:rPr>
                        <a:t>VOL</a:t>
                      </a:r>
                    </a:p>
                  </a:txBody>
                  <a:tcPr marL="4445" marR="4445" marT="91440" marB="91440"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algn="ctr" rtl="0" fontAlgn="ctr"/>
                      <a:r>
                        <a:rPr lang="en-US" sz="900" b="1" u="none" strike="noStrike">
                          <a:solidFill>
                            <a:schemeClr val="tx1"/>
                          </a:solidFill>
                          <a:effectLst/>
                          <a:latin typeface="+mn-lt"/>
                        </a:rPr>
                        <a:t>% SOPF*</a:t>
                      </a:r>
                      <a:endParaRPr lang="en-US" sz="900" b="1" i="0" u="none" strike="noStrike">
                        <a:solidFill>
                          <a:schemeClr val="tx1"/>
                        </a:solidFill>
                        <a:effectLst/>
                        <a:latin typeface="+mn-lt"/>
                      </a:endParaRPr>
                    </a:p>
                  </a:txBody>
                  <a:tcPr marL="4445" marR="4445" marT="91440" marB="91440"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algn="ctr" rtl="0" fontAlgn="ctr"/>
                      <a:r>
                        <a:rPr lang="en-US" sz="900" b="1" i="0" u="none" strike="noStrike">
                          <a:solidFill>
                            <a:schemeClr val="tx1"/>
                          </a:solidFill>
                          <a:effectLst/>
                          <a:latin typeface="+mn-lt"/>
                        </a:rPr>
                        <a:t>VOL</a:t>
                      </a:r>
                    </a:p>
                  </a:txBody>
                  <a:tcPr marL="4445" marR="4445" marT="91440" marB="91440" anchor="ctr">
                    <a:lnL w="12700" cap="flat" cmpd="sng" algn="ctr">
                      <a:noFill/>
                      <a:prstDash val="sysDot"/>
                      <a:round/>
                      <a:headEnd type="none" w="med" len="med"/>
                      <a:tailEnd type="none" w="med" len="med"/>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algn="ctr" rtl="0" fontAlgn="ctr"/>
                      <a:r>
                        <a:rPr lang="en-US" sz="900" b="1" u="none" strike="noStrike">
                          <a:solidFill>
                            <a:schemeClr val="tx1"/>
                          </a:solidFill>
                          <a:effectLst/>
                          <a:latin typeface="+mn-lt"/>
                        </a:rPr>
                        <a:t>% SOPF*</a:t>
                      </a:r>
                      <a:endParaRPr lang="en-US" sz="900" b="1" i="0" u="none" strike="noStrike">
                        <a:solidFill>
                          <a:schemeClr val="tx1"/>
                        </a:solidFill>
                        <a:effectLst/>
                        <a:latin typeface="+mn-lt"/>
                      </a:endParaRPr>
                    </a:p>
                  </a:txBody>
                  <a:tcPr marL="4445" marR="4445" marT="91440" marB="91440" anchor="ctr">
                    <a:lnL w="12700" cap="flat" cmpd="sng" algn="ctr">
                      <a:noFill/>
                      <a:prstDash val="sysDot"/>
                      <a:round/>
                      <a:headEnd type="none" w="med" len="med"/>
                      <a:tailEnd type="none" w="med" len="med"/>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algn="ctr" rtl="0" fontAlgn="ctr"/>
                      <a:r>
                        <a:rPr lang="en-US" sz="900" b="1" u="none" strike="noStrike">
                          <a:solidFill>
                            <a:schemeClr val="tx1"/>
                          </a:solidFill>
                          <a:effectLst/>
                          <a:latin typeface="+mn-lt"/>
                        </a:rPr>
                        <a:t>VOL</a:t>
                      </a:r>
                      <a:endParaRPr lang="en-US" sz="900" b="1" i="0" u="none" strike="noStrike">
                        <a:solidFill>
                          <a:schemeClr val="tx1"/>
                        </a:solidFill>
                        <a:effectLst/>
                        <a:latin typeface="+mn-lt"/>
                      </a:endParaRPr>
                    </a:p>
                  </a:txBody>
                  <a:tcPr marL="4445" marR="4445" marT="91440" marB="91440" anchor="ctr">
                    <a:lnL>
                      <a:noFill/>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algn="ctr" rtl="0" fontAlgn="ctr"/>
                      <a:r>
                        <a:rPr lang="en-US" sz="900" b="1" u="none" strike="noStrike">
                          <a:solidFill>
                            <a:schemeClr val="tx1"/>
                          </a:solidFill>
                          <a:effectLst/>
                          <a:latin typeface="+mn-lt"/>
                        </a:rPr>
                        <a:t>% SOPF*</a:t>
                      </a:r>
                      <a:endParaRPr lang="en-US" sz="900" b="1" i="0" u="none" strike="noStrike">
                        <a:solidFill>
                          <a:schemeClr val="tx1"/>
                        </a:solidFill>
                        <a:effectLst/>
                        <a:latin typeface="+mn-lt"/>
                      </a:endParaRPr>
                    </a:p>
                  </a:txBody>
                  <a:tcPr marL="4445" marR="4445" marT="91440" marB="91440" anchor="ctr">
                    <a:lnL>
                      <a:noFill/>
                    </a:lnL>
                    <a:lnR>
                      <a:noFill/>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algn="ctr" rtl="0" fontAlgn="ctr"/>
                      <a:r>
                        <a:rPr lang="en-US" sz="900" b="1" i="0" u="none" strike="noStrike">
                          <a:solidFill>
                            <a:schemeClr val="tx1"/>
                          </a:solidFill>
                          <a:effectLst/>
                          <a:latin typeface="+mn-lt"/>
                        </a:rPr>
                        <a:t>VOL</a:t>
                      </a:r>
                    </a:p>
                  </a:txBody>
                  <a:tcPr marL="4445" marR="4445" marT="91440" marB="91440"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algn="ctr" rtl="0" fontAlgn="ctr"/>
                      <a:r>
                        <a:rPr lang="en-US" sz="900" b="1" u="none" strike="noStrike" dirty="0">
                          <a:solidFill>
                            <a:schemeClr val="tx1"/>
                          </a:solidFill>
                          <a:effectLst/>
                          <a:latin typeface="+mn-lt"/>
                        </a:rPr>
                        <a:t>% SOPF*</a:t>
                      </a:r>
                      <a:endParaRPr lang="en-US" sz="900" b="1" i="0" u="none" strike="noStrike" dirty="0">
                        <a:solidFill>
                          <a:schemeClr val="tx1"/>
                        </a:solidFill>
                        <a:effectLst/>
                        <a:latin typeface="+mn-lt"/>
                      </a:endParaRPr>
                    </a:p>
                  </a:txBody>
                  <a:tcPr marL="4445" marR="4445" marT="91440" marB="91440"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algn="ctr" rtl="0" fontAlgn="ctr"/>
                      <a:r>
                        <a:rPr lang="en-US" sz="900" b="1" i="0" u="none" strike="noStrike">
                          <a:solidFill>
                            <a:schemeClr val="tx1"/>
                          </a:solidFill>
                          <a:effectLst/>
                          <a:latin typeface="+mn-lt"/>
                        </a:rPr>
                        <a:t>VOL</a:t>
                      </a:r>
                    </a:p>
                  </a:txBody>
                  <a:tcPr marL="4445" marR="4445" marT="91440" marB="91440"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algn="ctr" rtl="0" fontAlgn="ctr"/>
                      <a:r>
                        <a:rPr lang="en-US" sz="900" b="1" u="none" strike="noStrike">
                          <a:solidFill>
                            <a:schemeClr val="tx1"/>
                          </a:solidFill>
                          <a:effectLst/>
                          <a:latin typeface="+mn-lt"/>
                        </a:rPr>
                        <a:t>% SOPF*</a:t>
                      </a:r>
                      <a:endParaRPr lang="en-US" sz="900" b="1" i="0" u="none" strike="noStrike">
                        <a:solidFill>
                          <a:schemeClr val="tx1"/>
                        </a:solidFill>
                        <a:effectLst/>
                        <a:latin typeface="+mn-lt"/>
                      </a:endParaRPr>
                    </a:p>
                  </a:txBody>
                  <a:tcPr marL="4445" marR="4445" marT="91440" marB="91440" anchor="ctr">
                    <a:lnL>
                      <a:noFill/>
                    </a:lnL>
                    <a:lnR w="12700" cap="flat" cmpd="sng" algn="ctr">
                      <a:noFill/>
                      <a:prstDash val="sysDot"/>
                      <a:round/>
                      <a:headEnd type="none" w="med" len="med"/>
                      <a:tailEnd type="none" w="med" len="med"/>
                    </a:lnR>
                    <a:lnT w="254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extLst>
                  <a:ext uri="{0D108BD9-81ED-4DB2-BD59-A6C34878D82A}">
                    <a16:rowId xmlns:a16="http://schemas.microsoft.com/office/drawing/2014/main" val="10002"/>
                  </a:ext>
                </a:extLst>
              </a:tr>
              <a:tr h="475488">
                <a:tc>
                  <a:txBody>
                    <a:bodyPr/>
                    <a:lstStyle/>
                    <a:p>
                      <a:pPr algn="l" fontAlgn="b"/>
                      <a:r>
                        <a:rPr lang="en-US" sz="900" b="1" i="0" u="none" strike="noStrike">
                          <a:solidFill>
                            <a:schemeClr val="tx1"/>
                          </a:solidFill>
                          <a:effectLst/>
                          <a:latin typeface="+mn-lt"/>
                        </a:rPr>
                        <a:t>HEADLINES</a:t>
                      </a:r>
                    </a:p>
                  </a:txBody>
                  <a:tcPr marL="468000" marR="9525" marT="9525" marB="0"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fs_he_vol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D441E">
                        <a:alpha val="1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fs_he_sopf</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D441E">
                        <a:alpha val="1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re_he_vol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a:noFill/>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216C">
                        <a:alpha val="2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re_he_sopf</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a:noFill/>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216C">
                        <a:alpha val="2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si_he_vol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39393">
                        <a:alpha val="1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si_he_sopf</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39393">
                        <a:alpha val="1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ri_he_vol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335B">
                        <a:alpha val="1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ri_he_sopf</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335B">
                        <a:alpha val="1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se_he_vol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a:noFill/>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F88BD">
                        <a:alpha val="1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se_he_sopf</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a:noFill/>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F88BD">
                        <a:alpha val="1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am_he_vol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C38B">
                        <a:alpha val="1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am_he_sopf</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C38B">
                        <a:alpha val="1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or_he_vol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0304">
                        <a:alpha val="1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or_he_sopf</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0304">
                        <a:alpha val="15000"/>
                      </a:srgbClr>
                    </a:solidFill>
                  </a:tcPr>
                </a:tc>
                <a:extLst>
                  <a:ext uri="{0D108BD9-81ED-4DB2-BD59-A6C34878D82A}">
                    <a16:rowId xmlns:a16="http://schemas.microsoft.com/office/drawing/2014/main" val="10003"/>
                  </a:ext>
                </a:extLst>
              </a:tr>
              <a:tr h="511954">
                <a:tc>
                  <a:txBody>
                    <a:bodyPr/>
                    <a:lstStyle/>
                    <a:p>
                      <a:pPr algn="l" fontAlgn="b"/>
                      <a:r>
                        <a:rPr lang="en-US" sz="900" b="1" i="0" u="none" strike="noStrike">
                          <a:solidFill>
                            <a:schemeClr val="tx1"/>
                          </a:solidFill>
                          <a:effectLst/>
                          <a:latin typeface="+mn-lt"/>
                        </a:rPr>
                        <a:t>EXCLUSIVE</a:t>
                      </a:r>
                    </a:p>
                  </a:txBody>
                  <a:tcPr marL="468000" marR="9525" marT="9525" marB="0"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fs_ex_vol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D441E">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fs_ex_sopf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D441E">
                        <a:alpha val="1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re_ex_vol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216C">
                        <a:alpha val="2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re_ex_sopf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216C">
                        <a:alpha val="2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si_ex_vol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39393">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si_ex_sopf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39393">
                        <a:alpha val="1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ri_ex_vol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335B">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ri_ex_sopf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335B">
                        <a:alpha val="1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se_ex_vol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F88BD">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se_ex_sopf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F88BD">
                        <a:alpha val="1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am_ex_vol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C38B">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am_ex_sopf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C38B">
                        <a:alpha val="15000"/>
                      </a:srgbClr>
                    </a:solidFill>
                  </a:tcPr>
                </a:tc>
                <a:tc>
                  <a:txBody>
                    <a:bodyPr/>
                    <a:lstStyle/>
                    <a:p>
                      <a:pPr marL="0" algn="ctr" defTabSz="914400" rtl="0" eaLnBrk="1" fontAlgn="b" latinLnBrk="0" hangingPunct="1">
                        <a:buNone/>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or_ex_vol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0304">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or_ex_sopf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0304">
                        <a:alpha val="15000"/>
                      </a:srgbClr>
                    </a:solidFill>
                  </a:tcPr>
                </a:tc>
                <a:extLst>
                  <a:ext uri="{0D108BD9-81ED-4DB2-BD59-A6C34878D82A}">
                    <a16:rowId xmlns:a16="http://schemas.microsoft.com/office/drawing/2014/main" val="10004"/>
                  </a:ext>
                </a:extLst>
              </a:tr>
              <a:tr h="475488">
                <a:tc>
                  <a:txBody>
                    <a:bodyPr/>
                    <a:lstStyle/>
                    <a:p>
                      <a:pPr algn="l" fontAlgn="b"/>
                      <a:r>
                        <a:rPr lang="en-US" sz="900" b="1" i="0" u="none" strike="noStrike">
                          <a:solidFill>
                            <a:schemeClr val="tx1"/>
                          </a:solidFill>
                          <a:effectLst/>
                          <a:latin typeface="+mn-lt"/>
                        </a:rPr>
                        <a:t>LEAD</a:t>
                      </a:r>
                    </a:p>
                  </a:txBody>
                  <a:tcPr marL="468000" marR="9525" marT="9525" marB="0"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fs_le_vol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D441E">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fs_le_sopf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D441E">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re_le_vol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216C">
                        <a:alpha val="2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re_le_sopf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216C">
                        <a:alpha val="2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si_le_vol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39393">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si_le_sopf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39393">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ri_le_vol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335B">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ri_le_sopf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335B">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se_le_vol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F88BD">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se_le_sopf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F88BD">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am_le_vol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C38B">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am_le_sopf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C38B">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or_le_vol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0304">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or_le_sopf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0304">
                        <a:alpha val="15000"/>
                      </a:srgbClr>
                    </a:solidFill>
                  </a:tcPr>
                </a:tc>
                <a:extLst>
                  <a:ext uri="{0D108BD9-81ED-4DB2-BD59-A6C34878D82A}">
                    <a16:rowId xmlns:a16="http://schemas.microsoft.com/office/drawing/2014/main" val="10005"/>
                  </a:ext>
                </a:extLst>
              </a:tr>
              <a:tr h="475488">
                <a:tc>
                  <a:txBody>
                    <a:bodyPr/>
                    <a:lstStyle/>
                    <a:p>
                      <a:pPr algn="l" fontAlgn="b"/>
                      <a:r>
                        <a:rPr lang="en-US" sz="900" b="1" i="0" u="none" strike="noStrike">
                          <a:solidFill>
                            <a:schemeClr val="tx1"/>
                          </a:solidFill>
                          <a:effectLst/>
                          <a:latin typeface="+mn-lt"/>
                        </a:rPr>
                        <a:t>EXTENT OF </a:t>
                      </a:r>
                      <a:br>
                        <a:rPr lang="en-US" sz="900" b="1" i="0" u="none" strike="noStrike">
                          <a:solidFill>
                            <a:schemeClr val="tx1"/>
                          </a:solidFill>
                          <a:effectLst/>
                          <a:latin typeface="+mn-lt"/>
                        </a:rPr>
                      </a:br>
                      <a:r>
                        <a:rPr lang="en-US" sz="900" b="1" i="0" u="none" strike="noStrike">
                          <a:solidFill>
                            <a:schemeClr val="tx1"/>
                          </a:solidFill>
                          <a:effectLst/>
                          <a:latin typeface="+mn-lt"/>
                        </a:rPr>
                        <a:t>MENTION 2+</a:t>
                      </a:r>
                    </a:p>
                  </a:txBody>
                  <a:tcPr marL="468000" marR="9525" marT="9525" marB="0"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fs_ex_vol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D441E">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fs_ex_sopf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D441E">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re_ex_vol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216C">
                        <a:alpha val="2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re_ex_sopf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216C">
                        <a:alpha val="2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si_ex_vol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39393">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si_ex_sopf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39393">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ri_ex_vol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335B">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ri_ex_sopf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335B">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se_ex_vol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F88BD">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se_ex_sopf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F88BD">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am_ex_vol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C38B">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am_ex_sopf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C38B">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or_ex_vol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0304">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or_ex_sopf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0304">
                        <a:alpha val="15000"/>
                      </a:srgbClr>
                    </a:solidFill>
                  </a:tcPr>
                </a:tc>
                <a:extLst>
                  <a:ext uri="{0D108BD9-81ED-4DB2-BD59-A6C34878D82A}">
                    <a16:rowId xmlns:a16="http://schemas.microsoft.com/office/drawing/2014/main" val="10006"/>
                  </a:ext>
                </a:extLst>
              </a:tr>
              <a:tr h="475488">
                <a:tc>
                  <a:txBody>
                    <a:bodyPr/>
                    <a:lstStyle/>
                    <a:p>
                      <a:pPr algn="l" fontAlgn="b"/>
                      <a:r>
                        <a:rPr lang="en-US" sz="900" b="1" i="0" u="none" strike="noStrike">
                          <a:solidFill>
                            <a:schemeClr val="tx1"/>
                          </a:solidFill>
                          <a:effectLst/>
                          <a:latin typeface="+mn-lt"/>
                        </a:rPr>
                        <a:t>VISUAL</a:t>
                      </a:r>
                    </a:p>
                  </a:txBody>
                  <a:tcPr marL="468000" marR="9525" marT="9525" marB="0"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fs_vi_vol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D441E">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fs_vi_sopf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D441E">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re_vi_vol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216C">
                        <a:alpha val="2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re_vi_sopf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216C">
                        <a:alpha val="2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si_vi_vol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39393">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si_vi_sopf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39393">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ri_vi_vol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335B">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ri_vi_sopf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F335B">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se_vi_vol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F88BD">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se_vi_sopf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F88BD">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am_vi_vol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C38B">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am_vi_sopf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DC38B">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or_vi_vol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0304">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or_vi_sopf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0304">
                        <a:alpha val="15000"/>
                      </a:srgbClr>
                    </a:solidFill>
                  </a:tcPr>
                </a:tc>
                <a:extLst>
                  <a:ext uri="{0D108BD9-81ED-4DB2-BD59-A6C34878D82A}">
                    <a16:rowId xmlns:a16="http://schemas.microsoft.com/office/drawing/2014/main" val="10007"/>
                  </a:ext>
                </a:extLst>
              </a:tr>
              <a:tr h="475488">
                <a:tc>
                  <a:txBody>
                    <a:bodyPr/>
                    <a:lstStyle/>
                    <a:p>
                      <a:pPr algn="l" fontAlgn="b"/>
                      <a:r>
                        <a:rPr lang="en-US" sz="900" b="1" i="0" u="none" strike="noStrike">
                          <a:solidFill>
                            <a:schemeClr val="tx1"/>
                          </a:solidFill>
                          <a:effectLst/>
                          <a:latin typeface="+mn-lt"/>
                        </a:rPr>
                        <a:t>POSITIVE TONE</a:t>
                      </a:r>
                    </a:p>
                  </a:txBody>
                  <a:tcPr marL="468000" marR="9525" marT="9525" marB="0"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C4BC">
                        <a:alpha val="30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fs_po_vol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3D441E">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fs_po_sopf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3D441E">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re_po_vol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F216C">
                        <a:alpha val="2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re_po_sopf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F216C">
                        <a:alpha val="2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si_po_vol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39393">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si_po_sopf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39393">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ri_po_vol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F335B">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ri_po_sopf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w="12700" cap="flat" cmpd="sng" algn="ctr">
                      <a:noFill/>
                      <a:prstDash val="sysDot"/>
                      <a:round/>
                      <a:headEnd type="none" w="med" len="med"/>
                      <a:tailEnd type="none" w="med" len="med"/>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F335B">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se_po_vol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F88BD">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se_po_sopf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F88BD">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am_po_vol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DC38B">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am_po_sopf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DC38B">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US" sz="1200" b="0" i="0" u="none" strike="noStrike" kern="1200" dirty="0">
                          <a:solidFill>
                            <a:schemeClr val="tx1"/>
                          </a:solidFill>
                          <a:effectLst/>
                          <a:latin typeface="Century Gothic" panose="020B0502020202020204"/>
                          <a:ea typeface="+mn-ea"/>
                          <a:cs typeface="+mn-cs"/>
                        </a:rPr>
                        <a:t>{{</a:t>
                      </a:r>
                      <a:r>
                        <a:rPr lang="es-US" sz="1200" b="0" i="0" u="none" strike="noStrike" kern="1200" dirty="0" err="1">
                          <a:solidFill>
                            <a:schemeClr val="tx1"/>
                          </a:solidFill>
                          <a:effectLst/>
                          <a:latin typeface="Century Gothic" panose="020B0502020202020204"/>
                          <a:ea typeface="+mn-ea"/>
                          <a:cs typeface="+mn-cs"/>
                        </a:rPr>
                        <a:t>or_po_vol</a:t>
                      </a:r>
                      <a:r>
                        <a:rPr lang="es-US" sz="1200" b="0" i="0" u="none" strike="noStrike" kern="1200" dirty="0">
                          <a:solidFill>
                            <a:schemeClr val="tx1"/>
                          </a:solidFill>
                          <a:effectLst/>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F0304">
                        <a:alpha val="15000"/>
                      </a:srgb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r>
                        <a:rPr kumimoji="0" lang="es-US" sz="1200" b="0" i="0" u="none" strike="noStrike" kern="1200" cap="none" spc="0" normalizeH="0" baseline="0" noProof="0" dirty="0" err="1">
                          <a:ln>
                            <a:noFill/>
                          </a:ln>
                          <a:solidFill>
                            <a:srgbClr val="000000"/>
                          </a:solidFill>
                          <a:effectLst/>
                          <a:uLnTx/>
                          <a:uFillTx/>
                          <a:latin typeface="Century Gothic" panose="020B0502020202020204"/>
                          <a:ea typeface="+mn-ea"/>
                          <a:cs typeface="+mn-cs"/>
                        </a:rPr>
                        <a:t>or_po_sopf</a:t>
                      </a:r>
                      <a:r>
                        <a:rPr kumimoji="0" lang="es-US" sz="1200" b="0" i="0" u="none" strike="noStrike" kern="1200" cap="none" spc="0" normalizeH="0" baseline="0" noProof="0" dirty="0">
                          <a:ln>
                            <a:noFill/>
                          </a:ln>
                          <a:solidFill>
                            <a:srgbClr val="000000"/>
                          </a:solidFill>
                          <a:effectLst/>
                          <a:uLnTx/>
                          <a:uFillTx/>
                          <a:latin typeface="Century Gothic" panose="020B0502020202020204"/>
                          <a:ea typeface="+mn-ea"/>
                          <a:cs typeface="+mn-cs"/>
                        </a:rPr>
                        <a:t>}}</a:t>
                      </a:r>
                    </a:p>
                  </a:txBody>
                  <a:tcPr marL="9525" marR="9525" marT="9525" anchor="ctr">
                    <a:lnL>
                      <a:noFill/>
                    </a:lnL>
                    <a:lnR w="12700" cap="flat" cmpd="sng" algn="ctr">
                      <a:noFill/>
                      <a:prstDash val="sysDot"/>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F0304">
                        <a:alpha val="15000"/>
                      </a:srgbClr>
                    </a:solidFill>
                  </a:tcPr>
                </a:tc>
                <a:extLst>
                  <a:ext uri="{0D108BD9-81ED-4DB2-BD59-A6C34878D82A}">
                    <a16:rowId xmlns:a16="http://schemas.microsoft.com/office/drawing/2014/main" val="10008"/>
                  </a:ext>
                </a:extLst>
              </a:tr>
              <a:tr h="457200">
                <a:tc>
                  <a:txBody>
                    <a:bodyPr/>
                    <a:lstStyle/>
                    <a:p>
                      <a:pPr algn="ctr" rtl="0" fontAlgn="ctr"/>
                      <a:r>
                        <a:rPr lang="en-US" sz="1050" b="1" i="0" u="none" strike="noStrike">
                          <a:solidFill>
                            <a:schemeClr val="bg1"/>
                          </a:solidFill>
                          <a:effectLst/>
                          <a:latin typeface="+mn-lt"/>
                        </a:rPr>
                        <a:t>TOTAL AVERAGE SOP</a:t>
                      </a:r>
                      <a:endParaRPr lang="en-US" sz="700" b="1" i="0" u="none" strike="noStrike">
                        <a:solidFill>
                          <a:schemeClr val="bg1"/>
                        </a:solidFill>
                        <a:effectLst/>
                        <a:latin typeface="+mn-lt"/>
                      </a:endParaRPr>
                    </a:p>
                  </a:txBody>
                  <a:tcPr marL="0" marR="4445" marT="0" marB="0"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C4BC"/>
                    </a:solidFill>
                  </a:tcPr>
                </a:tc>
                <a:tc gridSpan="2">
                  <a:txBody>
                    <a:bodyPr/>
                    <a:lstStyle/>
                    <a:p>
                      <a:pPr algn="ctr" rtl="0" fontAlgn="ctr"/>
                      <a:r>
                        <a:rPr lang="en-US" sz="1400" b="1" i="0" u="none" strike="noStrike" dirty="0">
                          <a:solidFill>
                            <a:schemeClr val="bg1"/>
                          </a:solidFill>
                          <a:effectLst/>
                          <a:latin typeface="+mn-lt"/>
                        </a:rPr>
                        <a:t>{{</a:t>
                      </a:r>
                      <a:r>
                        <a:rPr lang="en-US" sz="1400" b="1" i="0" u="none" strike="noStrike" dirty="0" err="1">
                          <a:solidFill>
                            <a:schemeClr val="bg1"/>
                          </a:solidFill>
                          <a:effectLst/>
                          <a:latin typeface="+mn-lt"/>
                        </a:rPr>
                        <a:t>fs_total</a:t>
                      </a:r>
                      <a:r>
                        <a:rPr lang="en-US" sz="1400" b="1" i="0" u="none" strike="noStrike" dirty="0">
                          <a:solidFill>
                            <a:schemeClr val="bg1"/>
                          </a:solidFill>
                          <a:effectLst/>
                          <a:latin typeface="+mn-lt"/>
                        </a:rPr>
                        <a:t>}}%</a:t>
                      </a:r>
                    </a:p>
                  </a:txBody>
                  <a:tcPr marL="4445" marR="4445" marT="4445" marB="0" anchor="ctr">
                    <a:lnL w="12700" cap="flat" cmpd="sng" algn="ctr">
                      <a:noFill/>
                      <a:prstDash val="sysDot"/>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3D441E"/>
                    </a:solidFill>
                  </a:tcPr>
                </a:tc>
                <a:tc hMerge="1">
                  <a:txBody>
                    <a:bodyPr/>
                    <a:lstStyle/>
                    <a:p>
                      <a:endParaRPr lang="zh-CN"/>
                    </a:p>
                  </a:txBody>
                  <a:tcPr marL="4445" marR="4445" marT="4445" marB="0" anchor="ctr">
                    <a:lnL w="12700" cap="flat" cmpd="sng" algn="ctr">
                      <a:noFill/>
                      <a:prstDash val="sysDot"/>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alpha val="20000"/>
                      </a:schemeClr>
                    </a:solidFill>
                  </a:tcPr>
                </a:tc>
                <a:tc gridSpan="2">
                  <a:txBody>
                    <a:bodyPr/>
                    <a:lstStyle/>
                    <a:p>
                      <a:pPr algn="ctr" rtl="0" fontAlgn="ctr"/>
                      <a:r>
                        <a:rPr lang="en-US" sz="1400" b="1" i="0" u="none" strike="noStrike" dirty="0">
                          <a:solidFill>
                            <a:schemeClr val="bg1"/>
                          </a:solidFill>
                          <a:effectLst/>
                          <a:latin typeface="+mn-lt"/>
                        </a:rPr>
                        <a:t>{{</a:t>
                      </a:r>
                      <a:r>
                        <a:rPr lang="en-US" sz="1400" b="1" i="0" u="none" strike="noStrike" dirty="0" err="1">
                          <a:solidFill>
                            <a:schemeClr val="bg1"/>
                          </a:solidFill>
                          <a:effectLst/>
                          <a:latin typeface="+mn-lt"/>
                        </a:rPr>
                        <a:t>re_total</a:t>
                      </a:r>
                      <a:r>
                        <a:rPr lang="en-US" sz="1400" b="1" i="0" u="none" strike="noStrike" dirty="0">
                          <a:solidFill>
                            <a:schemeClr val="bg1"/>
                          </a:solidFill>
                          <a:effectLst/>
                          <a:latin typeface="+mn-lt"/>
                        </a:rPr>
                        <a:t>}}%</a:t>
                      </a:r>
                    </a:p>
                  </a:txBody>
                  <a:tcPr marL="4445" marR="4445" marT="444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F216C"/>
                    </a:solidFill>
                  </a:tcPr>
                </a:tc>
                <a:tc hMerge="1">
                  <a:txBody>
                    <a:bodyPr/>
                    <a:lstStyle/>
                    <a:p>
                      <a:endParaRPr lang="zh-CN"/>
                    </a:p>
                  </a:txBody>
                  <a:tcPr marL="4445" marR="4445" marT="444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9B5DB">
                        <a:alpha val="20000"/>
                      </a:srgbClr>
                    </a:solidFill>
                  </a:tcPr>
                </a:tc>
                <a:tc gridSpan="2">
                  <a:txBody>
                    <a:bodyPr/>
                    <a:lstStyle/>
                    <a:p>
                      <a:pPr algn="ctr" rtl="0" fontAlgn="ctr"/>
                      <a:r>
                        <a:rPr lang="en-US" sz="1400" b="1" i="0" u="none" strike="noStrike" dirty="0">
                          <a:solidFill>
                            <a:schemeClr val="bg1"/>
                          </a:solidFill>
                          <a:effectLst/>
                          <a:latin typeface="+mn-lt"/>
                        </a:rPr>
                        <a:t>{{</a:t>
                      </a:r>
                      <a:r>
                        <a:rPr lang="en-US" sz="1400" b="1" i="0" u="none" strike="noStrike" dirty="0" err="1">
                          <a:solidFill>
                            <a:schemeClr val="bg1"/>
                          </a:solidFill>
                          <a:effectLst/>
                          <a:latin typeface="+mn-lt"/>
                        </a:rPr>
                        <a:t>si_total</a:t>
                      </a:r>
                      <a:r>
                        <a:rPr lang="en-US" sz="1400" b="1" i="0" u="none" strike="noStrike" dirty="0">
                          <a:solidFill>
                            <a:schemeClr val="bg1"/>
                          </a:solidFill>
                          <a:effectLst/>
                          <a:latin typeface="+mn-lt"/>
                        </a:rPr>
                        <a:t>}}%</a:t>
                      </a:r>
                    </a:p>
                  </a:txBody>
                  <a:tcPr marL="4445" marR="4445" marT="4445" marB="0" anchor="ctr">
                    <a:lnL>
                      <a:noFill/>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39393"/>
                    </a:solidFill>
                  </a:tcPr>
                </a:tc>
                <a:tc hMerge="1">
                  <a:txBody>
                    <a:bodyPr/>
                    <a:lstStyle/>
                    <a:p>
                      <a:endParaRPr lang="zh-CN"/>
                    </a:p>
                  </a:txBody>
                  <a:tcPr marL="4445" marR="4445" marT="4445" marB="0" anchor="ctr">
                    <a:lnL>
                      <a:noFill/>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D6437">
                        <a:alpha val="20000"/>
                      </a:srgbClr>
                    </a:solidFill>
                  </a:tcPr>
                </a:tc>
                <a:tc gridSpan="2">
                  <a:txBody>
                    <a:bodyPr/>
                    <a:lstStyle/>
                    <a:p>
                      <a:pPr algn="ctr" rtl="0" fontAlgn="ctr"/>
                      <a:r>
                        <a:rPr lang="en-US" sz="1400" b="1" i="0" u="none" strike="noStrike" dirty="0">
                          <a:solidFill>
                            <a:schemeClr val="bg1"/>
                          </a:solidFill>
                          <a:effectLst/>
                          <a:latin typeface="+mn-lt"/>
                        </a:rPr>
                        <a:t>{{</a:t>
                      </a:r>
                      <a:r>
                        <a:rPr lang="en-US" sz="1400" b="1" i="0" u="none" strike="noStrike" dirty="0" err="1">
                          <a:solidFill>
                            <a:schemeClr val="bg1"/>
                          </a:solidFill>
                          <a:effectLst/>
                          <a:latin typeface="+mn-lt"/>
                        </a:rPr>
                        <a:t>ri_total</a:t>
                      </a:r>
                      <a:r>
                        <a:rPr lang="en-US" sz="1400" b="1" i="0" u="none" strike="noStrike" dirty="0">
                          <a:solidFill>
                            <a:schemeClr val="bg1"/>
                          </a:solidFill>
                          <a:effectLst/>
                          <a:latin typeface="+mn-lt"/>
                        </a:rPr>
                        <a:t>}}%</a:t>
                      </a:r>
                    </a:p>
                  </a:txBody>
                  <a:tcPr marL="4445" marR="4445" marT="4445" marB="0" anchor="ctr">
                    <a:lnL w="12700" cap="flat" cmpd="sng" algn="ctr">
                      <a:noFill/>
                      <a:prstDash val="sysDot"/>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F335B"/>
                    </a:solidFill>
                  </a:tcPr>
                </a:tc>
                <a:tc hMerge="1">
                  <a:txBody>
                    <a:bodyPr/>
                    <a:lstStyle/>
                    <a:p>
                      <a:endParaRPr lang="zh-CN"/>
                    </a:p>
                  </a:txBody>
                  <a:tcPr marL="4445" marR="4445" marT="4445" marB="0" anchor="ctr">
                    <a:lnL w="12700" cap="flat" cmpd="sng" algn="ctr">
                      <a:noFill/>
                      <a:prstDash val="sysDot"/>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52986">
                        <a:alpha val="20000"/>
                      </a:srgbClr>
                    </a:solidFill>
                  </a:tcPr>
                </a:tc>
                <a:tc gridSpan="2">
                  <a:txBody>
                    <a:bodyPr/>
                    <a:lstStyle/>
                    <a:p>
                      <a:pPr algn="ctr" rtl="0" fontAlgn="ctr"/>
                      <a:r>
                        <a:rPr lang="en-US" sz="1400" b="1" i="0" u="none" strike="noStrike" dirty="0">
                          <a:solidFill>
                            <a:schemeClr val="bg1"/>
                          </a:solidFill>
                          <a:effectLst/>
                          <a:latin typeface="+mn-lt"/>
                        </a:rPr>
                        <a:t>{{</a:t>
                      </a:r>
                      <a:r>
                        <a:rPr lang="en-US" sz="1400" b="1" i="0" u="none" strike="noStrike" dirty="0" err="1">
                          <a:solidFill>
                            <a:schemeClr val="bg1"/>
                          </a:solidFill>
                          <a:effectLst/>
                          <a:latin typeface="+mn-lt"/>
                        </a:rPr>
                        <a:t>se_total</a:t>
                      </a:r>
                      <a:r>
                        <a:rPr lang="en-US" sz="1400" b="1" i="0" u="none" strike="noStrike" dirty="0">
                          <a:solidFill>
                            <a:schemeClr val="bg1"/>
                          </a:solidFill>
                          <a:effectLst/>
                          <a:latin typeface="+mn-lt"/>
                        </a:rPr>
                        <a:t>}}%</a:t>
                      </a:r>
                    </a:p>
                  </a:txBody>
                  <a:tcPr marL="4445" marR="4445" marT="444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F88BD"/>
                    </a:solidFill>
                  </a:tcPr>
                </a:tc>
                <a:tc hMerge="1">
                  <a:txBody>
                    <a:bodyPr/>
                    <a:lstStyle/>
                    <a:p>
                      <a:endParaRPr lang="zh-CN"/>
                    </a:p>
                  </a:txBody>
                  <a:tcPr marL="4445" marR="4445" marT="444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DBD37">
                        <a:alpha val="20000"/>
                      </a:srgbClr>
                    </a:solidFill>
                  </a:tcPr>
                </a:tc>
                <a:tc gridSpan="2">
                  <a:txBody>
                    <a:bodyPr/>
                    <a:lstStyle/>
                    <a:p>
                      <a:pPr algn="ctr" rtl="0" fontAlgn="ctr"/>
                      <a:r>
                        <a:rPr lang="en-US" sz="1400" b="1" i="0" u="none" strike="noStrike" dirty="0">
                          <a:solidFill>
                            <a:schemeClr val="bg1"/>
                          </a:solidFill>
                          <a:effectLst/>
                          <a:latin typeface="+mn-lt"/>
                        </a:rPr>
                        <a:t>{{</a:t>
                      </a:r>
                      <a:r>
                        <a:rPr lang="en-US" sz="1400" b="1" i="0" u="none" strike="noStrike" dirty="0" err="1">
                          <a:solidFill>
                            <a:schemeClr val="bg1"/>
                          </a:solidFill>
                          <a:effectLst/>
                          <a:latin typeface="+mn-lt"/>
                        </a:rPr>
                        <a:t>am_total</a:t>
                      </a:r>
                      <a:r>
                        <a:rPr lang="en-US" sz="1400" b="1" i="0" u="none" strike="noStrike" dirty="0">
                          <a:solidFill>
                            <a:schemeClr val="bg1"/>
                          </a:solidFill>
                          <a:effectLst/>
                          <a:latin typeface="+mn-lt"/>
                        </a:rPr>
                        <a:t>}}%</a:t>
                      </a:r>
                    </a:p>
                  </a:txBody>
                  <a:tcPr marL="4445" marR="4445" marT="4445" marB="0" anchor="ctr">
                    <a:lnL>
                      <a:noFill/>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DC38B"/>
                    </a:solidFill>
                  </a:tcPr>
                </a:tc>
                <a:tc hMerge="1">
                  <a:txBody>
                    <a:bodyPr/>
                    <a:lstStyle/>
                    <a:p>
                      <a:endParaRPr lang="zh-CN"/>
                    </a:p>
                  </a:txBody>
                  <a:tcPr marL="4445" marR="4445" marT="4445" marB="0" anchor="ctr">
                    <a:lnL>
                      <a:noFill/>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alpha val="20000"/>
                      </a:schemeClr>
                    </a:solidFill>
                  </a:tcPr>
                </a:tc>
                <a:tc gridSpan="2">
                  <a:txBody>
                    <a:bodyPr/>
                    <a:lstStyle/>
                    <a:p>
                      <a:pPr algn="ctr" rtl="0" fontAlgn="ctr"/>
                      <a:r>
                        <a:rPr lang="en-US" sz="1400" b="1" i="0" u="none" strike="noStrike" dirty="0">
                          <a:solidFill>
                            <a:schemeClr val="bg1"/>
                          </a:solidFill>
                          <a:effectLst/>
                          <a:latin typeface="+mn-lt"/>
                        </a:rPr>
                        <a:t>{{</a:t>
                      </a:r>
                      <a:r>
                        <a:rPr lang="en-US" sz="1400" b="1" i="0" u="none" strike="noStrike" dirty="0" err="1">
                          <a:solidFill>
                            <a:schemeClr val="bg1"/>
                          </a:solidFill>
                          <a:effectLst/>
                          <a:latin typeface="+mn-lt"/>
                        </a:rPr>
                        <a:t>or_total</a:t>
                      </a:r>
                      <a:r>
                        <a:rPr lang="en-US" sz="1400" b="1" i="0" u="none" strike="noStrike" dirty="0">
                          <a:solidFill>
                            <a:schemeClr val="bg1"/>
                          </a:solidFill>
                          <a:effectLst/>
                          <a:latin typeface="+mn-lt"/>
                        </a:rPr>
                        <a:t>}}%</a:t>
                      </a:r>
                    </a:p>
                  </a:txBody>
                  <a:tcPr marL="4445" marR="4445" marT="4445" marB="0" anchor="ctr">
                    <a:lnL>
                      <a:noFill/>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F0304"/>
                    </a:solidFill>
                  </a:tcPr>
                </a:tc>
                <a:tc hMerge="1">
                  <a:txBody>
                    <a:bodyPr/>
                    <a:lstStyle/>
                    <a:p>
                      <a:endParaRPr lang="zh-CN"/>
                    </a:p>
                  </a:txBody>
                  <a:tcPr marL="4445" marR="4445" marT="4445" marB="0" anchor="ctr">
                    <a:lnL>
                      <a:noFill/>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6A6A6"/>
                    </a:solidFill>
                  </a:tcPr>
                </a:tc>
                <a:extLst>
                  <a:ext uri="{0D108BD9-81ED-4DB2-BD59-A6C34878D82A}">
                    <a16:rowId xmlns:a16="http://schemas.microsoft.com/office/drawing/2014/main" val="10009"/>
                  </a:ext>
                </a:extLst>
              </a:tr>
            </a:tbl>
          </a:graphicData>
        </a:graphic>
      </p:graphicFrame>
      <p:sp>
        <p:nvSpPr>
          <p:cNvPr id="3" name="Slide Number Placeholder 2">
            <a:extLst>
              <a:ext uri="{FF2B5EF4-FFF2-40B4-BE49-F238E27FC236}">
                <a16:creationId xmlns:a16="http://schemas.microsoft.com/office/drawing/2014/main" id="{FA023591-03F5-D48A-3F2B-EE675E21B5A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07F6D5-C405-3747-904C-8A4483F83D09}" type="slidenum">
              <a:rPr kumimoji="0" lang="en-US" sz="700" b="0" i="0" u="none" strike="noStrike" kern="1200" cap="none" spc="0" normalizeH="0" baseline="0" noProof="0" smtClean="0">
                <a:ln>
                  <a:noFill/>
                </a:ln>
                <a:solidFill>
                  <a:srgbClr val="3D441E"/>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700" b="0" i="0" u="none" strike="noStrike" kern="1200" cap="none" spc="0" normalizeH="0" baseline="0" noProof="0">
              <a:ln>
                <a:noFill/>
              </a:ln>
              <a:solidFill>
                <a:srgbClr val="3D441E"/>
              </a:solidFill>
              <a:effectLst/>
              <a:uLnTx/>
              <a:uFillTx/>
              <a:latin typeface="Arial" panose="020B0604020202020204" pitchFamily="34" charset="0"/>
              <a:cs typeface="Arial" panose="020B0604020202020204" pitchFamily="34" charset="0"/>
            </a:endParaRPr>
          </a:p>
        </p:txBody>
      </p:sp>
      <p:sp>
        <p:nvSpPr>
          <p:cNvPr id="4" name="Title 3">
            <a:extLst>
              <a:ext uri="{FF2B5EF4-FFF2-40B4-BE49-F238E27FC236}">
                <a16:creationId xmlns:a16="http://schemas.microsoft.com/office/drawing/2014/main" id="{07FBEBBB-EED8-78C2-4867-86853AF6A939}"/>
              </a:ext>
            </a:extLst>
          </p:cNvPr>
          <p:cNvSpPr>
            <a:spLocks noGrp="1"/>
          </p:cNvSpPr>
          <p:nvPr>
            <p:ph type="title"/>
          </p:nvPr>
        </p:nvSpPr>
        <p:spPr/>
        <p:txBody>
          <a:bodyPr/>
          <a:lstStyle/>
          <a:p>
            <a:r>
              <a:rPr lang="en-US">
                <a:latin typeface="Saol Display Light"/>
              </a:rPr>
              <a:t>PROMINENCE FACTOR OVERVIEW </a:t>
            </a:r>
            <a:r>
              <a:rPr lang="en-US" i="1">
                <a:latin typeface="Saol Display Light"/>
              </a:rPr>
              <a:t>– GLOBAL</a:t>
            </a:r>
            <a:endParaRPr lang="en-US"/>
          </a:p>
        </p:txBody>
      </p:sp>
      <p:sp>
        <p:nvSpPr>
          <p:cNvPr id="6" name="Text Placeholder 5">
            <a:extLst>
              <a:ext uri="{FF2B5EF4-FFF2-40B4-BE49-F238E27FC236}">
                <a16:creationId xmlns:a16="http://schemas.microsoft.com/office/drawing/2014/main" id="{595A864C-A861-DD28-082A-307115CADBA1}"/>
              </a:ext>
            </a:extLst>
          </p:cNvPr>
          <p:cNvSpPr>
            <a:spLocks noGrp="1"/>
          </p:cNvSpPr>
          <p:nvPr>
            <p:ph type="body" sz="quarter" idx="24"/>
          </p:nvPr>
        </p:nvSpPr>
        <p:spPr/>
        <p:txBody>
          <a:bodyPr/>
          <a:lstStyle/>
          <a:p>
            <a:r>
              <a:rPr lang="en-US"/>
              <a:t>FOUR SEASONS HOTELS AND RESORTS</a:t>
            </a:r>
          </a:p>
        </p:txBody>
      </p:sp>
      <p:sp>
        <p:nvSpPr>
          <p:cNvPr id="2" name="Text Placeholder 1">
            <a:extLst>
              <a:ext uri="{FF2B5EF4-FFF2-40B4-BE49-F238E27FC236}">
                <a16:creationId xmlns:a16="http://schemas.microsoft.com/office/drawing/2014/main" id="{D2F6C226-35EE-75CF-612A-FDE2135C1A88}"/>
              </a:ext>
            </a:extLst>
          </p:cNvPr>
          <p:cNvSpPr>
            <a:spLocks noGrp="1"/>
          </p:cNvSpPr>
          <p:nvPr>
            <p:ph type="body" sz="quarter" idx="26"/>
          </p:nvPr>
        </p:nvSpPr>
        <p:spPr>
          <a:xfrm>
            <a:off x="348299" y="1035119"/>
            <a:ext cx="11164824" cy="391908"/>
          </a:xfrm>
        </p:spPr>
        <p:txBody>
          <a:bodyPr/>
          <a:lstStyle/>
          <a:p>
            <a:r>
              <a:rPr lang="en-US" sz="1200" dirty="0"/>
              <a:t>{{month}} 2026</a:t>
            </a:r>
          </a:p>
        </p:txBody>
      </p:sp>
      <p:sp>
        <p:nvSpPr>
          <p:cNvPr id="7" name="TextBox 6">
            <a:extLst>
              <a:ext uri="{FF2B5EF4-FFF2-40B4-BE49-F238E27FC236}">
                <a16:creationId xmlns:a16="http://schemas.microsoft.com/office/drawing/2014/main" id="{2A5B078E-2A8D-003E-1299-3D5386256ACA}"/>
              </a:ext>
            </a:extLst>
          </p:cNvPr>
          <p:cNvSpPr txBox="1"/>
          <p:nvPr/>
        </p:nvSpPr>
        <p:spPr>
          <a:xfrm>
            <a:off x="460692" y="5991138"/>
            <a:ext cx="3207929"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00000"/>
                </a:solidFill>
                <a:effectLst/>
                <a:uLnTx/>
                <a:uFillTx/>
                <a:latin typeface="Helvetica Neue" panose="02000503000000020004"/>
                <a:ea typeface="+mn-ea"/>
                <a:cs typeface="+mn-cs"/>
              </a:rPr>
              <a:t>* Share of Prominence Factor achieved across the competitive set</a:t>
            </a:r>
          </a:p>
        </p:txBody>
      </p:sp>
      <p:grpSp>
        <p:nvGrpSpPr>
          <p:cNvPr id="23" name="Group 22">
            <a:extLst>
              <a:ext uri="{FF2B5EF4-FFF2-40B4-BE49-F238E27FC236}">
                <a16:creationId xmlns:a16="http://schemas.microsoft.com/office/drawing/2014/main" id="{B970445B-C39F-3C9F-EC89-FABB0AF92AC4}"/>
              </a:ext>
            </a:extLst>
          </p:cNvPr>
          <p:cNvGrpSpPr/>
          <p:nvPr/>
        </p:nvGrpSpPr>
        <p:grpSpPr>
          <a:xfrm>
            <a:off x="504154" y="2799481"/>
            <a:ext cx="325976" cy="2677537"/>
            <a:chOff x="781746" y="2832714"/>
            <a:chExt cx="325976" cy="2677537"/>
          </a:xfrm>
        </p:grpSpPr>
        <p:pic>
          <p:nvPicPr>
            <p:cNvPr id="24" name="Graphic 23" descr="Star with solid fill">
              <a:extLst>
                <a:ext uri="{FF2B5EF4-FFF2-40B4-BE49-F238E27FC236}">
                  <a16:creationId xmlns:a16="http://schemas.microsoft.com/office/drawing/2014/main" id="{BB30EDA6-8D56-0F3E-7092-27DD9097E855}"/>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81746" y="3297601"/>
              <a:ext cx="325976" cy="309378"/>
            </a:xfrm>
            <a:prstGeom prst="rect">
              <a:avLst/>
            </a:prstGeom>
          </p:spPr>
        </p:pic>
        <p:pic>
          <p:nvPicPr>
            <p:cNvPr id="25" name="Graphic 24" descr="Document with solid fill">
              <a:extLst>
                <a:ext uri="{FF2B5EF4-FFF2-40B4-BE49-F238E27FC236}">
                  <a16:creationId xmlns:a16="http://schemas.microsoft.com/office/drawing/2014/main" id="{8A1CE9FB-D16C-62D1-E088-B7352166ABA8}"/>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7158" y="3783894"/>
              <a:ext cx="275153" cy="315380"/>
            </a:xfrm>
            <a:prstGeom prst="rect">
              <a:avLst/>
            </a:prstGeom>
          </p:spPr>
        </p:pic>
        <p:pic>
          <p:nvPicPr>
            <p:cNvPr id="26" name="Graphic 25" descr="Image with solid fill">
              <a:extLst>
                <a:ext uri="{FF2B5EF4-FFF2-40B4-BE49-F238E27FC236}">
                  <a16:creationId xmlns:a16="http://schemas.microsoft.com/office/drawing/2014/main" id="{104450BB-BB7F-A8FC-BC42-423670364435}"/>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1639" y="4706329"/>
              <a:ext cx="306191" cy="350957"/>
            </a:xfrm>
            <a:prstGeom prst="rect">
              <a:avLst/>
            </a:prstGeom>
          </p:spPr>
        </p:pic>
        <p:pic>
          <p:nvPicPr>
            <p:cNvPr id="27" name="Graphic 26" descr="Newspaper with solid fill">
              <a:extLst>
                <a:ext uri="{FF2B5EF4-FFF2-40B4-BE49-F238E27FC236}">
                  <a16:creationId xmlns:a16="http://schemas.microsoft.com/office/drawing/2014/main" id="{95F01508-C7FC-672B-B58C-7F8B28AD9329}"/>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02379" y="2832714"/>
              <a:ext cx="284711" cy="326336"/>
            </a:xfrm>
            <a:prstGeom prst="rect">
              <a:avLst/>
            </a:prstGeom>
          </p:spPr>
        </p:pic>
        <p:pic>
          <p:nvPicPr>
            <p:cNvPr id="28" name="Graphic 27" descr="Thumbs up sign with solid fill">
              <a:extLst>
                <a:ext uri="{FF2B5EF4-FFF2-40B4-BE49-F238E27FC236}">
                  <a16:creationId xmlns:a16="http://schemas.microsoft.com/office/drawing/2014/main" id="{4AF7B05C-CD44-E0F6-8B60-262766D471C5}"/>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05390" y="5190818"/>
              <a:ext cx="278689" cy="319433"/>
            </a:xfrm>
            <a:prstGeom prst="rect">
              <a:avLst/>
            </a:prstGeom>
          </p:spPr>
        </p:pic>
        <p:pic>
          <p:nvPicPr>
            <p:cNvPr id="29" name="Graphic 28" descr="Harvey Balls 80% with solid fill">
              <a:extLst>
                <a:ext uri="{FF2B5EF4-FFF2-40B4-BE49-F238E27FC236}">
                  <a16:creationId xmlns:a16="http://schemas.microsoft.com/office/drawing/2014/main" id="{81718B69-A80D-7027-C03E-FCC9206B6B99}"/>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89889" y="4254253"/>
              <a:ext cx="309690" cy="318544"/>
            </a:xfrm>
            <a:prstGeom prst="rect">
              <a:avLst/>
            </a:prstGeom>
          </p:spPr>
        </p:pic>
      </p:grpSp>
      <p:sp>
        <p:nvSpPr>
          <p:cNvPr id="9" name="Content Placeholder 8">
            <a:extLst>
              <a:ext uri="{FF2B5EF4-FFF2-40B4-BE49-F238E27FC236}">
                <a16:creationId xmlns:a16="http://schemas.microsoft.com/office/drawing/2014/main" id="{14B755CE-3E52-D8A9-86D4-880D6D46BCE3}"/>
              </a:ext>
            </a:extLst>
          </p:cNvPr>
          <p:cNvSpPr txBox="1"/>
          <p:nvPr/>
        </p:nvSpPr>
        <p:spPr>
          <a:xfrm>
            <a:off x="348299" y="6309319"/>
            <a:ext cx="10883900" cy="215444"/>
          </a:xfrm>
          <a:prstGeom prst="rect">
            <a:avLst/>
          </a:prstGeom>
        </p:spPr>
        <p:txBody>
          <a:bodyPr vert="horz" wrap="square" lIns="0" tIns="45720" rIns="91440" bIns="45720" rtlCol="0">
            <a:spAutoFit/>
          </a:bodyPr>
          <a:lstStyle>
            <a:lvl1pPr marL="0" indent="0" algn="l" defTabSz="914400" rtl="0" eaLnBrk="1" fontAlgn="base" latinLnBrk="0" hangingPunct="1">
              <a:lnSpc>
                <a:spcPct val="90000"/>
              </a:lnSpc>
              <a:spcBef>
                <a:spcPts val="1000"/>
              </a:spcBef>
              <a:buFont typeface="Arial" panose="020B0604020202020204" pitchFamily="34" charset="0"/>
              <a:buNone/>
              <a:defRPr lang="en-US" sz="1600" b="1" i="0" kern="1200" spc="0">
                <a:solidFill>
                  <a:schemeClr val="accent3"/>
                </a:solidFill>
                <a:latin typeface="Century Gothic" panose="020B0502020202020204" pitchFamily="34" charset="0"/>
                <a:ea typeface="+mn-ea"/>
                <a:cs typeface="Arial" panose="020B0604020202020204" pitchFamily="34" charset="0"/>
              </a:defRPr>
            </a:lvl1pPr>
            <a:lvl2pPr marL="0" indent="0" algn="l" defTabSz="914400" rtl="0" eaLnBrk="1" latinLnBrk="0" hangingPunct="1">
              <a:lnSpc>
                <a:spcPct val="114000"/>
              </a:lnSpc>
              <a:spcBef>
                <a:spcPts val="1000"/>
              </a:spcBef>
              <a:spcAft>
                <a:spcPts val="0"/>
              </a:spcAft>
              <a:buFont typeface="Arial" panose="020B0604020202020204" pitchFamily="34" charset="0"/>
              <a:buNone/>
              <a:defRPr lang="en-US" sz="1400" b="1" kern="1200" spc="0" baseline="0">
                <a:solidFill>
                  <a:schemeClr val="accent3"/>
                </a:solidFill>
                <a:latin typeface="Century Gothic" panose="020B0502020202020204" pitchFamily="34" charset="0"/>
                <a:ea typeface="+mn-ea"/>
                <a:cs typeface="+mn-cs"/>
              </a:defRPr>
            </a:lvl2pPr>
            <a:lvl3pPr marL="0" indent="0" algn="l" defTabSz="914400" rtl="0" eaLnBrk="1" latinLnBrk="0" hangingPunct="1">
              <a:lnSpc>
                <a:spcPct val="125000"/>
              </a:lnSpc>
              <a:spcBef>
                <a:spcPts val="0"/>
              </a:spcBef>
              <a:spcAft>
                <a:spcPts val="500"/>
              </a:spcAft>
              <a:buFont typeface="Arial" panose="020B0604020202020204" pitchFamily="34" charset="0"/>
              <a:buNone/>
              <a:defRPr sz="1200" kern="1200" spc="0">
                <a:solidFill>
                  <a:schemeClr val="accent3"/>
                </a:solidFill>
                <a:latin typeface="Century Gothic" panose="020B0502020202020204" pitchFamily="34" charset="0"/>
                <a:ea typeface="+mn-ea"/>
                <a:cs typeface="+mn-cs"/>
              </a:defRPr>
            </a:lvl3pPr>
            <a:lvl4pPr marL="0" indent="0" algn="l" defTabSz="914400" rtl="0" eaLnBrk="1" latinLnBrk="0" hangingPunct="1">
              <a:lnSpc>
                <a:spcPct val="114000"/>
              </a:lnSpc>
              <a:spcBef>
                <a:spcPts val="750"/>
              </a:spcBef>
              <a:spcAft>
                <a:spcPts val="0"/>
              </a:spcAft>
              <a:buFont typeface="Arial" panose="020B0604020202020204" pitchFamily="34" charset="0"/>
              <a:buNone/>
              <a:defRPr sz="900" kern="1200" spc="0" baseline="0">
                <a:solidFill>
                  <a:schemeClr val="accent3"/>
                </a:solidFill>
                <a:latin typeface="Verlag Light" pitchFamily="50" charset="0"/>
                <a:ea typeface="+mn-ea"/>
                <a:cs typeface="+mn-cs"/>
              </a:defRPr>
            </a:lvl4pPr>
            <a:lvl5pPr marL="0" indent="0" algn="l" defTabSz="914400" rtl="0" eaLnBrk="1" latinLnBrk="0" hangingPunct="1">
              <a:lnSpc>
                <a:spcPct val="133000"/>
              </a:lnSpc>
              <a:spcBef>
                <a:spcPts val="0"/>
              </a:spcBef>
              <a:spcAft>
                <a:spcPts val="250"/>
              </a:spcAft>
              <a:buFont typeface="Arial" panose="020B0604020202020204" pitchFamily="34" charset="0"/>
              <a:buNone/>
              <a:defRPr sz="900" kern="1200" spc="0">
                <a:solidFill>
                  <a:schemeClr val="accent3"/>
                </a:solidFill>
                <a:latin typeface="Verlag Light"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0"/>
              </a:spcAft>
              <a:buClrTx/>
              <a:buSzTx/>
              <a:buFont typeface="Arial" panose="020B0604020202020204" pitchFamily="34" charset="0"/>
              <a:buNone/>
              <a:tabLst/>
              <a:defRPr/>
            </a:pPr>
            <a:r>
              <a:rPr kumimoji="0" lang="en-US" sz="800" b="0" i="0" u="none" strike="noStrike" kern="1200" cap="none" spc="0" normalizeH="0" baseline="0" noProof="0">
                <a:ln>
                  <a:noFill/>
                </a:ln>
                <a:solidFill>
                  <a:srgbClr val="000000"/>
                </a:solidFill>
                <a:effectLst/>
                <a:uLnTx/>
                <a:uFillTx/>
                <a:latin typeface="Helvetica Neue"/>
                <a:ea typeface="+mn-ea"/>
                <a:cs typeface="Arial" panose="020B0604020202020204" pitchFamily="34" charset="0"/>
              </a:rPr>
              <a:t>“Global” prominence analysis is comprised of US, UK, Italy, France, Germany, UAE, China, India, Australia, Japan, Korea. </a:t>
            </a:r>
          </a:p>
        </p:txBody>
      </p:sp>
      <p:sp>
        <p:nvSpPr>
          <p:cNvPr id="10" name="TextBox 8">
            <a:extLst>
              <a:ext uri="{FF2B5EF4-FFF2-40B4-BE49-F238E27FC236}">
                <a16:creationId xmlns:a16="http://schemas.microsoft.com/office/drawing/2014/main" id="{FC3A8F55-FAED-33E0-EED9-B3295381D27A}"/>
              </a:ext>
            </a:extLst>
          </p:cNvPr>
          <p:cNvSpPr txBox="1"/>
          <p:nvPr/>
        </p:nvSpPr>
        <p:spPr>
          <a:xfrm>
            <a:off x="270815" y="6464384"/>
            <a:ext cx="6094674" cy="20005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000000"/>
                </a:solidFill>
                <a:effectLst/>
                <a:uLnTx/>
                <a:uFillTx/>
                <a:latin typeface="Helvetica Neue"/>
                <a:ea typeface="+mn-ea"/>
                <a:cs typeface="+mn-cs"/>
              </a:rPr>
              <a:t>"China multichannel weights have been updated to reflect a 65 "social" and 35 "traditional" weighting scheme" - effective </a:t>
            </a:r>
            <a:r>
              <a:rPr lang="en-US" sz="700" i="1">
                <a:solidFill>
                  <a:srgbClr val="000000"/>
                </a:solidFill>
                <a:latin typeface="Helvetica Neue"/>
              </a:rPr>
              <a:t>July</a:t>
            </a:r>
            <a:r>
              <a:rPr kumimoji="0" lang="en-US" sz="700" b="0" i="1" u="none" strike="noStrike" kern="1200" cap="none" spc="0" normalizeH="0" baseline="0" noProof="0">
                <a:ln>
                  <a:noFill/>
                </a:ln>
                <a:solidFill>
                  <a:srgbClr val="000000"/>
                </a:solidFill>
                <a:effectLst/>
                <a:uLnTx/>
                <a:uFillTx/>
                <a:latin typeface="Helvetica Neue"/>
                <a:ea typeface="+mn-ea"/>
                <a:cs typeface="+mn-cs"/>
              </a:rPr>
              <a:t> 2026.</a:t>
            </a:r>
          </a:p>
        </p:txBody>
      </p:sp>
      <p:sp>
        <p:nvSpPr>
          <p:cNvPr id="13" name="Rounded Rectangle 6">
            <a:extLst>
              <a:ext uri="{FF2B5EF4-FFF2-40B4-BE49-F238E27FC236}">
                <a16:creationId xmlns:a16="http://schemas.microsoft.com/office/drawing/2014/main" id="{B7CC6C00-A35F-E257-9B93-1261F097FB20}"/>
              </a:ext>
            </a:extLst>
          </p:cNvPr>
          <p:cNvSpPr/>
          <p:nvPr/>
        </p:nvSpPr>
        <p:spPr>
          <a:xfrm>
            <a:off x="2682575" y="3712027"/>
            <a:ext cx="492179" cy="865364"/>
          </a:xfrm>
          <a:prstGeom prst="roundRect">
            <a:avLst>
              <a:gd name="adj" fmla="val 48000"/>
            </a:avLst>
          </a:prstGeom>
          <a:noFill/>
          <a:ln w="15875">
            <a:solidFill>
              <a:srgbClr val="3C441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Helvetica Neue" panose="02000503000000020004"/>
              <a:ea typeface="+mn-ea"/>
              <a:cs typeface="+mn-cs"/>
            </a:endParaRPr>
          </a:p>
        </p:txBody>
      </p:sp>
    </p:spTree>
    <p:extLst>
      <p:ext uri="{BB962C8B-B14F-4D97-AF65-F5344CB8AC3E}">
        <p14:creationId xmlns:p14="http://schemas.microsoft.com/office/powerpoint/2010/main" val="25464413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5F101-58A1-254F-62C5-013A81CC95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15ECD3-6240-3E28-11A1-A9DD8D4784AD}"/>
              </a:ext>
            </a:extLst>
          </p:cNvPr>
          <p:cNvSpPr>
            <a:spLocks noGrp="1"/>
          </p:cNvSpPr>
          <p:nvPr>
            <p:ph type="title"/>
          </p:nvPr>
        </p:nvSpPr>
        <p:spPr>
          <a:xfrm>
            <a:off x="347471" y="2395728"/>
            <a:ext cx="8226257" cy="2286000"/>
          </a:xfrm>
        </p:spPr>
        <p:txBody>
          <a:bodyPr/>
          <a:lstStyle/>
          <a:p>
            <a:r>
              <a:rPr lang="en-US" sz="7200" i="1">
                <a:latin typeface="Saol Display Light"/>
              </a:rPr>
              <a:t>SHARE OF VOICE &amp; PROMINENCE: REGIONAL BREAKOUTS</a:t>
            </a:r>
          </a:p>
        </p:txBody>
      </p:sp>
      <p:sp>
        <p:nvSpPr>
          <p:cNvPr id="3" name="Text Placeholder 2">
            <a:extLst>
              <a:ext uri="{FF2B5EF4-FFF2-40B4-BE49-F238E27FC236}">
                <a16:creationId xmlns:a16="http://schemas.microsoft.com/office/drawing/2014/main" id="{72982D24-B63B-A021-A7D9-064E8380B74B}"/>
              </a:ext>
            </a:extLst>
          </p:cNvPr>
          <p:cNvSpPr>
            <a:spLocks noGrp="1"/>
          </p:cNvSpPr>
          <p:nvPr>
            <p:ph type="body" sz="quarter" idx="22"/>
          </p:nvPr>
        </p:nvSpPr>
        <p:spPr/>
        <p:txBody>
          <a:bodyPr/>
          <a:lstStyle/>
          <a:p>
            <a:r>
              <a:rPr lang="en-US"/>
              <a:t>FOUR SEASONS HOTELS AND RESORTS</a:t>
            </a:r>
          </a:p>
        </p:txBody>
      </p:sp>
      <p:sp>
        <p:nvSpPr>
          <p:cNvPr id="4" name="Text Placeholder 2">
            <a:extLst>
              <a:ext uri="{FF2B5EF4-FFF2-40B4-BE49-F238E27FC236}">
                <a16:creationId xmlns:a16="http://schemas.microsoft.com/office/drawing/2014/main" id="{48982D7C-4272-8881-F1E5-B0BA4CC50FA3}"/>
              </a:ext>
            </a:extLst>
          </p:cNvPr>
          <p:cNvSpPr txBox="1">
            <a:spLocks/>
          </p:cNvSpPr>
          <p:nvPr/>
        </p:nvSpPr>
        <p:spPr>
          <a:xfrm>
            <a:off x="348822" y="5799444"/>
            <a:ext cx="7598664" cy="653892"/>
          </a:xfrm>
          <a:prstGeom prst="rect">
            <a:avLst/>
          </a:prstGeom>
        </p:spPr>
        <p:txBody>
          <a:bodyPr/>
          <a:lstStyle>
            <a:lvl1pPr marL="0" indent="0" algn="l" defTabSz="914400" rtl="0" eaLnBrk="1" latinLnBrk="0" hangingPunct="1">
              <a:lnSpc>
                <a:spcPts val="1700"/>
              </a:lnSpc>
              <a:spcBef>
                <a:spcPts val="0"/>
              </a:spcBef>
              <a:spcAft>
                <a:spcPts val="1000"/>
              </a:spcAft>
              <a:buFont typeface="Arial" panose="020B0604020202020204" pitchFamily="34" charset="0"/>
              <a:buNone/>
              <a:defRPr sz="1300" kern="1200" spc="0" baseline="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vl2pPr marL="180000" indent="-180000" algn="l" defTabSz="914400" rtl="0" eaLnBrk="1" latinLnBrk="0" hangingPunct="1">
              <a:lnSpc>
                <a:spcPts val="1700"/>
              </a:lnSpc>
              <a:spcBef>
                <a:spcPts val="0"/>
              </a:spcBef>
              <a:spcAft>
                <a:spcPts val="500"/>
              </a:spcAft>
              <a:buFont typeface="Arial" panose="020B0604020202020204" pitchFamily="34" charset="0"/>
              <a:buChar char="•"/>
              <a:tabLst/>
              <a:defRPr sz="1300" b="0" i="0" kern="0" spc="0" baseline="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2pPr>
            <a:lvl3pPr marL="360000" indent="-180000" algn="l" defTabSz="914400" rtl="0" eaLnBrk="1" latinLnBrk="0" hangingPunct="1">
              <a:lnSpc>
                <a:spcPts val="1700"/>
              </a:lnSpc>
              <a:spcBef>
                <a:spcPts val="0"/>
              </a:spcBef>
              <a:spcAft>
                <a:spcPts val="500"/>
              </a:spcAft>
              <a:buFont typeface="Arial" panose="020B0604020202020204" pitchFamily="34" charset="0"/>
              <a:buChar char="•"/>
              <a:tabLst/>
              <a:defRPr sz="1300" b="0" i="0" kern="0" cap="none" spc="0" baseline="0">
                <a:solidFill>
                  <a:schemeClr val="tx1"/>
                </a:solidFill>
                <a:latin typeface="+mn-lt"/>
                <a:ea typeface="Helvetica Neue" panose="02000503000000020004" pitchFamily="2" charset="0"/>
                <a:cs typeface="Helvetica Neue" panose="02000503000000020004" pitchFamily="2" charset="0"/>
              </a:defRPr>
            </a:lvl3pPr>
            <a:lvl4pPr marL="576000" indent="-180000" algn="l" defTabSz="914400" rtl="0" eaLnBrk="1" latinLnBrk="0" hangingPunct="1">
              <a:lnSpc>
                <a:spcPts val="1700"/>
              </a:lnSpc>
              <a:spcBef>
                <a:spcPts val="0"/>
              </a:spcBef>
              <a:spcAft>
                <a:spcPts val="500"/>
              </a:spcAft>
              <a:buFont typeface="Arial" panose="020B0604020202020204" pitchFamily="34" charset="0"/>
              <a:buChar char="•"/>
              <a:tabLst/>
              <a:defRPr sz="1300" b="0" i="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4pPr>
            <a:lvl5pPr marL="828000" indent="-180000" algn="l" defTabSz="914400" rtl="0" eaLnBrk="1" latinLnBrk="0" hangingPunct="1">
              <a:lnSpc>
                <a:spcPts val="1700"/>
              </a:lnSpc>
              <a:spcBef>
                <a:spcPts val="0"/>
              </a:spcBef>
              <a:spcAft>
                <a:spcPts val="500"/>
              </a:spcAft>
              <a:buFont typeface="Arial" panose="020B0604020202020204" pitchFamily="34" charset="0"/>
              <a:buChar char="•"/>
              <a:tabLst/>
              <a:defRPr sz="1300" b="0" i="0" kern="1200" baseline="0">
                <a:solidFill>
                  <a:schemeClr val="tx1"/>
                </a:solidFill>
                <a:latin typeface="+mn-lt"/>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ts val="1700"/>
              </a:lnSpc>
              <a:spcBef>
                <a:spcPts val="0"/>
              </a:spcBef>
              <a:spcAft>
                <a:spcPts val="1000"/>
              </a:spcAft>
              <a:buClrTx/>
              <a:buSzTx/>
              <a:buFont typeface="Arial" panose="020B0604020202020204" pitchFamily="34" charset="0"/>
              <a:buNone/>
              <a:tabLst/>
              <a:defRPr/>
            </a:pPr>
            <a:r>
              <a:rPr kumimoji="0" lang="en-US" sz="1300" b="1" i="0" u="none" strike="noStrike" kern="1200" cap="none" spc="0" normalizeH="0" baseline="0" noProof="0" dirty="0">
                <a:ln>
                  <a:noFill/>
                </a:ln>
                <a:solidFill>
                  <a:srgbClr val="FFFFFF"/>
                </a:solidFill>
                <a:effectLst/>
                <a:uLnTx/>
                <a:uFillTx/>
                <a:latin typeface="Helvetica Neue" panose="02000503000000020004" pitchFamily="2" charset="0"/>
              </a:rPr>
              <a:t>{{month}} 2026</a:t>
            </a:r>
          </a:p>
        </p:txBody>
      </p:sp>
    </p:spTree>
    <p:extLst>
      <p:ext uri="{BB962C8B-B14F-4D97-AF65-F5344CB8AC3E}">
        <p14:creationId xmlns:p14="http://schemas.microsoft.com/office/powerpoint/2010/main" val="39744617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21E6C-CB7B-411E-6048-61A1F8AAB7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CEACF2-25B4-53F0-0335-980997EC6173}"/>
              </a:ext>
            </a:extLst>
          </p:cNvPr>
          <p:cNvSpPr>
            <a:spLocks noGrp="1"/>
          </p:cNvSpPr>
          <p:nvPr>
            <p:ph type="title"/>
          </p:nvPr>
        </p:nvSpPr>
        <p:spPr>
          <a:xfrm>
            <a:off x="347471" y="2395728"/>
            <a:ext cx="8226257" cy="2286000"/>
          </a:xfrm>
        </p:spPr>
        <p:txBody>
          <a:bodyPr/>
          <a:lstStyle/>
          <a:p>
            <a:r>
              <a:rPr lang="en-US" sz="7200" i="1">
                <a:latin typeface="Saol Display Light"/>
              </a:rPr>
              <a:t>AMERICAS</a:t>
            </a:r>
          </a:p>
        </p:txBody>
      </p:sp>
      <p:sp>
        <p:nvSpPr>
          <p:cNvPr id="3" name="Text Placeholder 2">
            <a:extLst>
              <a:ext uri="{FF2B5EF4-FFF2-40B4-BE49-F238E27FC236}">
                <a16:creationId xmlns:a16="http://schemas.microsoft.com/office/drawing/2014/main" id="{7EDE4B16-52A3-D2D7-20B2-B91CE0B3EF02}"/>
              </a:ext>
            </a:extLst>
          </p:cNvPr>
          <p:cNvSpPr>
            <a:spLocks noGrp="1"/>
          </p:cNvSpPr>
          <p:nvPr>
            <p:ph type="body" sz="quarter" idx="22"/>
          </p:nvPr>
        </p:nvSpPr>
        <p:spPr/>
        <p:txBody>
          <a:bodyPr/>
          <a:lstStyle/>
          <a:p>
            <a:r>
              <a:rPr lang="en-US"/>
              <a:t>FOUR SEASONS HOTELS AND RESORTS</a:t>
            </a:r>
          </a:p>
        </p:txBody>
      </p:sp>
      <p:sp>
        <p:nvSpPr>
          <p:cNvPr id="4" name="Text Placeholder 2">
            <a:extLst>
              <a:ext uri="{FF2B5EF4-FFF2-40B4-BE49-F238E27FC236}">
                <a16:creationId xmlns:a16="http://schemas.microsoft.com/office/drawing/2014/main" id="{EB9641DF-C449-664D-BDFD-6178BC3D9CA7}"/>
              </a:ext>
            </a:extLst>
          </p:cNvPr>
          <p:cNvSpPr txBox="1">
            <a:spLocks/>
          </p:cNvSpPr>
          <p:nvPr/>
        </p:nvSpPr>
        <p:spPr>
          <a:xfrm>
            <a:off x="348822" y="5799444"/>
            <a:ext cx="7598664" cy="653892"/>
          </a:xfrm>
          <a:prstGeom prst="rect">
            <a:avLst/>
          </a:prstGeom>
        </p:spPr>
        <p:txBody>
          <a:bodyPr/>
          <a:lstStyle>
            <a:lvl1pPr marL="0" indent="0" algn="l" defTabSz="914400" rtl="0" eaLnBrk="1" latinLnBrk="0" hangingPunct="1">
              <a:lnSpc>
                <a:spcPts val="1700"/>
              </a:lnSpc>
              <a:spcBef>
                <a:spcPts val="0"/>
              </a:spcBef>
              <a:spcAft>
                <a:spcPts val="1000"/>
              </a:spcAft>
              <a:buFont typeface="Arial" panose="020B0604020202020204" pitchFamily="34" charset="0"/>
              <a:buNone/>
              <a:defRPr sz="1300" kern="1200" spc="0" baseline="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vl2pPr marL="180000" indent="-180000" algn="l" defTabSz="914400" rtl="0" eaLnBrk="1" latinLnBrk="0" hangingPunct="1">
              <a:lnSpc>
                <a:spcPts val="1700"/>
              </a:lnSpc>
              <a:spcBef>
                <a:spcPts val="0"/>
              </a:spcBef>
              <a:spcAft>
                <a:spcPts val="500"/>
              </a:spcAft>
              <a:buFont typeface="Arial" panose="020B0604020202020204" pitchFamily="34" charset="0"/>
              <a:buChar char="•"/>
              <a:tabLst/>
              <a:defRPr sz="1300" b="0" i="0" kern="0" spc="0" baseline="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2pPr>
            <a:lvl3pPr marL="360000" indent="-180000" algn="l" defTabSz="914400" rtl="0" eaLnBrk="1" latinLnBrk="0" hangingPunct="1">
              <a:lnSpc>
                <a:spcPts val="1700"/>
              </a:lnSpc>
              <a:spcBef>
                <a:spcPts val="0"/>
              </a:spcBef>
              <a:spcAft>
                <a:spcPts val="500"/>
              </a:spcAft>
              <a:buFont typeface="Arial" panose="020B0604020202020204" pitchFamily="34" charset="0"/>
              <a:buChar char="•"/>
              <a:tabLst/>
              <a:defRPr sz="1300" b="0" i="0" kern="0" cap="none" spc="0" baseline="0">
                <a:solidFill>
                  <a:schemeClr val="tx1"/>
                </a:solidFill>
                <a:latin typeface="+mn-lt"/>
                <a:ea typeface="Helvetica Neue" panose="02000503000000020004" pitchFamily="2" charset="0"/>
                <a:cs typeface="Helvetica Neue" panose="02000503000000020004" pitchFamily="2" charset="0"/>
              </a:defRPr>
            </a:lvl3pPr>
            <a:lvl4pPr marL="576000" indent="-180000" algn="l" defTabSz="914400" rtl="0" eaLnBrk="1" latinLnBrk="0" hangingPunct="1">
              <a:lnSpc>
                <a:spcPts val="1700"/>
              </a:lnSpc>
              <a:spcBef>
                <a:spcPts val="0"/>
              </a:spcBef>
              <a:spcAft>
                <a:spcPts val="500"/>
              </a:spcAft>
              <a:buFont typeface="Arial" panose="020B0604020202020204" pitchFamily="34" charset="0"/>
              <a:buChar char="•"/>
              <a:tabLst/>
              <a:defRPr sz="1300" b="0" i="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4pPr>
            <a:lvl5pPr marL="828000" indent="-180000" algn="l" defTabSz="914400" rtl="0" eaLnBrk="1" latinLnBrk="0" hangingPunct="1">
              <a:lnSpc>
                <a:spcPts val="1700"/>
              </a:lnSpc>
              <a:spcBef>
                <a:spcPts val="0"/>
              </a:spcBef>
              <a:spcAft>
                <a:spcPts val="500"/>
              </a:spcAft>
              <a:buFont typeface="Arial" panose="020B0604020202020204" pitchFamily="34" charset="0"/>
              <a:buChar char="•"/>
              <a:tabLst/>
              <a:defRPr sz="1300" b="0" i="0" kern="1200" baseline="0">
                <a:solidFill>
                  <a:schemeClr val="tx1"/>
                </a:solidFill>
                <a:latin typeface="+mn-lt"/>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ts val="1700"/>
              </a:lnSpc>
              <a:spcBef>
                <a:spcPts val="0"/>
              </a:spcBef>
              <a:spcAft>
                <a:spcPts val="1000"/>
              </a:spcAft>
              <a:buClrTx/>
              <a:buSzTx/>
              <a:buFont typeface="Arial" panose="020B0604020202020204" pitchFamily="34" charset="0"/>
              <a:buNone/>
              <a:tabLst/>
              <a:defRPr/>
            </a:pPr>
            <a:r>
              <a:rPr kumimoji="0" lang="en-US" sz="1300" b="1" i="0" u="none" strike="noStrike" kern="1200" cap="none" spc="0" normalizeH="0" baseline="0" noProof="0" dirty="0">
                <a:ln>
                  <a:noFill/>
                </a:ln>
                <a:solidFill>
                  <a:srgbClr val="FFFFFF"/>
                </a:solidFill>
                <a:effectLst/>
                <a:uLnTx/>
                <a:uFillTx/>
                <a:latin typeface="Helvetica Neue" panose="02000503000000020004" pitchFamily="2" charset="0"/>
              </a:rPr>
              <a:t>{{month}} 2026</a:t>
            </a:r>
          </a:p>
        </p:txBody>
      </p:sp>
      <p:sp>
        <p:nvSpPr>
          <p:cNvPr id="5" name="TextBox 1">
            <a:extLst>
              <a:ext uri="{FF2B5EF4-FFF2-40B4-BE49-F238E27FC236}">
                <a16:creationId xmlns:a16="http://schemas.microsoft.com/office/drawing/2014/main" id="{747BFD7E-14D0-850F-391E-94E9116F6156}"/>
              </a:ext>
            </a:extLst>
          </p:cNvPr>
          <p:cNvSpPr txBox="1"/>
          <p:nvPr/>
        </p:nvSpPr>
        <p:spPr>
          <a:xfrm>
            <a:off x="347471" y="6345614"/>
            <a:ext cx="9361487" cy="21544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ea typeface="+mn-ea"/>
                <a:cs typeface="+mn-cs"/>
              </a:rPr>
              <a:t>All media coverage in this section includes AMERICAS publications for both Four Seasons and its competitors. </a:t>
            </a:r>
            <a:endParaRPr kumimoji="0" lang="en-US" sz="1000" b="0" i="0" u="none" strike="noStrike" kern="1200" cap="none" spc="0" normalizeH="0" baseline="0" noProof="0">
              <a:ln>
                <a:noFill/>
              </a:ln>
              <a:solidFill>
                <a:srgbClr val="FFFFFF"/>
              </a:solidFill>
              <a:effectLst/>
              <a:uLnTx/>
              <a:uFillTx/>
              <a:ea typeface="+mn-ea"/>
              <a:cs typeface="+mn-cs"/>
            </a:endParaRPr>
          </a:p>
        </p:txBody>
      </p:sp>
    </p:spTree>
    <p:extLst>
      <p:ext uri="{BB962C8B-B14F-4D97-AF65-F5344CB8AC3E}">
        <p14:creationId xmlns:p14="http://schemas.microsoft.com/office/powerpoint/2010/main" val="8634057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AF0A3-24BB-BA20-8193-0FA378FF925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12E5C64-A62C-F6CE-BF0B-8EDBCBCAC46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07F6D5-C405-3747-904C-8A4483F83D09}" type="slidenum">
              <a:rPr kumimoji="0" lang="en-US" sz="700" b="0" i="0" u="none" strike="noStrike" kern="1200" cap="none" spc="0" normalizeH="0" baseline="0" noProof="0" smtClean="0">
                <a:ln>
                  <a:noFill/>
                </a:ln>
                <a:solidFill>
                  <a:srgbClr val="3D441E"/>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700" b="0" i="0" u="none" strike="noStrike" kern="1200" cap="none" spc="0" normalizeH="0" baseline="0" noProof="0">
              <a:ln>
                <a:noFill/>
              </a:ln>
              <a:solidFill>
                <a:srgbClr val="3D441E"/>
              </a:solidFill>
              <a:effectLst/>
              <a:uLnTx/>
              <a:uFillTx/>
              <a:latin typeface="Arial" panose="020B0604020202020204" pitchFamily="34" charset="0"/>
              <a:cs typeface="Arial" panose="020B0604020202020204" pitchFamily="34" charset="0"/>
            </a:endParaRPr>
          </a:p>
        </p:txBody>
      </p:sp>
      <p:sp>
        <p:nvSpPr>
          <p:cNvPr id="4" name="Title 3">
            <a:extLst>
              <a:ext uri="{FF2B5EF4-FFF2-40B4-BE49-F238E27FC236}">
                <a16:creationId xmlns:a16="http://schemas.microsoft.com/office/drawing/2014/main" id="{CB7A262D-BD9A-1467-575C-9E235AE865BF}"/>
              </a:ext>
            </a:extLst>
          </p:cNvPr>
          <p:cNvSpPr>
            <a:spLocks noGrp="1"/>
          </p:cNvSpPr>
          <p:nvPr>
            <p:ph type="title"/>
          </p:nvPr>
        </p:nvSpPr>
        <p:spPr>
          <a:xfrm>
            <a:off x="746439" y="560748"/>
            <a:ext cx="11164824" cy="594360"/>
          </a:xfrm>
        </p:spPr>
        <p:txBody>
          <a:bodyPr/>
          <a:lstStyle/>
          <a:p>
            <a:r>
              <a:rPr lang="en-US"/>
              <a:t>YACHTS - AMERICAS</a:t>
            </a:r>
            <a:br>
              <a:rPr lang="en-US"/>
            </a:br>
            <a:endParaRPr lang="en-US"/>
          </a:p>
        </p:txBody>
      </p:sp>
      <p:sp>
        <p:nvSpPr>
          <p:cNvPr id="6" name="Text Placeholder 5">
            <a:extLst>
              <a:ext uri="{FF2B5EF4-FFF2-40B4-BE49-F238E27FC236}">
                <a16:creationId xmlns:a16="http://schemas.microsoft.com/office/drawing/2014/main" id="{C17796C0-FEDC-9904-268E-25D33DDB2375}"/>
              </a:ext>
            </a:extLst>
          </p:cNvPr>
          <p:cNvSpPr>
            <a:spLocks noGrp="1"/>
          </p:cNvSpPr>
          <p:nvPr>
            <p:ph type="body" sz="quarter" idx="24"/>
          </p:nvPr>
        </p:nvSpPr>
        <p:spPr>
          <a:xfrm>
            <a:off x="746440" y="254955"/>
            <a:ext cx="4206240" cy="182284"/>
          </a:xfrm>
        </p:spPr>
        <p:txBody>
          <a:bodyPr/>
          <a:lstStyle/>
          <a:p>
            <a:r>
              <a:rPr lang="en-US"/>
              <a:t>FOUR SEASONS HOTELS AND RESORTS</a:t>
            </a:r>
          </a:p>
        </p:txBody>
      </p:sp>
      <p:sp>
        <p:nvSpPr>
          <p:cNvPr id="2" name="Text Placeholder 1">
            <a:extLst>
              <a:ext uri="{FF2B5EF4-FFF2-40B4-BE49-F238E27FC236}">
                <a16:creationId xmlns:a16="http://schemas.microsoft.com/office/drawing/2014/main" id="{A9E979D6-6CC5-5A71-788D-9EB6907E1A8E}"/>
              </a:ext>
            </a:extLst>
          </p:cNvPr>
          <p:cNvSpPr>
            <a:spLocks noGrp="1"/>
          </p:cNvSpPr>
          <p:nvPr>
            <p:ph type="body" sz="quarter" idx="26"/>
          </p:nvPr>
        </p:nvSpPr>
        <p:spPr>
          <a:xfrm>
            <a:off x="746439" y="1047186"/>
            <a:ext cx="11164824" cy="391908"/>
          </a:xfrm>
        </p:spPr>
        <p:txBody>
          <a:bodyPr/>
          <a:lstStyle/>
          <a:p>
            <a:r>
              <a:rPr lang="en-US" sz="1200" dirty="0"/>
              <a:t>YTD {{month}} 2026</a:t>
            </a:r>
          </a:p>
        </p:txBody>
      </p:sp>
      <p:grpSp>
        <p:nvGrpSpPr>
          <p:cNvPr id="32" name="Group 31">
            <a:extLst>
              <a:ext uri="{FF2B5EF4-FFF2-40B4-BE49-F238E27FC236}">
                <a16:creationId xmlns:a16="http://schemas.microsoft.com/office/drawing/2014/main" id="{A544FE4B-72B3-0D86-733B-46DC55B104FF}"/>
              </a:ext>
            </a:extLst>
          </p:cNvPr>
          <p:cNvGrpSpPr/>
          <p:nvPr/>
        </p:nvGrpSpPr>
        <p:grpSpPr>
          <a:xfrm>
            <a:off x="746439" y="1404688"/>
            <a:ext cx="7756383" cy="1759368"/>
            <a:chOff x="630382" y="3504093"/>
            <a:chExt cx="3493236" cy="2645148"/>
          </a:xfrm>
        </p:grpSpPr>
        <p:sp>
          <p:nvSpPr>
            <p:cNvPr id="33" name="Rectangle: Rounded Corners 32">
              <a:extLst>
                <a:ext uri="{FF2B5EF4-FFF2-40B4-BE49-F238E27FC236}">
                  <a16:creationId xmlns:a16="http://schemas.microsoft.com/office/drawing/2014/main" id="{316E811F-DE90-E463-A968-12C5EAA1B116}"/>
                </a:ext>
              </a:extLst>
            </p:cNvPr>
            <p:cNvSpPr/>
            <p:nvPr/>
          </p:nvSpPr>
          <p:spPr>
            <a:xfrm>
              <a:off x="630382" y="3504093"/>
              <a:ext cx="3493236" cy="2645148"/>
            </a:xfrm>
            <a:prstGeom prst="roundRect">
              <a:avLst>
                <a:gd name="adj" fmla="val 5997"/>
              </a:avLst>
            </a:prstGeom>
            <a:solidFill>
              <a:srgbClr val="3D441E">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Helvetica Neue" panose="02000503000000020004"/>
                <a:ea typeface="+mn-ea"/>
                <a:cs typeface="+mn-cs"/>
              </a:endParaRPr>
            </a:p>
          </p:txBody>
        </p:sp>
        <p:sp>
          <p:nvSpPr>
            <p:cNvPr id="35" name="Rectangle: Top Corners Rounded 34">
              <a:extLst>
                <a:ext uri="{FF2B5EF4-FFF2-40B4-BE49-F238E27FC236}">
                  <a16:creationId xmlns:a16="http://schemas.microsoft.com/office/drawing/2014/main" id="{A4D00C52-1643-5DF7-A049-EC59D70A4CB4}"/>
                </a:ext>
              </a:extLst>
            </p:cNvPr>
            <p:cNvSpPr/>
            <p:nvPr/>
          </p:nvSpPr>
          <p:spPr>
            <a:xfrm>
              <a:off x="637864" y="3537611"/>
              <a:ext cx="3485754" cy="514799"/>
            </a:xfrm>
            <a:prstGeom prst="round2SameRect">
              <a:avLst>
                <a:gd name="adj1" fmla="val 24760"/>
                <a:gd name="adj2" fmla="val 0"/>
              </a:avLst>
            </a:prstGeom>
            <a:solidFill>
              <a:srgbClr val="3D44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Helvetica Neue"/>
                  <a:ea typeface="+mn-ea"/>
                  <a:cs typeface="+mn-cs"/>
                </a:rPr>
                <a:t>FOUR SEASONS</a:t>
              </a:r>
            </a:p>
          </p:txBody>
        </p:sp>
      </p:grpSp>
      <p:grpSp>
        <p:nvGrpSpPr>
          <p:cNvPr id="36" name="Group 35">
            <a:extLst>
              <a:ext uri="{FF2B5EF4-FFF2-40B4-BE49-F238E27FC236}">
                <a16:creationId xmlns:a16="http://schemas.microsoft.com/office/drawing/2014/main" id="{28E485C1-EBCD-1198-3731-5FD0AE65430B}"/>
              </a:ext>
            </a:extLst>
          </p:cNvPr>
          <p:cNvGrpSpPr/>
          <p:nvPr/>
        </p:nvGrpSpPr>
        <p:grpSpPr>
          <a:xfrm>
            <a:off x="728243" y="3255702"/>
            <a:ext cx="3768915" cy="2916404"/>
            <a:chOff x="4286446" y="3503768"/>
            <a:chExt cx="3470145" cy="2641114"/>
          </a:xfrm>
        </p:grpSpPr>
        <p:sp>
          <p:nvSpPr>
            <p:cNvPr id="39" name="Rectangle: Rounded Corners 38">
              <a:extLst>
                <a:ext uri="{FF2B5EF4-FFF2-40B4-BE49-F238E27FC236}">
                  <a16:creationId xmlns:a16="http://schemas.microsoft.com/office/drawing/2014/main" id="{DE9E7EAB-B25C-2CCD-1491-D8710F35373B}"/>
                </a:ext>
              </a:extLst>
            </p:cNvPr>
            <p:cNvSpPr/>
            <p:nvPr/>
          </p:nvSpPr>
          <p:spPr>
            <a:xfrm>
              <a:off x="4301740" y="3503768"/>
              <a:ext cx="3454851" cy="2641114"/>
            </a:xfrm>
            <a:prstGeom prst="roundRect">
              <a:avLst>
                <a:gd name="adj" fmla="val 4959"/>
              </a:avLst>
            </a:prstGeom>
            <a:solidFill>
              <a:srgbClr val="3D441E">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Helvetica Neue" panose="02000503000000020004"/>
                <a:ea typeface="+mn-ea"/>
                <a:cs typeface="+mn-cs"/>
              </a:endParaRPr>
            </a:p>
          </p:txBody>
        </p:sp>
        <p:sp>
          <p:nvSpPr>
            <p:cNvPr id="38" name="Rectangle: Top Corners Rounded 37">
              <a:extLst>
                <a:ext uri="{FF2B5EF4-FFF2-40B4-BE49-F238E27FC236}">
                  <a16:creationId xmlns:a16="http://schemas.microsoft.com/office/drawing/2014/main" id="{8F261D1C-033C-4AB4-073B-1F05D7A882D8}"/>
                </a:ext>
              </a:extLst>
            </p:cNvPr>
            <p:cNvSpPr/>
            <p:nvPr/>
          </p:nvSpPr>
          <p:spPr>
            <a:xfrm>
              <a:off x="4286446" y="3514696"/>
              <a:ext cx="3470145" cy="431267"/>
            </a:xfrm>
            <a:prstGeom prst="round2SameRect">
              <a:avLst>
                <a:gd name="adj1" fmla="val 24760"/>
                <a:gd name="adj2" fmla="val 0"/>
              </a:avLst>
            </a:prstGeom>
            <a:solidFill>
              <a:srgbClr val="9393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Helvetica Neue"/>
                  <a:ea typeface="+mn-ea"/>
                  <a:cs typeface="+mn-cs"/>
                </a:rPr>
                <a:t>SILVERSEA</a:t>
              </a:r>
            </a:p>
          </p:txBody>
        </p:sp>
      </p:grpSp>
      <p:sp>
        <p:nvSpPr>
          <p:cNvPr id="45" name="Rectangle: Rounded Corners 44">
            <a:extLst>
              <a:ext uri="{FF2B5EF4-FFF2-40B4-BE49-F238E27FC236}">
                <a16:creationId xmlns:a16="http://schemas.microsoft.com/office/drawing/2014/main" id="{79398ABF-CB09-289E-BB9E-691D83176779}"/>
              </a:ext>
            </a:extLst>
          </p:cNvPr>
          <p:cNvSpPr/>
          <p:nvPr/>
        </p:nvSpPr>
        <p:spPr>
          <a:xfrm>
            <a:off x="4708784" y="3343575"/>
            <a:ext cx="3787112" cy="2840554"/>
          </a:xfrm>
          <a:prstGeom prst="roundRect">
            <a:avLst>
              <a:gd name="adj" fmla="val 6019"/>
            </a:avLst>
          </a:prstGeom>
          <a:solidFill>
            <a:srgbClr val="3D441E">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Helvetica Neue" panose="02000503000000020004"/>
              <a:ea typeface="+mn-ea"/>
              <a:cs typeface="+mn-cs"/>
            </a:endParaRPr>
          </a:p>
        </p:txBody>
      </p:sp>
      <p:sp>
        <p:nvSpPr>
          <p:cNvPr id="44" name="Rectangle: Top Corners Rounded 43">
            <a:extLst>
              <a:ext uri="{FF2B5EF4-FFF2-40B4-BE49-F238E27FC236}">
                <a16:creationId xmlns:a16="http://schemas.microsoft.com/office/drawing/2014/main" id="{CAD9CE0D-7295-C059-ACFB-FF8223C105D1}"/>
              </a:ext>
            </a:extLst>
          </p:cNvPr>
          <p:cNvSpPr/>
          <p:nvPr/>
        </p:nvSpPr>
        <p:spPr>
          <a:xfrm>
            <a:off x="4695911" y="3243435"/>
            <a:ext cx="3787111" cy="460245"/>
          </a:xfrm>
          <a:prstGeom prst="round2SameRect">
            <a:avLst>
              <a:gd name="adj1" fmla="val 24760"/>
              <a:gd name="adj2" fmla="val 0"/>
            </a:avLst>
          </a:prstGeom>
          <a:solidFill>
            <a:srgbClr val="1F21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Helvetica Neue"/>
                <a:ea typeface="+mn-ea"/>
                <a:cs typeface="+mn-cs"/>
              </a:rPr>
              <a:t>REGENT SEVEN SEAS</a:t>
            </a:r>
          </a:p>
        </p:txBody>
      </p:sp>
      <p:graphicFrame>
        <p:nvGraphicFramePr>
          <p:cNvPr id="11" name="Table 10">
            <a:extLst>
              <a:ext uri="{FF2B5EF4-FFF2-40B4-BE49-F238E27FC236}">
                <a16:creationId xmlns:a16="http://schemas.microsoft.com/office/drawing/2014/main" id="{F03B79D8-239A-125D-785A-48D30D0C18FB}"/>
              </a:ext>
            </a:extLst>
          </p:cNvPr>
          <p:cNvGraphicFramePr>
            <a:graphicFrameLocks noGrp="1"/>
          </p:cNvGraphicFramePr>
          <p:nvPr>
            <p:extLst>
              <p:ext uri="{D42A27DB-BD31-4B8C-83A1-F6EECF244321}">
                <p14:modId xmlns:p14="http://schemas.microsoft.com/office/powerpoint/2010/main" val="2660170894"/>
              </p:ext>
            </p:extLst>
          </p:nvPr>
        </p:nvGraphicFramePr>
        <p:xfrm>
          <a:off x="763052" y="6251086"/>
          <a:ext cx="11104443" cy="263238"/>
        </p:xfrm>
        <a:graphic>
          <a:graphicData uri="http://schemas.openxmlformats.org/drawingml/2006/table">
            <a:tbl>
              <a:tblPr firstRow="1" bandRow="1">
                <a:tableStyleId>{5C22544A-7EE6-4342-B048-85BDC9FD1C3A}</a:tableStyleId>
              </a:tblPr>
              <a:tblGrid>
                <a:gridCol w="1586349">
                  <a:extLst>
                    <a:ext uri="{9D8B030D-6E8A-4147-A177-3AD203B41FA5}">
                      <a16:colId xmlns:a16="http://schemas.microsoft.com/office/drawing/2014/main" val="1198150969"/>
                    </a:ext>
                  </a:extLst>
                </a:gridCol>
                <a:gridCol w="1586349">
                  <a:extLst>
                    <a:ext uri="{9D8B030D-6E8A-4147-A177-3AD203B41FA5}">
                      <a16:colId xmlns:a16="http://schemas.microsoft.com/office/drawing/2014/main" val="1723906514"/>
                    </a:ext>
                  </a:extLst>
                </a:gridCol>
                <a:gridCol w="1586349">
                  <a:extLst>
                    <a:ext uri="{9D8B030D-6E8A-4147-A177-3AD203B41FA5}">
                      <a16:colId xmlns:a16="http://schemas.microsoft.com/office/drawing/2014/main" val="890254197"/>
                    </a:ext>
                  </a:extLst>
                </a:gridCol>
                <a:gridCol w="1586349">
                  <a:extLst>
                    <a:ext uri="{9D8B030D-6E8A-4147-A177-3AD203B41FA5}">
                      <a16:colId xmlns:a16="http://schemas.microsoft.com/office/drawing/2014/main" val="1996262911"/>
                    </a:ext>
                  </a:extLst>
                </a:gridCol>
                <a:gridCol w="1586349">
                  <a:extLst>
                    <a:ext uri="{9D8B030D-6E8A-4147-A177-3AD203B41FA5}">
                      <a16:colId xmlns:a16="http://schemas.microsoft.com/office/drawing/2014/main" val="4285416053"/>
                    </a:ext>
                  </a:extLst>
                </a:gridCol>
                <a:gridCol w="1586349">
                  <a:extLst>
                    <a:ext uri="{9D8B030D-6E8A-4147-A177-3AD203B41FA5}">
                      <a16:colId xmlns:a16="http://schemas.microsoft.com/office/drawing/2014/main" val="3188893223"/>
                    </a:ext>
                  </a:extLst>
                </a:gridCol>
                <a:gridCol w="1586349">
                  <a:extLst>
                    <a:ext uri="{9D8B030D-6E8A-4147-A177-3AD203B41FA5}">
                      <a16:colId xmlns:a16="http://schemas.microsoft.com/office/drawing/2014/main" val="4147391749"/>
                    </a:ext>
                  </a:extLst>
                </a:gridCol>
              </a:tblGrid>
              <a:tr h="263238">
                <a:tc>
                  <a:txBody>
                    <a:bodyPr/>
                    <a:lstStyle/>
                    <a:p>
                      <a:pPr algn="ctr">
                        <a:lnSpc>
                          <a:spcPct val="80000"/>
                        </a:lnSpc>
                      </a:pPr>
                      <a:r>
                        <a:rPr lang="en-US" sz="800" b="0"/>
                        <a:t>Four Seasons</a:t>
                      </a:r>
                    </a:p>
                  </a:txBody>
                  <a:tcPr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3D441E"/>
                    </a:solidFill>
                  </a:tcPr>
                </a:tc>
                <a:tc>
                  <a:txBody>
                    <a:bodyPr/>
                    <a:lstStyle/>
                    <a:p>
                      <a:pPr algn="ctr">
                        <a:lnSpc>
                          <a:spcPct val="80000"/>
                        </a:lnSpc>
                      </a:pPr>
                      <a:r>
                        <a:rPr lang="en-US" sz="800" b="0"/>
                        <a:t>Seabourn</a:t>
                      </a:r>
                    </a:p>
                  </a:txBody>
                  <a:tcPr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5F88BD"/>
                    </a:solidFill>
                  </a:tcPr>
                </a:tc>
                <a:tc>
                  <a:txBody>
                    <a:bodyPr/>
                    <a:lstStyle/>
                    <a:p>
                      <a:pPr algn="ctr">
                        <a:lnSpc>
                          <a:spcPct val="80000"/>
                        </a:lnSpc>
                      </a:pPr>
                      <a:r>
                        <a:rPr lang="en-US" sz="800" b="0"/>
                        <a:t>Silversea</a:t>
                      </a:r>
                    </a:p>
                  </a:txBody>
                  <a:tcPr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939393"/>
                    </a:solidFill>
                  </a:tcPr>
                </a:tc>
                <a:tc>
                  <a:txBody>
                    <a:bodyPr/>
                    <a:lstStyle/>
                    <a:p>
                      <a:pPr algn="ctr">
                        <a:lnSpc>
                          <a:spcPct val="80000"/>
                        </a:lnSpc>
                      </a:pPr>
                      <a:r>
                        <a:rPr lang="en-US" sz="800" b="0"/>
                        <a:t>Regent Seven Seas</a:t>
                      </a:r>
                    </a:p>
                  </a:txBody>
                  <a:tcPr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1F216C"/>
                    </a:solidFill>
                  </a:tcPr>
                </a:tc>
                <a:tc>
                  <a:txBody>
                    <a:bodyPr/>
                    <a:lstStyle/>
                    <a:p>
                      <a:pPr algn="ctr">
                        <a:lnSpc>
                          <a:spcPct val="80000"/>
                        </a:lnSpc>
                      </a:pPr>
                      <a:r>
                        <a:rPr lang="en-US" sz="800" b="0">
                          <a:solidFill>
                            <a:schemeClr val="bg1"/>
                          </a:solidFill>
                        </a:rPr>
                        <a:t>Ritz-Carlton</a:t>
                      </a:r>
                      <a:endParaRPr lang="en-US" sz="800" b="0"/>
                    </a:p>
                  </a:txBody>
                  <a:tcPr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1F335B"/>
                    </a:solidFill>
                  </a:tcPr>
                </a:tc>
                <a:tc>
                  <a:txBody>
                    <a:bodyPr/>
                    <a:lstStyle/>
                    <a:p>
                      <a:pPr algn="ctr">
                        <a:lnSpc>
                          <a:spcPct val="80000"/>
                        </a:lnSpc>
                      </a:pPr>
                      <a:r>
                        <a:rPr lang="en-US" sz="800" b="0"/>
                        <a:t>Aman</a:t>
                      </a:r>
                      <a:endParaRPr lang="en-US" sz="800" b="0">
                        <a:solidFill>
                          <a:schemeClr val="bg1"/>
                        </a:solidFill>
                      </a:endParaRPr>
                    </a:p>
                  </a:txBody>
                  <a:tcPr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DDC38B"/>
                    </a:solidFill>
                  </a:tcPr>
                </a:tc>
                <a:tc>
                  <a:txBody>
                    <a:bodyPr/>
                    <a:lstStyle/>
                    <a:p>
                      <a:pPr algn="ctr">
                        <a:lnSpc>
                          <a:spcPct val="80000"/>
                        </a:lnSpc>
                      </a:pPr>
                      <a:r>
                        <a:rPr lang="en-US" sz="800" b="0">
                          <a:solidFill>
                            <a:schemeClr val="bg1"/>
                          </a:solidFill>
                        </a:rPr>
                        <a:t>Orient Express</a:t>
                      </a:r>
                    </a:p>
                  </a:txBody>
                  <a:tcPr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4F0304"/>
                    </a:solidFill>
                  </a:tcPr>
                </a:tc>
                <a:extLst>
                  <a:ext uri="{0D108BD9-81ED-4DB2-BD59-A6C34878D82A}">
                    <a16:rowId xmlns:a16="http://schemas.microsoft.com/office/drawing/2014/main" val="3965875099"/>
                  </a:ext>
                </a:extLst>
              </a:tr>
            </a:tbl>
          </a:graphicData>
        </a:graphic>
      </p:graphicFrame>
      <p:sp>
        <p:nvSpPr>
          <p:cNvPr id="12" name="Content Placeholder 8">
            <a:extLst>
              <a:ext uri="{FF2B5EF4-FFF2-40B4-BE49-F238E27FC236}">
                <a16:creationId xmlns:a16="http://schemas.microsoft.com/office/drawing/2014/main" id="{ECE7A26C-49EC-464F-A353-C2BDD63EA2E8}"/>
              </a:ext>
            </a:extLst>
          </p:cNvPr>
          <p:cNvSpPr txBox="1">
            <a:spLocks/>
          </p:cNvSpPr>
          <p:nvPr/>
        </p:nvSpPr>
        <p:spPr>
          <a:xfrm>
            <a:off x="600536" y="6485980"/>
            <a:ext cx="4029363" cy="189283"/>
          </a:xfrm>
          <a:prstGeom prst="rect">
            <a:avLst/>
          </a:prstGeom>
        </p:spPr>
        <p:txBody>
          <a:bodyPr vert="horz" wrap="square" lIns="0" tIns="45720" rIns="91440" bIns="45720" rtlCol="0">
            <a:spAutoFit/>
          </a:bodyPr>
          <a:lstStyle>
            <a:lvl1pPr marL="0" indent="0" algn="l" defTabSz="914400" rtl="0" eaLnBrk="1" fontAlgn="base" latinLnBrk="0" hangingPunct="1">
              <a:lnSpc>
                <a:spcPct val="90000"/>
              </a:lnSpc>
              <a:spcBef>
                <a:spcPts val="1000"/>
              </a:spcBef>
              <a:buFont typeface="Arial" panose="020B0604020202020204" pitchFamily="34" charset="0"/>
              <a:buNone/>
              <a:defRPr lang="en-US" sz="1600" b="1" i="0" kern="1200" spc="0">
                <a:solidFill>
                  <a:schemeClr val="accent3"/>
                </a:solidFill>
                <a:latin typeface="Century Gothic" panose="020B0502020202020204" pitchFamily="34" charset="0"/>
                <a:ea typeface="+mn-ea"/>
                <a:cs typeface="Arial" panose="020B0604020202020204" pitchFamily="34" charset="0"/>
              </a:defRPr>
            </a:lvl1pPr>
            <a:lvl2pPr marL="0" indent="0" algn="l" defTabSz="914400" rtl="0" eaLnBrk="1" latinLnBrk="0" hangingPunct="1">
              <a:lnSpc>
                <a:spcPct val="114000"/>
              </a:lnSpc>
              <a:spcBef>
                <a:spcPts val="1000"/>
              </a:spcBef>
              <a:spcAft>
                <a:spcPts val="0"/>
              </a:spcAft>
              <a:buFont typeface="Arial" panose="020B0604020202020204" pitchFamily="34" charset="0"/>
              <a:buNone/>
              <a:defRPr lang="en-US" sz="1400" b="1" kern="1200" spc="0" baseline="0">
                <a:solidFill>
                  <a:schemeClr val="accent3"/>
                </a:solidFill>
                <a:latin typeface="Century Gothic" panose="020B0502020202020204" pitchFamily="34" charset="0"/>
                <a:ea typeface="+mn-ea"/>
                <a:cs typeface="+mn-cs"/>
              </a:defRPr>
            </a:lvl2pPr>
            <a:lvl3pPr marL="0" indent="0" algn="l" defTabSz="914400" rtl="0" eaLnBrk="1" latinLnBrk="0" hangingPunct="1">
              <a:lnSpc>
                <a:spcPct val="125000"/>
              </a:lnSpc>
              <a:spcBef>
                <a:spcPts val="0"/>
              </a:spcBef>
              <a:spcAft>
                <a:spcPts val="500"/>
              </a:spcAft>
              <a:buFont typeface="Arial" panose="020B0604020202020204" pitchFamily="34" charset="0"/>
              <a:buNone/>
              <a:defRPr sz="1200" kern="1200" spc="0">
                <a:solidFill>
                  <a:schemeClr val="accent3"/>
                </a:solidFill>
                <a:latin typeface="Century Gothic" panose="020B0502020202020204" pitchFamily="34" charset="0"/>
                <a:ea typeface="+mn-ea"/>
                <a:cs typeface="+mn-cs"/>
              </a:defRPr>
            </a:lvl3pPr>
            <a:lvl4pPr marL="0" indent="0" algn="l" defTabSz="914400" rtl="0" eaLnBrk="1" latinLnBrk="0" hangingPunct="1">
              <a:lnSpc>
                <a:spcPct val="114000"/>
              </a:lnSpc>
              <a:spcBef>
                <a:spcPts val="750"/>
              </a:spcBef>
              <a:spcAft>
                <a:spcPts val="0"/>
              </a:spcAft>
              <a:buFont typeface="Arial" panose="020B0604020202020204" pitchFamily="34" charset="0"/>
              <a:buNone/>
              <a:defRPr sz="900" kern="1200" spc="0" baseline="0">
                <a:solidFill>
                  <a:schemeClr val="accent3"/>
                </a:solidFill>
                <a:latin typeface="Verlag Light" pitchFamily="50" charset="0"/>
                <a:ea typeface="+mn-ea"/>
                <a:cs typeface="+mn-cs"/>
              </a:defRPr>
            </a:lvl4pPr>
            <a:lvl5pPr marL="0" indent="0" algn="l" defTabSz="914400" rtl="0" eaLnBrk="1" latinLnBrk="0" hangingPunct="1">
              <a:lnSpc>
                <a:spcPct val="133000"/>
              </a:lnSpc>
              <a:spcBef>
                <a:spcPts val="0"/>
              </a:spcBef>
              <a:spcAft>
                <a:spcPts val="250"/>
              </a:spcAft>
              <a:buFont typeface="Arial" panose="020B0604020202020204" pitchFamily="34" charset="0"/>
              <a:buNone/>
              <a:defRPr sz="900" kern="1200" spc="0">
                <a:solidFill>
                  <a:schemeClr val="accent3"/>
                </a:solidFill>
                <a:latin typeface="Verlag Light"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700" b="0" i="1">
                <a:solidFill>
                  <a:schemeClr val="accent1"/>
                </a:solidFill>
                <a:latin typeface="+mn-lt"/>
              </a:rPr>
              <a:t>Share of Voice by volume of coverage, positive only</a:t>
            </a:r>
          </a:p>
        </p:txBody>
      </p:sp>
      <p:sp>
        <p:nvSpPr>
          <p:cNvPr id="15" name="Content Placeholder 8x2798">
            <a:extLst>
              <a:ext uri="{FF2B5EF4-FFF2-40B4-BE49-F238E27FC236}">
                <a16:creationId xmlns:a16="http://schemas.microsoft.com/office/drawing/2014/main" id="{815C3D25-9B18-70C3-EC3D-0FFCB3909A1E}"/>
              </a:ext>
            </a:extLst>
          </p:cNvPr>
          <p:cNvSpPr txBox="1">
            <a:spLocks/>
          </p:cNvSpPr>
          <p:nvPr/>
        </p:nvSpPr>
        <p:spPr>
          <a:xfrm>
            <a:off x="577446" y="6717432"/>
            <a:ext cx="7925376" cy="286232"/>
          </a:xfrm>
          <a:prstGeom prst="rect">
            <a:avLst/>
          </a:prstGeom>
        </p:spPr>
        <p:txBody>
          <a:bodyPr vert="horz" wrap="square" lIns="0" tIns="45720" rIns="91440" bIns="45720" rtlCol="0">
            <a:spAutoFit/>
          </a:bodyPr>
          <a:lstStyle>
            <a:defPPr>
              <a:defRPr lang="en-US"/>
            </a:defPPr>
            <a:lvl1pPr marL="0" indent="0" algn="l" defTabSz="914400" rtl="0" eaLnBrk="1" fontAlgn="base" latinLnBrk="0" hangingPunct="1">
              <a:lnSpc>
                <a:spcPct val="90000"/>
              </a:lnSpc>
              <a:spcBef>
                <a:spcPts val="1000"/>
              </a:spcBef>
              <a:buFont typeface="Arial" panose="020B0604020202020204" pitchFamily="34" charset="0"/>
              <a:buNone/>
              <a:defRPr lang="en-US" sz="1600" b="1" i="0" kern="1200" spc="0">
                <a:solidFill>
                  <a:schemeClr val="accent3"/>
                </a:solidFill>
                <a:latin typeface="Century Gothic" panose="020B0502020202020204" pitchFamily="34" charset="0"/>
                <a:ea typeface="+mn-ea"/>
                <a:cs typeface="Arial" panose="020B0604020202020204" pitchFamily="34" charset="0"/>
              </a:defRPr>
            </a:lvl1pPr>
            <a:lvl2pPr marL="0" indent="0" algn="l" defTabSz="914400" rtl="0" eaLnBrk="1" latinLnBrk="0" hangingPunct="1">
              <a:lnSpc>
                <a:spcPct val="114000"/>
              </a:lnSpc>
              <a:spcBef>
                <a:spcPts val="1000"/>
              </a:spcBef>
              <a:spcAft>
                <a:spcPts val="0"/>
              </a:spcAft>
              <a:buFont typeface="Arial" panose="020B0604020202020204" pitchFamily="34" charset="0"/>
              <a:buNone/>
              <a:defRPr lang="en-US" sz="1400" b="1" kern="1200" spc="0" baseline="0">
                <a:solidFill>
                  <a:schemeClr val="accent3"/>
                </a:solidFill>
                <a:latin typeface="Century Gothic" panose="020B0502020202020204" pitchFamily="34" charset="0"/>
                <a:ea typeface="+mn-ea"/>
                <a:cs typeface="+mn-cs"/>
              </a:defRPr>
            </a:lvl2pPr>
            <a:lvl3pPr marL="0" indent="0" algn="l" defTabSz="914400" rtl="0" eaLnBrk="1" latinLnBrk="0" hangingPunct="1">
              <a:lnSpc>
                <a:spcPct val="125000"/>
              </a:lnSpc>
              <a:spcBef>
                <a:spcPts val="0"/>
              </a:spcBef>
              <a:spcAft>
                <a:spcPts val="500"/>
              </a:spcAft>
              <a:buFont typeface="Arial" panose="020B0604020202020204" pitchFamily="34" charset="0"/>
              <a:buNone/>
              <a:defRPr sz="1200" kern="1200" spc="0">
                <a:solidFill>
                  <a:schemeClr val="accent3"/>
                </a:solidFill>
                <a:latin typeface="Century Gothic" panose="020B0502020202020204" pitchFamily="34" charset="0"/>
                <a:ea typeface="+mn-ea"/>
                <a:cs typeface="+mn-cs"/>
              </a:defRPr>
            </a:lvl3pPr>
            <a:lvl4pPr marL="0" indent="0" algn="l" defTabSz="914400" rtl="0" eaLnBrk="1" latinLnBrk="0" hangingPunct="1">
              <a:lnSpc>
                <a:spcPct val="114000"/>
              </a:lnSpc>
              <a:spcBef>
                <a:spcPts val="750"/>
              </a:spcBef>
              <a:spcAft>
                <a:spcPts val="0"/>
              </a:spcAft>
              <a:buFont typeface="Arial" panose="020B0604020202020204" pitchFamily="34" charset="0"/>
              <a:buNone/>
              <a:defRPr sz="900" kern="1200" spc="0" baseline="0">
                <a:solidFill>
                  <a:schemeClr val="accent3"/>
                </a:solidFill>
                <a:latin typeface="Verlag Light" pitchFamily="50" charset="0"/>
                <a:ea typeface="+mn-ea"/>
                <a:cs typeface="+mn-cs"/>
              </a:defRPr>
            </a:lvl4pPr>
            <a:lvl5pPr marL="0" indent="0" algn="l" defTabSz="914400" rtl="0" eaLnBrk="1" latinLnBrk="0" hangingPunct="1">
              <a:lnSpc>
                <a:spcPct val="133000"/>
              </a:lnSpc>
              <a:spcBef>
                <a:spcPts val="0"/>
              </a:spcBef>
              <a:spcAft>
                <a:spcPts val="250"/>
              </a:spcAft>
              <a:buFont typeface="Arial" panose="020B0604020202020204" pitchFamily="34" charset="0"/>
              <a:buNone/>
              <a:defRPr sz="900" kern="1200" spc="0">
                <a:solidFill>
                  <a:schemeClr val="accent3"/>
                </a:solidFill>
                <a:latin typeface="Verlag Light"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700" b="0" i="1">
                <a:solidFill>
                  <a:schemeClr val="accent1"/>
                </a:solidFill>
                <a:latin typeface="+mn-lt"/>
              </a:rPr>
              <a:t>All SOP key drivers contain at least 2+ prominence factors  such as headline, lead, multiple-mention, exclusivity, visuals, and positive sentiment.</a:t>
            </a:r>
          </a:p>
          <a:p>
            <a:pPr>
              <a:spcBef>
                <a:spcPts val="0"/>
              </a:spcBef>
            </a:pPr>
            <a:endParaRPr lang="en-US" sz="700" b="0" i="1">
              <a:solidFill>
                <a:schemeClr val="accent1"/>
              </a:solidFill>
              <a:latin typeface="+mn-lt"/>
            </a:endParaRPr>
          </a:p>
        </p:txBody>
      </p:sp>
      <p:sp>
        <p:nvSpPr>
          <p:cNvPr id="16" name="Content Placeholder 8x7812">
            <a:extLst>
              <a:ext uri="{FF2B5EF4-FFF2-40B4-BE49-F238E27FC236}">
                <a16:creationId xmlns:a16="http://schemas.microsoft.com/office/drawing/2014/main" id="{4B001983-5E97-D721-A851-ABE272917F62}"/>
              </a:ext>
            </a:extLst>
          </p:cNvPr>
          <p:cNvSpPr txBox="1">
            <a:spLocks/>
          </p:cNvSpPr>
          <p:nvPr/>
        </p:nvSpPr>
        <p:spPr>
          <a:xfrm>
            <a:off x="593609" y="6599654"/>
            <a:ext cx="10321245" cy="189283"/>
          </a:xfrm>
          <a:prstGeom prst="rect">
            <a:avLst/>
          </a:prstGeom>
        </p:spPr>
        <p:txBody>
          <a:bodyPr vert="horz" wrap="square" lIns="0" tIns="45720" rIns="91440" bIns="45720" rtlCol="0">
            <a:spAutoFit/>
          </a:bodyPr>
          <a:lstStyle>
            <a:lvl1pPr marL="0" indent="0" algn="l" defTabSz="914400" rtl="0" eaLnBrk="1" fontAlgn="base" latinLnBrk="0" hangingPunct="1">
              <a:lnSpc>
                <a:spcPct val="90000"/>
              </a:lnSpc>
              <a:spcBef>
                <a:spcPts val="1000"/>
              </a:spcBef>
              <a:buFont typeface="Arial" panose="020B0604020202020204" pitchFamily="34" charset="0"/>
              <a:buNone/>
              <a:defRPr lang="en-US" sz="1600" b="1" i="0" kern="1200" spc="0">
                <a:solidFill>
                  <a:schemeClr val="accent3"/>
                </a:solidFill>
                <a:latin typeface="Century Gothic" panose="020B0502020202020204" pitchFamily="34" charset="0"/>
                <a:ea typeface="+mn-ea"/>
                <a:cs typeface="Arial" panose="020B0604020202020204" pitchFamily="34" charset="0"/>
              </a:defRPr>
            </a:lvl1pPr>
            <a:lvl2pPr marL="0" indent="0" algn="l" defTabSz="914400" rtl="0" eaLnBrk="1" latinLnBrk="0" hangingPunct="1">
              <a:lnSpc>
                <a:spcPct val="114000"/>
              </a:lnSpc>
              <a:spcBef>
                <a:spcPts val="1000"/>
              </a:spcBef>
              <a:spcAft>
                <a:spcPts val="0"/>
              </a:spcAft>
              <a:buFont typeface="Arial" panose="020B0604020202020204" pitchFamily="34" charset="0"/>
              <a:buNone/>
              <a:defRPr lang="en-US" sz="1400" b="1" kern="1200" spc="0" baseline="0">
                <a:solidFill>
                  <a:schemeClr val="accent3"/>
                </a:solidFill>
                <a:latin typeface="Century Gothic" panose="020B0502020202020204" pitchFamily="34" charset="0"/>
                <a:ea typeface="+mn-ea"/>
                <a:cs typeface="+mn-cs"/>
              </a:defRPr>
            </a:lvl2pPr>
            <a:lvl3pPr marL="0" indent="0" algn="l" defTabSz="914400" rtl="0" eaLnBrk="1" latinLnBrk="0" hangingPunct="1">
              <a:lnSpc>
                <a:spcPct val="125000"/>
              </a:lnSpc>
              <a:spcBef>
                <a:spcPts val="0"/>
              </a:spcBef>
              <a:spcAft>
                <a:spcPts val="500"/>
              </a:spcAft>
              <a:buFont typeface="Arial" panose="020B0604020202020204" pitchFamily="34" charset="0"/>
              <a:buNone/>
              <a:defRPr sz="1200" kern="1200" spc="0">
                <a:solidFill>
                  <a:schemeClr val="accent3"/>
                </a:solidFill>
                <a:latin typeface="Century Gothic" panose="020B0502020202020204" pitchFamily="34" charset="0"/>
                <a:ea typeface="+mn-ea"/>
                <a:cs typeface="+mn-cs"/>
              </a:defRPr>
            </a:lvl3pPr>
            <a:lvl4pPr marL="0" indent="0" algn="l" defTabSz="914400" rtl="0" eaLnBrk="1" latinLnBrk="0" hangingPunct="1">
              <a:lnSpc>
                <a:spcPct val="114000"/>
              </a:lnSpc>
              <a:spcBef>
                <a:spcPts val="750"/>
              </a:spcBef>
              <a:spcAft>
                <a:spcPts val="0"/>
              </a:spcAft>
              <a:buFont typeface="Arial" panose="020B0604020202020204" pitchFamily="34" charset="0"/>
              <a:buNone/>
              <a:defRPr sz="900" kern="1200" spc="0" baseline="0">
                <a:solidFill>
                  <a:schemeClr val="accent3"/>
                </a:solidFill>
                <a:latin typeface="Verlag Light" pitchFamily="50" charset="0"/>
                <a:ea typeface="+mn-ea"/>
                <a:cs typeface="+mn-cs"/>
              </a:defRPr>
            </a:lvl4pPr>
            <a:lvl5pPr marL="0" indent="0" algn="l" defTabSz="914400" rtl="0" eaLnBrk="1" latinLnBrk="0" hangingPunct="1">
              <a:lnSpc>
                <a:spcPct val="133000"/>
              </a:lnSpc>
              <a:spcBef>
                <a:spcPts val="0"/>
              </a:spcBef>
              <a:spcAft>
                <a:spcPts val="250"/>
              </a:spcAft>
              <a:buFont typeface="Arial" panose="020B0604020202020204" pitchFamily="34" charset="0"/>
              <a:buNone/>
              <a:defRPr sz="900" kern="1200" spc="0">
                <a:solidFill>
                  <a:schemeClr val="accent3"/>
                </a:solidFill>
                <a:latin typeface="Verlag Light"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700" b="0" i="1">
                <a:solidFill>
                  <a:schemeClr val="accent1"/>
                </a:solidFill>
                <a:latin typeface="+mn-lt"/>
              </a:rPr>
              <a:t>Share of Prominence is comprised of human-coded, positive and neutral results, based off targeted tier-1 media lists. Analysis is comprised of US, UK, UAE, Italy, Germany, France, India, Australia, Japan, Korea and China. </a:t>
            </a:r>
          </a:p>
        </p:txBody>
      </p:sp>
      <p:sp>
        <p:nvSpPr>
          <p:cNvPr id="17" name="Text Placeholder 38x7905">
            <a:extLst>
              <a:ext uri="{FF2B5EF4-FFF2-40B4-BE49-F238E27FC236}">
                <a16:creationId xmlns:a16="http://schemas.microsoft.com/office/drawing/2014/main" id="{A38FF170-FCFB-DDE4-9FA9-BDE71E9082FF}"/>
              </a:ext>
            </a:extLst>
          </p:cNvPr>
          <p:cNvSpPr txBox="1">
            <a:spLocks/>
          </p:cNvSpPr>
          <p:nvPr/>
        </p:nvSpPr>
        <p:spPr>
          <a:xfrm>
            <a:off x="934919" y="1869530"/>
            <a:ext cx="7287594" cy="1094824"/>
          </a:xfrm>
          <a:prstGeom prst="rect">
            <a:avLst/>
          </a:prstGeom>
          <a:noFill/>
          <a:ln>
            <a:noFill/>
          </a:ln>
        </p:spPr>
        <p:txBody>
          <a:bodyPr vert="horz" lIns="0" tIns="0" rIns="0" bIns="0" rtlCol="0" anchor="t">
            <a:noAutofit/>
          </a:bodyPr>
          <a:lstStyle>
            <a:lvl1pPr marL="0" indent="0" algn="l" defTabSz="914400" rtl="0" eaLnBrk="1" fontAlgn="base" latinLnBrk="0" hangingPunct="1">
              <a:lnSpc>
                <a:spcPct val="90000"/>
              </a:lnSpc>
              <a:spcBef>
                <a:spcPts val="1000"/>
              </a:spcBef>
              <a:buFont typeface="Arial" panose="020B0604020202020204" pitchFamily="34" charset="0"/>
              <a:buNone/>
              <a:defRPr lang="en-US" sz="1100" b="0" i="0" kern="1200" spc="0">
                <a:solidFill>
                  <a:schemeClr val="accent1"/>
                </a:solidFill>
                <a:latin typeface="+mn-lt"/>
                <a:ea typeface="+mn-ea"/>
                <a:cs typeface="Arial" panose="020B0604020202020204" pitchFamily="34" charset="0"/>
              </a:defRPr>
            </a:lvl1pPr>
            <a:lvl2pPr marL="0" indent="0" algn="l" defTabSz="914400" rtl="0" eaLnBrk="1" latinLnBrk="0" hangingPunct="1">
              <a:lnSpc>
                <a:spcPct val="114000"/>
              </a:lnSpc>
              <a:spcBef>
                <a:spcPts val="1000"/>
              </a:spcBef>
              <a:spcAft>
                <a:spcPts val="0"/>
              </a:spcAft>
              <a:buFont typeface="Arial" panose="020B0604020202020204" pitchFamily="34" charset="0"/>
              <a:buNone/>
              <a:defRPr lang="en-US" sz="1100" b="0" kern="1200" spc="0" baseline="0">
                <a:solidFill>
                  <a:srgbClr val="175252"/>
                </a:solidFill>
                <a:latin typeface="+mn-lt"/>
                <a:ea typeface="+mn-ea"/>
                <a:cs typeface="+mn-cs"/>
              </a:defRPr>
            </a:lvl2pPr>
            <a:lvl3pPr marL="0" indent="0" algn="l" defTabSz="914400" rtl="0" eaLnBrk="1" latinLnBrk="0" hangingPunct="1">
              <a:lnSpc>
                <a:spcPct val="125000"/>
              </a:lnSpc>
              <a:spcBef>
                <a:spcPts val="0"/>
              </a:spcBef>
              <a:spcAft>
                <a:spcPts val="500"/>
              </a:spcAft>
              <a:buFont typeface="Arial" panose="020B0604020202020204" pitchFamily="34" charset="0"/>
              <a:buNone/>
              <a:defRPr sz="1200" kern="1200" spc="0">
                <a:solidFill>
                  <a:srgbClr val="175252"/>
                </a:solidFill>
                <a:latin typeface="+mn-lt"/>
                <a:ea typeface="+mn-ea"/>
                <a:cs typeface="+mn-cs"/>
              </a:defRPr>
            </a:lvl3pPr>
            <a:lvl4pPr marL="0" indent="0" algn="l" defTabSz="914400" rtl="0" eaLnBrk="1" latinLnBrk="0" hangingPunct="1">
              <a:lnSpc>
                <a:spcPct val="114000"/>
              </a:lnSpc>
              <a:spcBef>
                <a:spcPts val="750"/>
              </a:spcBef>
              <a:spcAft>
                <a:spcPts val="0"/>
              </a:spcAft>
              <a:buFont typeface="Arial" panose="020B0604020202020204" pitchFamily="34" charset="0"/>
              <a:buNone/>
              <a:defRPr sz="900" kern="1200" spc="0" baseline="0">
                <a:solidFill>
                  <a:schemeClr val="tx1"/>
                </a:solidFill>
                <a:latin typeface="+mn-lt"/>
                <a:ea typeface="+mn-ea"/>
                <a:cs typeface="+mn-cs"/>
              </a:defRPr>
            </a:lvl4pPr>
            <a:lvl5pPr marL="0" indent="0" algn="l" defTabSz="914400" rtl="0" eaLnBrk="1" latinLnBrk="0" hangingPunct="1">
              <a:lnSpc>
                <a:spcPct val="133000"/>
              </a:lnSpc>
              <a:spcBef>
                <a:spcPts val="0"/>
              </a:spcBef>
              <a:spcAft>
                <a:spcPts val="250"/>
              </a:spcAft>
              <a:buFont typeface="Arial" panose="020B0604020202020204" pitchFamily="34" charset="0"/>
              <a:buNone/>
              <a:defRPr sz="900" kern="1200" spc="0">
                <a:solidFill>
                  <a:srgbClr val="64646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en-CA">
                <a:solidFill>
                  <a:schemeClr val="tx1"/>
                </a:solidFill>
              </a:rPr>
              <a:t>Four Seasons I received reviews highlighting its culinary and onboard experiences</a:t>
            </a:r>
            <a:r>
              <a:rPr lang="en-CA"/>
              <a:t> (</a:t>
            </a:r>
            <a:r>
              <a:rPr lang="en-US" i="1">
                <a:solidFill>
                  <a:schemeClr val="tx1"/>
                </a:solidFill>
                <a:cs typeface="Arial"/>
                <a:hlinkClick r:id="rId3">
                  <a:extLst>
                    <a:ext uri="{A12FA001-AC4F-418D-AE19-62706E023703}">
                      <ahyp:hlinkClr xmlns:ahyp="http://schemas.microsoft.com/office/drawing/2018/hyperlinkcolor" val="tx"/>
                    </a:ext>
                  </a:extLst>
                </a:hlinkClick>
              </a:rPr>
              <a:t>Bon Appetit</a:t>
            </a:r>
            <a:r>
              <a:rPr lang="en-US" i="1">
                <a:solidFill>
                  <a:schemeClr val="tx1"/>
                </a:solidFill>
                <a:cs typeface="Arial"/>
              </a:rPr>
              <a:t>,</a:t>
            </a:r>
            <a:r>
              <a:rPr lang="en-CA"/>
              <a:t> </a:t>
            </a:r>
            <a:r>
              <a:rPr lang="en-CA" i="1">
                <a:solidFill>
                  <a:schemeClr val="tx1"/>
                </a:solidFill>
                <a:cs typeface="Arial"/>
                <a:hlinkClick r:id="rId4">
                  <a:extLst>
                    <a:ext uri="{A12FA001-AC4F-418D-AE19-62706E023703}">
                      <ahyp:hlinkClr xmlns:ahyp="http://schemas.microsoft.com/office/drawing/2018/hyperlinkcolor" val="tx"/>
                    </a:ext>
                  </a:extLst>
                </a:hlinkClick>
              </a:rPr>
              <a:t>The Star</a:t>
            </a:r>
            <a:r>
              <a:rPr lang="en-CA" i="1">
                <a:solidFill>
                  <a:schemeClr val="tx1"/>
                </a:solidFill>
                <a:cs typeface="Arial"/>
              </a:rPr>
              <a:t>) </a:t>
            </a:r>
          </a:p>
          <a:p>
            <a:pPr marL="171450" indent="-171450">
              <a:buFont typeface="Arial" panose="020B0604020202020204" pitchFamily="34" charset="0"/>
              <a:buChar char="•"/>
            </a:pPr>
            <a:r>
              <a:rPr lang="en-CA">
                <a:solidFill>
                  <a:schemeClr val="tx1"/>
                </a:solidFill>
              </a:rPr>
              <a:t>Four Seasons Yachts commissioned Fincantieri to build a third Yacht and introduced new private-island experiences for the inaugural Caribbean season of Four Seasons I (</a:t>
            </a:r>
            <a:r>
              <a:rPr lang="en-CA" i="1">
                <a:solidFill>
                  <a:schemeClr val="tx1"/>
                </a:solidFill>
                <a:hlinkClick r:id="rId5">
                  <a:extLst>
                    <a:ext uri="{A12FA001-AC4F-418D-AE19-62706E023703}">
                      <ahyp:hlinkClr xmlns:ahyp="http://schemas.microsoft.com/office/drawing/2018/hyperlinkcolor" val="tx"/>
                    </a:ext>
                  </a:extLst>
                </a:hlinkClick>
              </a:rPr>
              <a:t>Travel Market Report</a:t>
            </a:r>
            <a:r>
              <a:rPr lang="en-CA">
                <a:solidFill>
                  <a:schemeClr val="tx1"/>
                </a:solidFill>
              </a:rPr>
              <a:t>; </a:t>
            </a:r>
            <a:r>
              <a:rPr lang="en-CA" i="1">
                <a:solidFill>
                  <a:schemeClr val="tx1"/>
                </a:solidFill>
                <a:hlinkClick r:id="rId6">
                  <a:extLst>
                    <a:ext uri="{A12FA001-AC4F-418D-AE19-62706E023703}">
                      <ahyp:hlinkClr xmlns:ahyp="http://schemas.microsoft.com/office/drawing/2018/hyperlinkcolor" val="tx"/>
                    </a:ext>
                  </a:extLst>
                </a:hlinkClick>
              </a:rPr>
              <a:t>Travel Pulse</a:t>
            </a:r>
            <a:r>
              <a:rPr lang="en-CA" i="1">
                <a:solidFill>
                  <a:schemeClr val="tx1"/>
                </a:solidFill>
              </a:rPr>
              <a:t>, </a:t>
            </a:r>
            <a:r>
              <a:rPr lang="en-CA" i="1">
                <a:solidFill>
                  <a:schemeClr val="tx1"/>
                </a:solidFill>
                <a:hlinkClick r:id="rId7">
                  <a:extLst>
                    <a:ext uri="{A12FA001-AC4F-418D-AE19-62706E023703}">
                      <ahyp:hlinkClr xmlns:ahyp="http://schemas.microsoft.com/office/drawing/2018/hyperlinkcolor" val="tx"/>
                    </a:ext>
                  </a:extLst>
                </a:hlinkClick>
              </a:rPr>
              <a:t>Global Traveler</a:t>
            </a:r>
            <a:r>
              <a:rPr lang="en-CA">
                <a:solidFill>
                  <a:schemeClr val="tx1"/>
                </a:solidFill>
              </a:rPr>
              <a:t>;).</a:t>
            </a:r>
            <a:endParaRPr lang="en-US" i="1">
              <a:solidFill>
                <a:schemeClr val="tx1"/>
              </a:solidFill>
              <a:cs typeface="Arial"/>
            </a:endParaRPr>
          </a:p>
        </p:txBody>
      </p:sp>
      <p:sp>
        <p:nvSpPr>
          <p:cNvPr id="21" name="Text Placeholder 38x2349">
            <a:extLst>
              <a:ext uri="{FF2B5EF4-FFF2-40B4-BE49-F238E27FC236}">
                <a16:creationId xmlns:a16="http://schemas.microsoft.com/office/drawing/2014/main" id="{E29E226A-5EE6-2BCB-C7AE-CA3D53289FD3}"/>
              </a:ext>
            </a:extLst>
          </p:cNvPr>
          <p:cNvSpPr txBox="1">
            <a:spLocks/>
          </p:cNvSpPr>
          <p:nvPr/>
        </p:nvSpPr>
        <p:spPr>
          <a:xfrm>
            <a:off x="934919" y="3862768"/>
            <a:ext cx="3379156" cy="2030637"/>
          </a:xfrm>
          <a:prstGeom prst="rect">
            <a:avLst/>
          </a:prstGeom>
          <a:noFill/>
        </p:spPr>
        <p:txBody>
          <a:bodyPr vert="horz" lIns="0" tIns="0" rIns="0" bIns="0" rtlCol="0" anchor="t">
            <a:noAutofit/>
          </a:bodyPr>
          <a:lstStyle>
            <a:lvl1pPr marL="0" indent="0" algn="l" defTabSz="914400" rtl="0" eaLnBrk="1" fontAlgn="base" latinLnBrk="0" hangingPunct="1">
              <a:lnSpc>
                <a:spcPct val="90000"/>
              </a:lnSpc>
              <a:spcBef>
                <a:spcPts val="1000"/>
              </a:spcBef>
              <a:buFont typeface="Arial" panose="020B0604020202020204" pitchFamily="34" charset="0"/>
              <a:buNone/>
              <a:defRPr lang="en-US" sz="1100" b="0" i="0" kern="1200" spc="0">
                <a:solidFill>
                  <a:schemeClr val="accent1"/>
                </a:solidFill>
                <a:latin typeface="+mn-lt"/>
                <a:ea typeface="+mn-ea"/>
                <a:cs typeface="Arial" panose="020B0604020202020204" pitchFamily="34" charset="0"/>
              </a:defRPr>
            </a:lvl1pPr>
            <a:lvl2pPr marL="0" indent="0" algn="l" defTabSz="914400" rtl="0" eaLnBrk="1" latinLnBrk="0" hangingPunct="1">
              <a:lnSpc>
                <a:spcPct val="114000"/>
              </a:lnSpc>
              <a:spcBef>
                <a:spcPts val="1000"/>
              </a:spcBef>
              <a:spcAft>
                <a:spcPts val="0"/>
              </a:spcAft>
              <a:buFont typeface="Arial" panose="020B0604020202020204" pitchFamily="34" charset="0"/>
              <a:buNone/>
              <a:defRPr lang="en-US" sz="1100" b="0" kern="1200" spc="0" baseline="0">
                <a:solidFill>
                  <a:srgbClr val="175252"/>
                </a:solidFill>
                <a:latin typeface="+mn-lt"/>
                <a:ea typeface="+mn-ea"/>
                <a:cs typeface="+mn-cs"/>
              </a:defRPr>
            </a:lvl2pPr>
            <a:lvl3pPr marL="0" indent="0" algn="l" defTabSz="914400" rtl="0" eaLnBrk="1" latinLnBrk="0" hangingPunct="1">
              <a:lnSpc>
                <a:spcPct val="125000"/>
              </a:lnSpc>
              <a:spcBef>
                <a:spcPts val="0"/>
              </a:spcBef>
              <a:spcAft>
                <a:spcPts val="500"/>
              </a:spcAft>
              <a:buFont typeface="Arial" panose="020B0604020202020204" pitchFamily="34" charset="0"/>
              <a:buNone/>
              <a:defRPr sz="1200" kern="1200" spc="0">
                <a:solidFill>
                  <a:srgbClr val="175252"/>
                </a:solidFill>
                <a:latin typeface="+mn-lt"/>
                <a:ea typeface="+mn-ea"/>
                <a:cs typeface="+mn-cs"/>
              </a:defRPr>
            </a:lvl3pPr>
            <a:lvl4pPr marL="0" indent="0" algn="l" defTabSz="914400" rtl="0" eaLnBrk="1" latinLnBrk="0" hangingPunct="1">
              <a:lnSpc>
                <a:spcPct val="114000"/>
              </a:lnSpc>
              <a:spcBef>
                <a:spcPts val="750"/>
              </a:spcBef>
              <a:spcAft>
                <a:spcPts val="0"/>
              </a:spcAft>
              <a:buFont typeface="Arial" panose="020B0604020202020204" pitchFamily="34" charset="0"/>
              <a:buNone/>
              <a:defRPr sz="900" kern="1200" spc="0" baseline="0">
                <a:solidFill>
                  <a:schemeClr val="tx1"/>
                </a:solidFill>
                <a:latin typeface="+mn-lt"/>
                <a:ea typeface="+mn-ea"/>
                <a:cs typeface="+mn-cs"/>
              </a:defRPr>
            </a:lvl4pPr>
            <a:lvl5pPr marL="0" indent="0" algn="l" defTabSz="914400" rtl="0" eaLnBrk="1" latinLnBrk="0" hangingPunct="1">
              <a:lnSpc>
                <a:spcPct val="133000"/>
              </a:lnSpc>
              <a:spcBef>
                <a:spcPts val="0"/>
              </a:spcBef>
              <a:spcAft>
                <a:spcPts val="250"/>
              </a:spcAft>
              <a:buFont typeface="Arial" panose="020B0604020202020204" pitchFamily="34" charset="0"/>
              <a:buNone/>
              <a:defRPr sz="900" kern="1200" spc="0">
                <a:solidFill>
                  <a:srgbClr val="64646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en-CA">
                <a:solidFill>
                  <a:schemeClr val="tx1"/>
                </a:solidFill>
              </a:rPr>
              <a:t>Silversea unveiled its 2028-29 deployment across 497 destinations and was named among the best cruise lines of 2026 (</a:t>
            </a:r>
            <a:r>
              <a:rPr lang="en-CA" i="1">
                <a:solidFill>
                  <a:schemeClr val="tx1"/>
                </a:solidFill>
                <a:hlinkClick r:id="rId8">
                  <a:extLst>
                    <a:ext uri="{A12FA001-AC4F-418D-AE19-62706E023703}">
                      <ahyp:hlinkClr xmlns:ahyp="http://schemas.microsoft.com/office/drawing/2018/hyperlinkcolor" val="tx"/>
                    </a:ext>
                  </a:extLst>
                </a:hlinkClick>
              </a:rPr>
              <a:t>Travel Market Report</a:t>
            </a:r>
            <a:r>
              <a:rPr lang="en-CA">
                <a:solidFill>
                  <a:schemeClr val="tx1"/>
                </a:solidFill>
              </a:rPr>
              <a:t>).</a:t>
            </a:r>
          </a:p>
          <a:p>
            <a:pPr marL="171450" indent="-171450">
              <a:buFont typeface="Arial" panose="020B0604020202020204" pitchFamily="34" charset="0"/>
              <a:buChar char="•"/>
            </a:pPr>
            <a:r>
              <a:rPr lang="en-CA">
                <a:solidFill>
                  <a:schemeClr val="tx1"/>
                </a:solidFill>
              </a:rPr>
              <a:t>Silversea Cruises also launched golf-themed sailings in partnership with </a:t>
            </a:r>
            <a:r>
              <a:rPr lang="en-CA" err="1">
                <a:solidFill>
                  <a:schemeClr val="tx1"/>
                </a:solidFill>
              </a:rPr>
              <a:t>PerryGolf</a:t>
            </a:r>
            <a:r>
              <a:rPr lang="en-CA">
                <a:solidFill>
                  <a:schemeClr val="tx1"/>
                </a:solidFill>
              </a:rPr>
              <a:t> (</a:t>
            </a:r>
            <a:r>
              <a:rPr lang="en-CA" i="1">
                <a:solidFill>
                  <a:schemeClr val="tx1"/>
                </a:solidFill>
                <a:hlinkClick r:id="rId9">
                  <a:extLst>
                    <a:ext uri="{A12FA001-AC4F-418D-AE19-62706E023703}">
                      <ahyp:hlinkClr xmlns:ahyp="http://schemas.microsoft.com/office/drawing/2018/hyperlinkcolor" val="tx"/>
                    </a:ext>
                  </a:extLst>
                </a:hlinkClick>
              </a:rPr>
              <a:t>Travel Market Report</a:t>
            </a:r>
            <a:r>
              <a:rPr lang="en-CA">
                <a:solidFill>
                  <a:schemeClr val="tx1"/>
                </a:solidFill>
              </a:rPr>
              <a:t>).</a:t>
            </a:r>
            <a:endParaRPr lang="en-CA">
              <a:solidFill>
                <a:schemeClr val="tx1"/>
              </a:solidFill>
              <a:cs typeface="Arial"/>
            </a:endParaRPr>
          </a:p>
        </p:txBody>
      </p:sp>
      <p:sp>
        <p:nvSpPr>
          <p:cNvPr id="22" name="Text Placeholder 38">
            <a:extLst>
              <a:ext uri="{FF2B5EF4-FFF2-40B4-BE49-F238E27FC236}">
                <a16:creationId xmlns:a16="http://schemas.microsoft.com/office/drawing/2014/main" id="{73602A73-B1E6-5636-6B57-58E22F15F922}"/>
              </a:ext>
            </a:extLst>
          </p:cNvPr>
          <p:cNvSpPr txBox="1">
            <a:spLocks/>
          </p:cNvSpPr>
          <p:nvPr/>
        </p:nvSpPr>
        <p:spPr>
          <a:xfrm>
            <a:off x="4889826" y="3843070"/>
            <a:ext cx="3258612" cy="2050336"/>
          </a:xfrm>
          <a:prstGeom prst="rect">
            <a:avLst/>
          </a:prstGeom>
          <a:noFill/>
        </p:spPr>
        <p:txBody>
          <a:bodyPr vert="horz" lIns="0" tIns="0" rIns="0" bIns="0" rtlCol="0" anchor="t">
            <a:noAutofit/>
          </a:bodyPr>
          <a:lstStyle>
            <a:lvl1pPr marL="0" indent="0" algn="l" defTabSz="914400" rtl="0" eaLnBrk="1" fontAlgn="base" latinLnBrk="0" hangingPunct="1">
              <a:lnSpc>
                <a:spcPct val="90000"/>
              </a:lnSpc>
              <a:spcBef>
                <a:spcPts val="1000"/>
              </a:spcBef>
              <a:buFont typeface="Arial" panose="020B0604020202020204" pitchFamily="34" charset="0"/>
              <a:buNone/>
              <a:defRPr lang="en-US" sz="1100" b="0" i="0" kern="1200" spc="0">
                <a:solidFill>
                  <a:schemeClr val="accent1"/>
                </a:solidFill>
                <a:latin typeface="+mn-lt"/>
                <a:ea typeface="+mn-ea"/>
                <a:cs typeface="Arial" panose="020B0604020202020204" pitchFamily="34" charset="0"/>
              </a:defRPr>
            </a:lvl1pPr>
            <a:lvl2pPr marL="0" indent="0" algn="l" defTabSz="914400" rtl="0" eaLnBrk="1" latinLnBrk="0" hangingPunct="1">
              <a:lnSpc>
                <a:spcPct val="114000"/>
              </a:lnSpc>
              <a:spcBef>
                <a:spcPts val="1000"/>
              </a:spcBef>
              <a:spcAft>
                <a:spcPts val="0"/>
              </a:spcAft>
              <a:buFont typeface="Arial" panose="020B0604020202020204" pitchFamily="34" charset="0"/>
              <a:buNone/>
              <a:defRPr lang="en-US" sz="1100" b="0" kern="1200" spc="0" baseline="0">
                <a:solidFill>
                  <a:srgbClr val="175252"/>
                </a:solidFill>
                <a:latin typeface="+mn-lt"/>
                <a:ea typeface="+mn-ea"/>
                <a:cs typeface="+mn-cs"/>
              </a:defRPr>
            </a:lvl2pPr>
            <a:lvl3pPr marL="0" indent="0" algn="l" defTabSz="914400" rtl="0" eaLnBrk="1" latinLnBrk="0" hangingPunct="1">
              <a:lnSpc>
                <a:spcPct val="125000"/>
              </a:lnSpc>
              <a:spcBef>
                <a:spcPts val="0"/>
              </a:spcBef>
              <a:spcAft>
                <a:spcPts val="500"/>
              </a:spcAft>
              <a:buFont typeface="Arial" panose="020B0604020202020204" pitchFamily="34" charset="0"/>
              <a:buNone/>
              <a:defRPr sz="1200" kern="1200" spc="0">
                <a:solidFill>
                  <a:srgbClr val="175252"/>
                </a:solidFill>
                <a:latin typeface="+mn-lt"/>
                <a:ea typeface="+mn-ea"/>
                <a:cs typeface="+mn-cs"/>
              </a:defRPr>
            </a:lvl3pPr>
            <a:lvl4pPr marL="0" indent="0" algn="l" defTabSz="914400" rtl="0" eaLnBrk="1" latinLnBrk="0" hangingPunct="1">
              <a:lnSpc>
                <a:spcPct val="114000"/>
              </a:lnSpc>
              <a:spcBef>
                <a:spcPts val="750"/>
              </a:spcBef>
              <a:spcAft>
                <a:spcPts val="0"/>
              </a:spcAft>
              <a:buFont typeface="Arial" panose="020B0604020202020204" pitchFamily="34" charset="0"/>
              <a:buNone/>
              <a:defRPr sz="900" kern="1200" spc="0" baseline="0">
                <a:solidFill>
                  <a:schemeClr val="tx1"/>
                </a:solidFill>
                <a:latin typeface="+mn-lt"/>
                <a:ea typeface="+mn-ea"/>
                <a:cs typeface="+mn-cs"/>
              </a:defRPr>
            </a:lvl4pPr>
            <a:lvl5pPr marL="0" indent="0" algn="l" defTabSz="914400" rtl="0" eaLnBrk="1" latinLnBrk="0" hangingPunct="1">
              <a:lnSpc>
                <a:spcPct val="133000"/>
              </a:lnSpc>
              <a:spcBef>
                <a:spcPts val="0"/>
              </a:spcBef>
              <a:spcAft>
                <a:spcPts val="250"/>
              </a:spcAft>
              <a:buFont typeface="Arial" panose="020B0604020202020204" pitchFamily="34" charset="0"/>
              <a:buNone/>
              <a:defRPr sz="900" kern="1200" spc="0">
                <a:solidFill>
                  <a:srgbClr val="64646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nSpc>
                <a:spcPct val="100000"/>
              </a:lnSpc>
              <a:buFont typeface="Arial" panose="020B0604020202020204" pitchFamily="34" charset="0"/>
              <a:buChar char="•"/>
            </a:pPr>
            <a:r>
              <a:rPr lang="en-CA">
                <a:solidFill>
                  <a:schemeClr val="tx1"/>
                </a:solidFill>
              </a:rPr>
              <a:t>Regent Seven Seas introduced larger suites and reduced capacity across its Explorer Class, alongside a new sports deck concept, shore excursions and 35</a:t>
            </a:r>
            <a:r>
              <a:rPr lang="en-CA" baseline="30000">
                <a:solidFill>
                  <a:schemeClr val="tx1"/>
                </a:solidFill>
              </a:rPr>
              <a:t>th</a:t>
            </a:r>
            <a:r>
              <a:rPr lang="en-CA">
                <a:solidFill>
                  <a:schemeClr val="tx1"/>
                </a:solidFill>
              </a:rPr>
              <a:t> anniversary sailings (</a:t>
            </a:r>
            <a:r>
              <a:rPr lang="en-CA" i="1">
                <a:solidFill>
                  <a:schemeClr val="tx1"/>
                </a:solidFill>
                <a:hlinkClick r:id="rId10">
                  <a:extLst>
                    <a:ext uri="{A12FA001-AC4F-418D-AE19-62706E023703}">
                      <ahyp:hlinkClr xmlns:ahyp="http://schemas.microsoft.com/office/drawing/2018/hyperlinkcolor" val="tx"/>
                    </a:ext>
                  </a:extLst>
                </a:hlinkClick>
              </a:rPr>
              <a:t>Travel Market Report</a:t>
            </a:r>
            <a:r>
              <a:rPr lang="en-CA">
                <a:solidFill>
                  <a:schemeClr val="tx1"/>
                </a:solidFill>
              </a:rPr>
              <a:t>;</a:t>
            </a:r>
            <a:r>
              <a:rPr lang="en-CA" i="1">
                <a:solidFill>
                  <a:schemeClr val="tx1"/>
                </a:solidFill>
                <a:hlinkClick r:id="rId11">
                  <a:extLst>
                    <a:ext uri="{A12FA001-AC4F-418D-AE19-62706E023703}">
                      <ahyp:hlinkClr xmlns:ahyp="http://schemas.microsoft.com/office/drawing/2018/hyperlinkcolor" val="tx"/>
                    </a:ext>
                  </a:extLst>
                </a:hlinkClick>
              </a:rPr>
              <a:t> Global Traveler</a:t>
            </a:r>
            <a:r>
              <a:rPr lang="en-CA" i="1">
                <a:solidFill>
                  <a:schemeClr val="tx1"/>
                </a:solidFill>
              </a:rPr>
              <a:t>,</a:t>
            </a:r>
            <a:r>
              <a:rPr lang="en-CA">
                <a:solidFill>
                  <a:schemeClr val="tx1"/>
                </a:solidFill>
              </a:rPr>
              <a:t> </a:t>
            </a:r>
            <a:r>
              <a:rPr lang="en-CA" i="1">
                <a:solidFill>
                  <a:schemeClr val="tx1"/>
                </a:solidFill>
                <a:hlinkClick r:id="rId12">
                  <a:extLst>
                    <a:ext uri="{A12FA001-AC4F-418D-AE19-62706E023703}">
                      <ahyp:hlinkClr xmlns:ahyp="http://schemas.microsoft.com/office/drawing/2018/hyperlinkcolor" val="tx"/>
                    </a:ext>
                  </a:extLst>
                </a:hlinkClick>
              </a:rPr>
              <a:t>Luxury Travel</a:t>
            </a:r>
            <a:r>
              <a:rPr lang="en-CA" i="1">
                <a:solidFill>
                  <a:schemeClr val="tx1"/>
                </a:solidFill>
              </a:rPr>
              <a:t>,)</a:t>
            </a:r>
            <a:endParaRPr lang="en-CA">
              <a:solidFill>
                <a:schemeClr val="tx1"/>
              </a:solidFill>
            </a:endParaRPr>
          </a:p>
        </p:txBody>
      </p:sp>
      <p:graphicFrame>
        <p:nvGraphicFramePr>
          <p:cNvPr id="23" name="Graphic_4">
            <a:extLst>
              <a:ext uri="{FF2B5EF4-FFF2-40B4-BE49-F238E27FC236}">
                <a16:creationId xmlns:a16="http://schemas.microsoft.com/office/drawing/2014/main" id="{4CD2FD98-DFF4-65E7-BA22-8BC3CFC6624D}"/>
              </a:ext>
            </a:extLst>
          </p:cNvPr>
          <p:cNvGraphicFramePr>
            <a:graphicFrameLocks noChangeAspect="1"/>
          </p:cNvGraphicFramePr>
          <p:nvPr>
            <p:extLst>
              <p:ext uri="{D42A27DB-BD31-4B8C-83A1-F6EECF244321}">
                <p14:modId xmlns:p14="http://schemas.microsoft.com/office/powerpoint/2010/main" val="563902775"/>
              </p:ext>
            </p:extLst>
          </p:nvPr>
        </p:nvGraphicFramePr>
        <p:xfrm>
          <a:off x="8894784" y="1028922"/>
          <a:ext cx="2743200" cy="2743200"/>
        </p:xfrm>
        <a:graphic>
          <a:graphicData uri="http://schemas.openxmlformats.org/drawingml/2006/chart">
            <c:chart xmlns:c="http://schemas.openxmlformats.org/drawingml/2006/chart" xmlns:r="http://schemas.openxmlformats.org/officeDocument/2006/relationships" r:id="rId13"/>
          </a:graphicData>
        </a:graphic>
      </p:graphicFrame>
      <p:graphicFrame>
        <p:nvGraphicFramePr>
          <p:cNvPr id="24" name="Graphic_5">
            <a:extLst>
              <a:ext uri="{FF2B5EF4-FFF2-40B4-BE49-F238E27FC236}">
                <a16:creationId xmlns:a16="http://schemas.microsoft.com/office/drawing/2014/main" id="{07E3AFAD-AE6A-9C92-EDEA-9F7E6363AC4A}"/>
              </a:ext>
            </a:extLst>
          </p:cNvPr>
          <p:cNvGraphicFramePr>
            <a:graphicFrameLocks noChangeAspect="1"/>
          </p:cNvGraphicFramePr>
          <p:nvPr>
            <p:extLst>
              <p:ext uri="{D42A27DB-BD31-4B8C-83A1-F6EECF244321}">
                <p14:modId xmlns:p14="http://schemas.microsoft.com/office/powerpoint/2010/main" val="2096989756"/>
              </p:ext>
            </p:extLst>
          </p:nvPr>
        </p:nvGraphicFramePr>
        <p:xfrm>
          <a:off x="8925264" y="3513042"/>
          <a:ext cx="2743200" cy="2743200"/>
        </p:xfrm>
        <a:graphic>
          <a:graphicData uri="http://schemas.openxmlformats.org/drawingml/2006/chart">
            <c:chart xmlns:c="http://schemas.openxmlformats.org/drawingml/2006/chart" xmlns:r="http://schemas.openxmlformats.org/officeDocument/2006/relationships" r:id="rId14"/>
          </a:graphicData>
        </a:graphic>
      </p:graphicFrame>
      <p:sp>
        <p:nvSpPr>
          <p:cNvPr id="25" name="TextBox 24">
            <a:extLst>
              <a:ext uri="{FF2B5EF4-FFF2-40B4-BE49-F238E27FC236}">
                <a16:creationId xmlns:a16="http://schemas.microsoft.com/office/drawing/2014/main" id="{B7DBF065-6DB5-0286-78B1-F261A4E0FFBA}"/>
              </a:ext>
            </a:extLst>
          </p:cNvPr>
          <p:cNvSpPr txBox="1"/>
          <p:nvPr/>
        </p:nvSpPr>
        <p:spPr>
          <a:xfrm>
            <a:off x="9948533" y="4823495"/>
            <a:ext cx="1125415" cy="307777"/>
          </a:xfrm>
          <a:prstGeom prst="rect">
            <a:avLst/>
          </a:prstGeom>
          <a:noFill/>
        </p:spPr>
        <p:txBody>
          <a:bodyPr wrap="square" rtlCol="0">
            <a:spAutoFit/>
          </a:bodyPr>
          <a:lstStyle/>
          <a:p>
            <a:r>
              <a:rPr lang="en-HK" sz="1400" dirty="0">
                <a:solidFill>
                  <a:schemeClr val="accent1"/>
                </a:solidFill>
                <a:latin typeface="Saol Display Light" panose="00000400000000000000"/>
              </a:rPr>
              <a:t>{{month}}</a:t>
            </a:r>
          </a:p>
        </p:txBody>
      </p:sp>
    </p:spTree>
    <p:extLst>
      <p:ext uri="{BB962C8B-B14F-4D97-AF65-F5344CB8AC3E}">
        <p14:creationId xmlns:p14="http://schemas.microsoft.com/office/powerpoint/2010/main" val="6549494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7CA06-7E2D-440E-07AE-0D8F8917F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60D14D-7D9A-7230-A013-F1DCD3FCD5E7}"/>
              </a:ext>
            </a:extLst>
          </p:cNvPr>
          <p:cNvSpPr>
            <a:spLocks noGrp="1"/>
          </p:cNvSpPr>
          <p:nvPr>
            <p:ph type="title"/>
          </p:nvPr>
        </p:nvSpPr>
        <p:spPr>
          <a:xfrm>
            <a:off x="347471" y="2395728"/>
            <a:ext cx="8226257" cy="2286000"/>
          </a:xfrm>
        </p:spPr>
        <p:txBody>
          <a:bodyPr/>
          <a:lstStyle/>
          <a:p>
            <a:r>
              <a:rPr lang="en-US" sz="7200" i="1">
                <a:latin typeface="Saol Display Light"/>
              </a:rPr>
              <a:t>EMEA</a:t>
            </a:r>
          </a:p>
        </p:txBody>
      </p:sp>
      <p:sp>
        <p:nvSpPr>
          <p:cNvPr id="3" name="Text Placeholder 2">
            <a:extLst>
              <a:ext uri="{FF2B5EF4-FFF2-40B4-BE49-F238E27FC236}">
                <a16:creationId xmlns:a16="http://schemas.microsoft.com/office/drawing/2014/main" id="{49476A03-31C9-CBCE-A68A-FA41BDB28364}"/>
              </a:ext>
            </a:extLst>
          </p:cNvPr>
          <p:cNvSpPr>
            <a:spLocks noGrp="1"/>
          </p:cNvSpPr>
          <p:nvPr>
            <p:ph type="body" sz="quarter" idx="22"/>
          </p:nvPr>
        </p:nvSpPr>
        <p:spPr/>
        <p:txBody>
          <a:bodyPr/>
          <a:lstStyle/>
          <a:p>
            <a:r>
              <a:rPr lang="en-US"/>
              <a:t>FOUR SEASONS HOTELS AND RESORTS</a:t>
            </a:r>
          </a:p>
        </p:txBody>
      </p:sp>
      <p:sp>
        <p:nvSpPr>
          <p:cNvPr id="4" name="Text Placeholder 2">
            <a:extLst>
              <a:ext uri="{FF2B5EF4-FFF2-40B4-BE49-F238E27FC236}">
                <a16:creationId xmlns:a16="http://schemas.microsoft.com/office/drawing/2014/main" id="{B782E3C3-1159-5E14-44A0-7D3848B2D73B}"/>
              </a:ext>
            </a:extLst>
          </p:cNvPr>
          <p:cNvSpPr txBox="1">
            <a:spLocks/>
          </p:cNvSpPr>
          <p:nvPr/>
        </p:nvSpPr>
        <p:spPr>
          <a:xfrm>
            <a:off x="348822" y="5799444"/>
            <a:ext cx="7598664" cy="653892"/>
          </a:xfrm>
          <a:prstGeom prst="rect">
            <a:avLst/>
          </a:prstGeom>
        </p:spPr>
        <p:txBody>
          <a:bodyPr/>
          <a:lstStyle>
            <a:lvl1pPr marL="0" indent="0" algn="l" defTabSz="914400" rtl="0" eaLnBrk="1" latinLnBrk="0" hangingPunct="1">
              <a:lnSpc>
                <a:spcPts val="1700"/>
              </a:lnSpc>
              <a:spcBef>
                <a:spcPts val="0"/>
              </a:spcBef>
              <a:spcAft>
                <a:spcPts val="1000"/>
              </a:spcAft>
              <a:buFont typeface="Arial" panose="020B0604020202020204" pitchFamily="34" charset="0"/>
              <a:buNone/>
              <a:defRPr sz="1300" kern="1200" spc="0" baseline="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vl2pPr marL="180000" indent="-180000" algn="l" defTabSz="914400" rtl="0" eaLnBrk="1" latinLnBrk="0" hangingPunct="1">
              <a:lnSpc>
                <a:spcPts val="1700"/>
              </a:lnSpc>
              <a:spcBef>
                <a:spcPts val="0"/>
              </a:spcBef>
              <a:spcAft>
                <a:spcPts val="500"/>
              </a:spcAft>
              <a:buFont typeface="Arial" panose="020B0604020202020204" pitchFamily="34" charset="0"/>
              <a:buChar char="•"/>
              <a:tabLst/>
              <a:defRPr sz="1300" b="0" i="0" kern="0" spc="0" baseline="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2pPr>
            <a:lvl3pPr marL="360000" indent="-180000" algn="l" defTabSz="914400" rtl="0" eaLnBrk="1" latinLnBrk="0" hangingPunct="1">
              <a:lnSpc>
                <a:spcPts val="1700"/>
              </a:lnSpc>
              <a:spcBef>
                <a:spcPts val="0"/>
              </a:spcBef>
              <a:spcAft>
                <a:spcPts val="500"/>
              </a:spcAft>
              <a:buFont typeface="Arial" panose="020B0604020202020204" pitchFamily="34" charset="0"/>
              <a:buChar char="•"/>
              <a:tabLst/>
              <a:defRPr sz="1300" b="0" i="0" kern="0" cap="none" spc="0" baseline="0">
                <a:solidFill>
                  <a:schemeClr val="tx1"/>
                </a:solidFill>
                <a:latin typeface="+mn-lt"/>
                <a:ea typeface="Helvetica Neue" panose="02000503000000020004" pitchFamily="2" charset="0"/>
                <a:cs typeface="Helvetica Neue" panose="02000503000000020004" pitchFamily="2" charset="0"/>
              </a:defRPr>
            </a:lvl3pPr>
            <a:lvl4pPr marL="576000" indent="-180000" algn="l" defTabSz="914400" rtl="0" eaLnBrk="1" latinLnBrk="0" hangingPunct="1">
              <a:lnSpc>
                <a:spcPts val="1700"/>
              </a:lnSpc>
              <a:spcBef>
                <a:spcPts val="0"/>
              </a:spcBef>
              <a:spcAft>
                <a:spcPts val="500"/>
              </a:spcAft>
              <a:buFont typeface="Arial" panose="020B0604020202020204" pitchFamily="34" charset="0"/>
              <a:buChar char="•"/>
              <a:tabLst/>
              <a:defRPr sz="1300" b="0" i="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4pPr>
            <a:lvl5pPr marL="828000" indent="-180000" algn="l" defTabSz="914400" rtl="0" eaLnBrk="1" latinLnBrk="0" hangingPunct="1">
              <a:lnSpc>
                <a:spcPts val="1700"/>
              </a:lnSpc>
              <a:spcBef>
                <a:spcPts val="0"/>
              </a:spcBef>
              <a:spcAft>
                <a:spcPts val="500"/>
              </a:spcAft>
              <a:buFont typeface="Arial" panose="020B0604020202020204" pitchFamily="34" charset="0"/>
              <a:buChar char="•"/>
              <a:tabLst/>
              <a:defRPr sz="1300" b="0" i="0" kern="1200" baseline="0">
                <a:solidFill>
                  <a:schemeClr val="tx1"/>
                </a:solidFill>
                <a:latin typeface="+mn-lt"/>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ts val="1700"/>
              </a:lnSpc>
              <a:spcBef>
                <a:spcPts val="0"/>
              </a:spcBef>
              <a:spcAft>
                <a:spcPts val="1000"/>
              </a:spcAft>
              <a:buClrTx/>
              <a:buSzTx/>
              <a:buFont typeface="Arial" panose="020B0604020202020204" pitchFamily="34" charset="0"/>
              <a:buNone/>
              <a:tabLst/>
              <a:defRPr/>
            </a:pPr>
            <a:r>
              <a:rPr kumimoji="0" lang="en-US" sz="1300" b="1" i="0" u="none" strike="noStrike" kern="1200" cap="none" spc="0" normalizeH="0" baseline="0" noProof="0" dirty="0">
                <a:ln>
                  <a:noFill/>
                </a:ln>
                <a:solidFill>
                  <a:srgbClr val="FFFFFF"/>
                </a:solidFill>
                <a:effectLst/>
                <a:uLnTx/>
                <a:uFillTx/>
                <a:latin typeface="Helvetica Neue" panose="02000503000000020004" pitchFamily="2" charset="0"/>
              </a:rPr>
              <a:t>{{month}} 2026</a:t>
            </a:r>
          </a:p>
        </p:txBody>
      </p:sp>
      <p:sp>
        <p:nvSpPr>
          <p:cNvPr id="6" name="TextBox 1">
            <a:extLst>
              <a:ext uri="{FF2B5EF4-FFF2-40B4-BE49-F238E27FC236}">
                <a16:creationId xmlns:a16="http://schemas.microsoft.com/office/drawing/2014/main" id="{4B877918-7EDE-E7FE-4EE2-F17004C52F41}"/>
              </a:ext>
            </a:extLst>
          </p:cNvPr>
          <p:cNvSpPr txBox="1"/>
          <p:nvPr/>
        </p:nvSpPr>
        <p:spPr>
          <a:xfrm>
            <a:off x="347471" y="6345614"/>
            <a:ext cx="9361487" cy="21544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Helvetica Neue"/>
                <a:ea typeface="+mn-ea"/>
                <a:cs typeface="+mn-cs"/>
              </a:rPr>
              <a:t>All media coverage in this section includes EMEA publications for both Four Seasons and its competitors. </a:t>
            </a:r>
            <a:endParaRPr kumimoji="0" lang="en-US" sz="1000" b="0" i="0" u="none" strike="noStrike" kern="1200" cap="none" spc="0" normalizeH="0" baseline="0" noProof="0">
              <a:ln>
                <a:noFill/>
              </a:ln>
              <a:solidFill>
                <a:srgbClr val="FFFFFF"/>
              </a:solidFill>
              <a:effectLst/>
              <a:uLnTx/>
              <a:uFillTx/>
              <a:latin typeface="Helvetica Neue"/>
              <a:ea typeface="+mn-ea"/>
              <a:cs typeface="+mn-cs"/>
            </a:endParaRPr>
          </a:p>
        </p:txBody>
      </p:sp>
    </p:spTree>
    <p:extLst>
      <p:ext uri="{BB962C8B-B14F-4D97-AF65-F5344CB8AC3E}">
        <p14:creationId xmlns:p14="http://schemas.microsoft.com/office/powerpoint/2010/main" val="5666593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B5071-2CB6-1560-A86C-832F1E50B44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6A31825-B3D4-EE2E-14B0-4449198ECBD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07F6D5-C405-3747-904C-8A4483F83D09}" type="slidenum">
              <a:rPr kumimoji="0" lang="en-US" sz="700" b="0" i="0" u="none" strike="noStrike" kern="1200" cap="none" spc="0" normalizeH="0" baseline="0" noProof="0" smtClean="0">
                <a:ln>
                  <a:noFill/>
                </a:ln>
                <a:solidFill>
                  <a:srgbClr val="3D441E"/>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700" b="0" i="0" u="none" strike="noStrike" kern="1200" cap="none" spc="0" normalizeH="0" baseline="0" noProof="0">
              <a:ln>
                <a:noFill/>
              </a:ln>
              <a:solidFill>
                <a:srgbClr val="3D441E"/>
              </a:solidFill>
              <a:effectLst/>
              <a:uLnTx/>
              <a:uFillTx/>
              <a:latin typeface="Arial" panose="020B0604020202020204" pitchFamily="34" charset="0"/>
              <a:cs typeface="Arial" panose="020B0604020202020204" pitchFamily="34" charset="0"/>
            </a:endParaRPr>
          </a:p>
        </p:txBody>
      </p:sp>
      <p:sp>
        <p:nvSpPr>
          <p:cNvPr id="4" name="Title 3">
            <a:extLst>
              <a:ext uri="{FF2B5EF4-FFF2-40B4-BE49-F238E27FC236}">
                <a16:creationId xmlns:a16="http://schemas.microsoft.com/office/drawing/2014/main" id="{C8F56474-8DEE-F5FF-C000-AB3A12C2995C}"/>
              </a:ext>
            </a:extLst>
          </p:cNvPr>
          <p:cNvSpPr>
            <a:spLocks noGrp="1"/>
          </p:cNvSpPr>
          <p:nvPr>
            <p:ph type="title"/>
          </p:nvPr>
        </p:nvSpPr>
        <p:spPr>
          <a:xfrm>
            <a:off x="746439" y="560748"/>
            <a:ext cx="11164824" cy="594360"/>
          </a:xfrm>
        </p:spPr>
        <p:txBody>
          <a:bodyPr/>
          <a:lstStyle/>
          <a:p>
            <a:r>
              <a:rPr lang="en-US"/>
              <a:t>YACHTS - </a:t>
            </a:r>
            <a:r>
              <a:rPr lang="en-US" i="1"/>
              <a:t>EMEA</a:t>
            </a:r>
            <a:endParaRPr lang="en-US"/>
          </a:p>
        </p:txBody>
      </p:sp>
      <p:sp>
        <p:nvSpPr>
          <p:cNvPr id="6" name="Text Placeholder 5">
            <a:extLst>
              <a:ext uri="{FF2B5EF4-FFF2-40B4-BE49-F238E27FC236}">
                <a16:creationId xmlns:a16="http://schemas.microsoft.com/office/drawing/2014/main" id="{10D60BCE-81D8-E00E-6814-BB419640E85A}"/>
              </a:ext>
            </a:extLst>
          </p:cNvPr>
          <p:cNvSpPr>
            <a:spLocks noGrp="1"/>
          </p:cNvSpPr>
          <p:nvPr>
            <p:ph type="body" sz="quarter" idx="24"/>
          </p:nvPr>
        </p:nvSpPr>
        <p:spPr>
          <a:xfrm>
            <a:off x="746440" y="254955"/>
            <a:ext cx="4206240" cy="182284"/>
          </a:xfrm>
        </p:spPr>
        <p:txBody>
          <a:bodyPr/>
          <a:lstStyle/>
          <a:p>
            <a:r>
              <a:rPr lang="en-US"/>
              <a:t>FOUR SEASONS HOTELS AND RESORTS</a:t>
            </a:r>
          </a:p>
        </p:txBody>
      </p:sp>
      <p:sp>
        <p:nvSpPr>
          <p:cNvPr id="2" name="Text Placeholder 1">
            <a:extLst>
              <a:ext uri="{FF2B5EF4-FFF2-40B4-BE49-F238E27FC236}">
                <a16:creationId xmlns:a16="http://schemas.microsoft.com/office/drawing/2014/main" id="{9B9C1FF6-963B-7274-67EB-9DF836EB892F}"/>
              </a:ext>
            </a:extLst>
          </p:cNvPr>
          <p:cNvSpPr>
            <a:spLocks noGrp="1"/>
          </p:cNvSpPr>
          <p:nvPr>
            <p:ph type="body" sz="quarter" idx="26"/>
          </p:nvPr>
        </p:nvSpPr>
        <p:spPr>
          <a:xfrm>
            <a:off x="746439" y="1047186"/>
            <a:ext cx="11164824" cy="391908"/>
          </a:xfrm>
        </p:spPr>
        <p:txBody>
          <a:bodyPr/>
          <a:lstStyle/>
          <a:p>
            <a:r>
              <a:rPr lang="en-US" sz="1200" dirty="0"/>
              <a:t>YTD {{month}} 2026</a:t>
            </a:r>
          </a:p>
        </p:txBody>
      </p:sp>
      <p:grpSp>
        <p:nvGrpSpPr>
          <p:cNvPr id="32" name="Group 31">
            <a:extLst>
              <a:ext uri="{FF2B5EF4-FFF2-40B4-BE49-F238E27FC236}">
                <a16:creationId xmlns:a16="http://schemas.microsoft.com/office/drawing/2014/main" id="{64F8C93A-FC2D-7E59-A8AA-5A48344A34EE}"/>
              </a:ext>
            </a:extLst>
          </p:cNvPr>
          <p:cNvGrpSpPr/>
          <p:nvPr/>
        </p:nvGrpSpPr>
        <p:grpSpPr>
          <a:xfrm>
            <a:off x="746439" y="1404688"/>
            <a:ext cx="7756383" cy="1759368"/>
            <a:chOff x="630382" y="3504093"/>
            <a:chExt cx="3493236" cy="2645148"/>
          </a:xfrm>
        </p:grpSpPr>
        <p:sp>
          <p:nvSpPr>
            <p:cNvPr id="33" name="Rectangle: Rounded Corners 32">
              <a:extLst>
                <a:ext uri="{FF2B5EF4-FFF2-40B4-BE49-F238E27FC236}">
                  <a16:creationId xmlns:a16="http://schemas.microsoft.com/office/drawing/2014/main" id="{6A5C05CF-6A61-5799-D39B-40DE15847290}"/>
                </a:ext>
              </a:extLst>
            </p:cNvPr>
            <p:cNvSpPr/>
            <p:nvPr/>
          </p:nvSpPr>
          <p:spPr>
            <a:xfrm>
              <a:off x="630382" y="3504093"/>
              <a:ext cx="3493236" cy="2645148"/>
            </a:xfrm>
            <a:prstGeom prst="roundRect">
              <a:avLst>
                <a:gd name="adj" fmla="val 5997"/>
              </a:avLst>
            </a:prstGeom>
            <a:solidFill>
              <a:srgbClr val="3D441E">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Helvetica Neue" panose="02000503000000020004"/>
                <a:ea typeface="+mn-ea"/>
                <a:cs typeface="+mn-cs"/>
              </a:endParaRPr>
            </a:p>
          </p:txBody>
        </p:sp>
        <p:sp>
          <p:nvSpPr>
            <p:cNvPr id="35" name="Rectangle: Top Corners Rounded 34">
              <a:extLst>
                <a:ext uri="{FF2B5EF4-FFF2-40B4-BE49-F238E27FC236}">
                  <a16:creationId xmlns:a16="http://schemas.microsoft.com/office/drawing/2014/main" id="{8581DDEB-B650-2B5F-11BD-622E5911E4CC}"/>
                </a:ext>
              </a:extLst>
            </p:cNvPr>
            <p:cNvSpPr/>
            <p:nvPr/>
          </p:nvSpPr>
          <p:spPr>
            <a:xfrm>
              <a:off x="637864" y="3537611"/>
              <a:ext cx="3485754" cy="514799"/>
            </a:xfrm>
            <a:prstGeom prst="round2SameRect">
              <a:avLst>
                <a:gd name="adj1" fmla="val 24760"/>
                <a:gd name="adj2" fmla="val 0"/>
              </a:avLst>
            </a:prstGeom>
            <a:solidFill>
              <a:srgbClr val="3D44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Helvetica Neue"/>
                  <a:ea typeface="+mn-ea"/>
                  <a:cs typeface="+mn-cs"/>
                </a:rPr>
                <a:t>FOUR SEASONS</a:t>
              </a:r>
            </a:p>
          </p:txBody>
        </p:sp>
      </p:grpSp>
      <p:grpSp>
        <p:nvGrpSpPr>
          <p:cNvPr id="36" name="Group 35">
            <a:extLst>
              <a:ext uri="{FF2B5EF4-FFF2-40B4-BE49-F238E27FC236}">
                <a16:creationId xmlns:a16="http://schemas.microsoft.com/office/drawing/2014/main" id="{AA992C8C-882B-3002-9060-B8F43ACBCD54}"/>
              </a:ext>
            </a:extLst>
          </p:cNvPr>
          <p:cNvGrpSpPr/>
          <p:nvPr/>
        </p:nvGrpSpPr>
        <p:grpSpPr>
          <a:xfrm>
            <a:off x="728243" y="3255702"/>
            <a:ext cx="3768915" cy="2916404"/>
            <a:chOff x="4286446" y="3503768"/>
            <a:chExt cx="3470145" cy="2641114"/>
          </a:xfrm>
        </p:grpSpPr>
        <p:sp>
          <p:nvSpPr>
            <p:cNvPr id="39" name="Rectangle: Rounded Corners 38">
              <a:extLst>
                <a:ext uri="{FF2B5EF4-FFF2-40B4-BE49-F238E27FC236}">
                  <a16:creationId xmlns:a16="http://schemas.microsoft.com/office/drawing/2014/main" id="{3C317902-54F3-16ED-83AB-5BAAA223A5F7}"/>
                </a:ext>
              </a:extLst>
            </p:cNvPr>
            <p:cNvSpPr/>
            <p:nvPr/>
          </p:nvSpPr>
          <p:spPr>
            <a:xfrm>
              <a:off x="4301740" y="3503768"/>
              <a:ext cx="3454851" cy="2641114"/>
            </a:xfrm>
            <a:prstGeom prst="roundRect">
              <a:avLst>
                <a:gd name="adj" fmla="val 4959"/>
              </a:avLst>
            </a:prstGeom>
            <a:solidFill>
              <a:srgbClr val="3D441E">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Helvetica Neue" panose="02000503000000020004"/>
                <a:ea typeface="+mn-ea"/>
                <a:cs typeface="+mn-cs"/>
              </a:endParaRPr>
            </a:p>
          </p:txBody>
        </p:sp>
        <p:sp>
          <p:nvSpPr>
            <p:cNvPr id="38" name="Rectangle: Top Corners Rounded 37">
              <a:extLst>
                <a:ext uri="{FF2B5EF4-FFF2-40B4-BE49-F238E27FC236}">
                  <a16:creationId xmlns:a16="http://schemas.microsoft.com/office/drawing/2014/main" id="{F1C42ECA-CEC6-7587-C286-56DCBE61DEE9}"/>
                </a:ext>
              </a:extLst>
            </p:cNvPr>
            <p:cNvSpPr/>
            <p:nvPr/>
          </p:nvSpPr>
          <p:spPr>
            <a:xfrm>
              <a:off x="4286446" y="3514696"/>
              <a:ext cx="3470145" cy="431267"/>
            </a:xfrm>
            <a:prstGeom prst="round2SameRect">
              <a:avLst>
                <a:gd name="adj1" fmla="val 24760"/>
                <a:gd name="adj2" fmla="val 0"/>
              </a:avLst>
            </a:prstGeom>
            <a:solidFill>
              <a:srgbClr val="1F21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Helvetica Neue"/>
                  <a:ea typeface="+mn-ea"/>
                  <a:cs typeface="+mn-cs"/>
                </a:rPr>
                <a:t>REGENT SEVEN SEAS</a:t>
              </a:r>
            </a:p>
          </p:txBody>
        </p:sp>
      </p:grpSp>
      <p:sp>
        <p:nvSpPr>
          <p:cNvPr id="45" name="Rectangle: Rounded Corners 44">
            <a:extLst>
              <a:ext uri="{FF2B5EF4-FFF2-40B4-BE49-F238E27FC236}">
                <a16:creationId xmlns:a16="http://schemas.microsoft.com/office/drawing/2014/main" id="{766882B1-E089-0266-45D8-4C1F7C30E25B}"/>
              </a:ext>
            </a:extLst>
          </p:cNvPr>
          <p:cNvSpPr/>
          <p:nvPr/>
        </p:nvSpPr>
        <p:spPr>
          <a:xfrm>
            <a:off x="4708784" y="3343575"/>
            <a:ext cx="3787112" cy="2840554"/>
          </a:xfrm>
          <a:prstGeom prst="roundRect">
            <a:avLst>
              <a:gd name="adj" fmla="val 6019"/>
            </a:avLst>
          </a:prstGeom>
          <a:solidFill>
            <a:srgbClr val="3D441E">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Helvetica Neue" panose="02000503000000020004"/>
              <a:ea typeface="+mn-ea"/>
              <a:cs typeface="+mn-cs"/>
            </a:endParaRPr>
          </a:p>
        </p:txBody>
      </p:sp>
      <p:sp>
        <p:nvSpPr>
          <p:cNvPr id="44" name="Rectangle: Top Corners Rounded 43">
            <a:extLst>
              <a:ext uri="{FF2B5EF4-FFF2-40B4-BE49-F238E27FC236}">
                <a16:creationId xmlns:a16="http://schemas.microsoft.com/office/drawing/2014/main" id="{EFC509FE-8331-EF61-21B3-4217EBE4D38F}"/>
              </a:ext>
            </a:extLst>
          </p:cNvPr>
          <p:cNvSpPr/>
          <p:nvPr/>
        </p:nvSpPr>
        <p:spPr>
          <a:xfrm>
            <a:off x="4695911" y="3243435"/>
            <a:ext cx="3787111" cy="460245"/>
          </a:xfrm>
          <a:prstGeom prst="round2SameRect">
            <a:avLst>
              <a:gd name="adj1" fmla="val 24760"/>
              <a:gd name="adj2" fmla="val 0"/>
            </a:avLst>
          </a:prstGeom>
          <a:solidFill>
            <a:srgbClr val="9393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sz="1400" b="1">
                <a:solidFill>
                  <a:srgbClr val="FFFFFF"/>
                </a:solidFill>
              </a:rPr>
              <a:t>SILVERSEA</a:t>
            </a:r>
          </a:p>
        </p:txBody>
      </p:sp>
      <p:graphicFrame>
        <p:nvGraphicFramePr>
          <p:cNvPr id="11" name="Table 10">
            <a:extLst>
              <a:ext uri="{FF2B5EF4-FFF2-40B4-BE49-F238E27FC236}">
                <a16:creationId xmlns:a16="http://schemas.microsoft.com/office/drawing/2014/main" id="{A77FF3F4-70C8-C1BC-305A-6166BE0B39F4}"/>
              </a:ext>
            </a:extLst>
          </p:cNvPr>
          <p:cNvGraphicFramePr>
            <a:graphicFrameLocks noGrp="1"/>
          </p:cNvGraphicFramePr>
          <p:nvPr/>
        </p:nvGraphicFramePr>
        <p:xfrm>
          <a:off x="763052" y="6251086"/>
          <a:ext cx="11104443" cy="263238"/>
        </p:xfrm>
        <a:graphic>
          <a:graphicData uri="http://schemas.openxmlformats.org/drawingml/2006/table">
            <a:tbl>
              <a:tblPr firstRow="1" bandRow="1">
                <a:tableStyleId>{5C22544A-7EE6-4342-B048-85BDC9FD1C3A}</a:tableStyleId>
              </a:tblPr>
              <a:tblGrid>
                <a:gridCol w="1586349">
                  <a:extLst>
                    <a:ext uri="{9D8B030D-6E8A-4147-A177-3AD203B41FA5}">
                      <a16:colId xmlns:a16="http://schemas.microsoft.com/office/drawing/2014/main" val="1198150969"/>
                    </a:ext>
                  </a:extLst>
                </a:gridCol>
                <a:gridCol w="1586349">
                  <a:extLst>
                    <a:ext uri="{9D8B030D-6E8A-4147-A177-3AD203B41FA5}">
                      <a16:colId xmlns:a16="http://schemas.microsoft.com/office/drawing/2014/main" val="1723906514"/>
                    </a:ext>
                  </a:extLst>
                </a:gridCol>
                <a:gridCol w="1586349">
                  <a:extLst>
                    <a:ext uri="{9D8B030D-6E8A-4147-A177-3AD203B41FA5}">
                      <a16:colId xmlns:a16="http://schemas.microsoft.com/office/drawing/2014/main" val="890254197"/>
                    </a:ext>
                  </a:extLst>
                </a:gridCol>
                <a:gridCol w="1586349">
                  <a:extLst>
                    <a:ext uri="{9D8B030D-6E8A-4147-A177-3AD203B41FA5}">
                      <a16:colId xmlns:a16="http://schemas.microsoft.com/office/drawing/2014/main" val="1996262911"/>
                    </a:ext>
                  </a:extLst>
                </a:gridCol>
                <a:gridCol w="1586349">
                  <a:extLst>
                    <a:ext uri="{9D8B030D-6E8A-4147-A177-3AD203B41FA5}">
                      <a16:colId xmlns:a16="http://schemas.microsoft.com/office/drawing/2014/main" val="4285416053"/>
                    </a:ext>
                  </a:extLst>
                </a:gridCol>
                <a:gridCol w="1586349">
                  <a:extLst>
                    <a:ext uri="{9D8B030D-6E8A-4147-A177-3AD203B41FA5}">
                      <a16:colId xmlns:a16="http://schemas.microsoft.com/office/drawing/2014/main" val="3188893223"/>
                    </a:ext>
                  </a:extLst>
                </a:gridCol>
                <a:gridCol w="1586349">
                  <a:extLst>
                    <a:ext uri="{9D8B030D-6E8A-4147-A177-3AD203B41FA5}">
                      <a16:colId xmlns:a16="http://schemas.microsoft.com/office/drawing/2014/main" val="4147391749"/>
                    </a:ext>
                  </a:extLst>
                </a:gridCol>
              </a:tblGrid>
              <a:tr h="263238">
                <a:tc>
                  <a:txBody>
                    <a:bodyPr/>
                    <a:lstStyle/>
                    <a:p>
                      <a:pPr algn="ctr">
                        <a:lnSpc>
                          <a:spcPct val="80000"/>
                        </a:lnSpc>
                      </a:pPr>
                      <a:r>
                        <a:rPr lang="en-US" sz="800" b="0"/>
                        <a:t>Four Seasons</a:t>
                      </a:r>
                    </a:p>
                  </a:txBody>
                  <a:tcPr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3D441E"/>
                    </a:solidFill>
                  </a:tcPr>
                </a:tc>
                <a:tc>
                  <a:txBody>
                    <a:bodyPr/>
                    <a:lstStyle/>
                    <a:p>
                      <a:pPr algn="ctr">
                        <a:lnSpc>
                          <a:spcPct val="80000"/>
                        </a:lnSpc>
                      </a:pPr>
                      <a:r>
                        <a:rPr lang="en-US" sz="800" b="0"/>
                        <a:t>Seabourn</a:t>
                      </a:r>
                    </a:p>
                  </a:txBody>
                  <a:tcPr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5F88BD"/>
                    </a:solidFill>
                  </a:tcPr>
                </a:tc>
                <a:tc>
                  <a:txBody>
                    <a:bodyPr/>
                    <a:lstStyle/>
                    <a:p>
                      <a:pPr algn="ctr">
                        <a:lnSpc>
                          <a:spcPct val="80000"/>
                        </a:lnSpc>
                      </a:pPr>
                      <a:r>
                        <a:rPr lang="en-US" sz="800" b="0"/>
                        <a:t>Silversea</a:t>
                      </a:r>
                    </a:p>
                  </a:txBody>
                  <a:tcPr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939393"/>
                    </a:solidFill>
                  </a:tcPr>
                </a:tc>
                <a:tc>
                  <a:txBody>
                    <a:bodyPr/>
                    <a:lstStyle/>
                    <a:p>
                      <a:pPr algn="ctr">
                        <a:lnSpc>
                          <a:spcPct val="80000"/>
                        </a:lnSpc>
                      </a:pPr>
                      <a:r>
                        <a:rPr lang="en-US" sz="800" b="0"/>
                        <a:t>Regent Seven Seas</a:t>
                      </a:r>
                    </a:p>
                  </a:txBody>
                  <a:tcPr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1F216C"/>
                    </a:solidFill>
                  </a:tcPr>
                </a:tc>
                <a:tc>
                  <a:txBody>
                    <a:bodyPr/>
                    <a:lstStyle/>
                    <a:p>
                      <a:pPr algn="ctr">
                        <a:lnSpc>
                          <a:spcPct val="80000"/>
                        </a:lnSpc>
                      </a:pPr>
                      <a:r>
                        <a:rPr lang="en-US" sz="800" b="0">
                          <a:solidFill>
                            <a:schemeClr val="bg1"/>
                          </a:solidFill>
                        </a:rPr>
                        <a:t>Ritz-Carlton</a:t>
                      </a:r>
                      <a:endParaRPr lang="en-US" sz="800" b="0"/>
                    </a:p>
                  </a:txBody>
                  <a:tcPr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1F335B"/>
                    </a:solidFill>
                  </a:tcPr>
                </a:tc>
                <a:tc>
                  <a:txBody>
                    <a:bodyPr/>
                    <a:lstStyle/>
                    <a:p>
                      <a:pPr algn="ctr">
                        <a:lnSpc>
                          <a:spcPct val="80000"/>
                        </a:lnSpc>
                      </a:pPr>
                      <a:r>
                        <a:rPr lang="en-US" sz="800" b="0"/>
                        <a:t>Aman</a:t>
                      </a:r>
                      <a:endParaRPr lang="en-US" sz="800" b="0">
                        <a:solidFill>
                          <a:schemeClr val="bg1"/>
                        </a:solidFill>
                      </a:endParaRPr>
                    </a:p>
                  </a:txBody>
                  <a:tcPr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DDC38B"/>
                    </a:solidFill>
                  </a:tcPr>
                </a:tc>
                <a:tc>
                  <a:txBody>
                    <a:bodyPr/>
                    <a:lstStyle/>
                    <a:p>
                      <a:pPr algn="ctr">
                        <a:lnSpc>
                          <a:spcPct val="80000"/>
                        </a:lnSpc>
                      </a:pPr>
                      <a:r>
                        <a:rPr lang="en-US" sz="800" b="0">
                          <a:solidFill>
                            <a:schemeClr val="bg1"/>
                          </a:solidFill>
                        </a:rPr>
                        <a:t>Orient Express</a:t>
                      </a:r>
                    </a:p>
                  </a:txBody>
                  <a:tcPr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4F0304"/>
                    </a:solidFill>
                  </a:tcPr>
                </a:tc>
                <a:extLst>
                  <a:ext uri="{0D108BD9-81ED-4DB2-BD59-A6C34878D82A}">
                    <a16:rowId xmlns:a16="http://schemas.microsoft.com/office/drawing/2014/main" val="3965875099"/>
                  </a:ext>
                </a:extLst>
              </a:tr>
            </a:tbl>
          </a:graphicData>
        </a:graphic>
      </p:graphicFrame>
      <p:sp>
        <p:nvSpPr>
          <p:cNvPr id="12" name="Content Placeholder 8">
            <a:extLst>
              <a:ext uri="{FF2B5EF4-FFF2-40B4-BE49-F238E27FC236}">
                <a16:creationId xmlns:a16="http://schemas.microsoft.com/office/drawing/2014/main" id="{D87FEABF-C636-7083-85DE-67E30E48BD8B}"/>
              </a:ext>
            </a:extLst>
          </p:cNvPr>
          <p:cNvSpPr txBox="1">
            <a:spLocks/>
          </p:cNvSpPr>
          <p:nvPr/>
        </p:nvSpPr>
        <p:spPr>
          <a:xfrm>
            <a:off x="600536" y="6485980"/>
            <a:ext cx="4029363" cy="189283"/>
          </a:xfrm>
          <a:prstGeom prst="rect">
            <a:avLst/>
          </a:prstGeom>
        </p:spPr>
        <p:txBody>
          <a:bodyPr vert="horz" wrap="square" lIns="0" tIns="45720" rIns="91440" bIns="45720" rtlCol="0">
            <a:spAutoFit/>
          </a:bodyPr>
          <a:lstStyle>
            <a:lvl1pPr marL="0" indent="0" algn="l" defTabSz="914400" rtl="0" eaLnBrk="1" fontAlgn="base" latinLnBrk="0" hangingPunct="1">
              <a:lnSpc>
                <a:spcPct val="90000"/>
              </a:lnSpc>
              <a:spcBef>
                <a:spcPts val="1000"/>
              </a:spcBef>
              <a:buFont typeface="Arial" panose="020B0604020202020204" pitchFamily="34" charset="0"/>
              <a:buNone/>
              <a:defRPr lang="en-US" sz="1600" b="1" i="0" kern="1200" spc="0">
                <a:solidFill>
                  <a:schemeClr val="accent3"/>
                </a:solidFill>
                <a:latin typeface="Century Gothic" panose="020B0502020202020204" pitchFamily="34" charset="0"/>
                <a:ea typeface="+mn-ea"/>
                <a:cs typeface="Arial" panose="020B0604020202020204" pitchFamily="34" charset="0"/>
              </a:defRPr>
            </a:lvl1pPr>
            <a:lvl2pPr marL="0" indent="0" algn="l" defTabSz="914400" rtl="0" eaLnBrk="1" latinLnBrk="0" hangingPunct="1">
              <a:lnSpc>
                <a:spcPct val="114000"/>
              </a:lnSpc>
              <a:spcBef>
                <a:spcPts val="1000"/>
              </a:spcBef>
              <a:spcAft>
                <a:spcPts val="0"/>
              </a:spcAft>
              <a:buFont typeface="Arial" panose="020B0604020202020204" pitchFamily="34" charset="0"/>
              <a:buNone/>
              <a:defRPr lang="en-US" sz="1400" b="1" kern="1200" spc="0" baseline="0">
                <a:solidFill>
                  <a:schemeClr val="accent3"/>
                </a:solidFill>
                <a:latin typeface="Century Gothic" panose="020B0502020202020204" pitchFamily="34" charset="0"/>
                <a:ea typeface="+mn-ea"/>
                <a:cs typeface="+mn-cs"/>
              </a:defRPr>
            </a:lvl2pPr>
            <a:lvl3pPr marL="0" indent="0" algn="l" defTabSz="914400" rtl="0" eaLnBrk="1" latinLnBrk="0" hangingPunct="1">
              <a:lnSpc>
                <a:spcPct val="125000"/>
              </a:lnSpc>
              <a:spcBef>
                <a:spcPts val="0"/>
              </a:spcBef>
              <a:spcAft>
                <a:spcPts val="500"/>
              </a:spcAft>
              <a:buFont typeface="Arial" panose="020B0604020202020204" pitchFamily="34" charset="0"/>
              <a:buNone/>
              <a:defRPr sz="1200" kern="1200" spc="0">
                <a:solidFill>
                  <a:schemeClr val="accent3"/>
                </a:solidFill>
                <a:latin typeface="Century Gothic" panose="020B0502020202020204" pitchFamily="34" charset="0"/>
                <a:ea typeface="+mn-ea"/>
                <a:cs typeface="+mn-cs"/>
              </a:defRPr>
            </a:lvl3pPr>
            <a:lvl4pPr marL="0" indent="0" algn="l" defTabSz="914400" rtl="0" eaLnBrk="1" latinLnBrk="0" hangingPunct="1">
              <a:lnSpc>
                <a:spcPct val="114000"/>
              </a:lnSpc>
              <a:spcBef>
                <a:spcPts val="750"/>
              </a:spcBef>
              <a:spcAft>
                <a:spcPts val="0"/>
              </a:spcAft>
              <a:buFont typeface="Arial" panose="020B0604020202020204" pitchFamily="34" charset="0"/>
              <a:buNone/>
              <a:defRPr sz="900" kern="1200" spc="0" baseline="0">
                <a:solidFill>
                  <a:schemeClr val="accent3"/>
                </a:solidFill>
                <a:latin typeface="Verlag Light" pitchFamily="50" charset="0"/>
                <a:ea typeface="+mn-ea"/>
                <a:cs typeface="+mn-cs"/>
              </a:defRPr>
            </a:lvl4pPr>
            <a:lvl5pPr marL="0" indent="0" algn="l" defTabSz="914400" rtl="0" eaLnBrk="1" latinLnBrk="0" hangingPunct="1">
              <a:lnSpc>
                <a:spcPct val="133000"/>
              </a:lnSpc>
              <a:spcBef>
                <a:spcPts val="0"/>
              </a:spcBef>
              <a:spcAft>
                <a:spcPts val="250"/>
              </a:spcAft>
              <a:buFont typeface="Arial" panose="020B0604020202020204" pitchFamily="34" charset="0"/>
              <a:buNone/>
              <a:defRPr sz="900" kern="1200" spc="0">
                <a:solidFill>
                  <a:schemeClr val="accent3"/>
                </a:solidFill>
                <a:latin typeface="Verlag Light"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700" b="0" i="1">
                <a:solidFill>
                  <a:schemeClr val="accent1"/>
                </a:solidFill>
                <a:latin typeface="+mn-lt"/>
              </a:rPr>
              <a:t>Share of Voice by volume of coverage, positive only</a:t>
            </a:r>
          </a:p>
        </p:txBody>
      </p:sp>
      <p:sp>
        <p:nvSpPr>
          <p:cNvPr id="15" name="Content Placeholder 8x2798">
            <a:extLst>
              <a:ext uri="{FF2B5EF4-FFF2-40B4-BE49-F238E27FC236}">
                <a16:creationId xmlns:a16="http://schemas.microsoft.com/office/drawing/2014/main" id="{5CDDE744-A778-24A1-6DAB-5886DC5E0628}"/>
              </a:ext>
            </a:extLst>
          </p:cNvPr>
          <p:cNvSpPr txBox="1">
            <a:spLocks/>
          </p:cNvSpPr>
          <p:nvPr/>
        </p:nvSpPr>
        <p:spPr>
          <a:xfrm>
            <a:off x="577446" y="6717432"/>
            <a:ext cx="7925376" cy="286232"/>
          </a:xfrm>
          <a:prstGeom prst="rect">
            <a:avLst/>
          </a:prstGeom>
        </p:spPr>
        <p:txBody>
          <a:bodyPr vert="horz" wrap="square" lIns="0" tIns="45720" rIns="91440" bIns="45720" rtlCol="0">
            <a:spAutoFit/>
          </a:bodyPr>
          <a:lstStyle>
            <a:defPPr>
              <a:defRPr lang="en-US"/>
            </a:defPPr>
            <a:lvl1pPr marL="0" indent="0" algn="l" defTabSz="914400" rtl="0" eaLnBrk="1" fontAlgn="base" latinLnBrk="0" hangingPunct="1">
              <a:lnSpc>
                <a:spcPct val="90000"/>
              </a:lnSpc>
              <a:spcBef>
                <a:spcPts val="1000"/>
              </a:spcBef>
              <a:buFont typeface="Arial" panose="020B0604020202020204" pitchFamily="34" charset="0"/>
              <a:buNone/>
              <a:defRPr lang="en-US" sz="1600" b="1" i="0" kern="1200" spc="0">
                <a:solidFill>
                  <a:schemeClr val="accent3"/>
                </a:solidFill>
                <a:latin typeface="Century Gothic" panose="020B0502020202020204" pitchFamily="34" charset="0"/>
                <a:ea typeface="+mn-ea"/>
                <a:cs typeface="Arial" panose="020B0604020202020204" pitchFamily="34" charset="0"/>
              </a:defRPr>
            </a:lvl1pPr>
            <a:lvl2pPr marL="0" indent="0" algn="l" defTabSz="914400" rtl="0" eaLnBrk="1" latinLnBrk="0" hangingPunct="1">
              <a:lnSpc>
                <a:spcPct val="114000"/>
              </a:lnSpc>
              <a:spcBef>
                <a:spcPts val="1000"/>
              </a:spcBef>
              <a:spcAft>
                <a:spcPts val="0"/>
              </a:spcAft>
              <a:buFont typeface="Arial" panose="020B0604020202020204" pitchFamily="34" charset="0"/>
              <a:buNone/>
              <a:defRPr lang="en-US" sz="1400" b="1" kern="1200" spc="0" baseline="0">
                <a:solidFill>
                  <a:schemeClr val="accent3"/>
                </a:solidFill>
                <a:latin typeface="Century Gothic" panose="020B0502020202020204" pitchFamily="34" charset="0"/>
                <a:ea typeface="+mn-ea"/>
                <a:cs typeface="+mn-cs"/>
              </a:defRPr>
            </a:lvl2pPr>
            <a:lvl3pPr marL="0" indent="0" algn="l" defTabSz="914400" rtl="0" eaLnBrk="1" latinLnBrk="0" hangingPunct="1">
              <a:lnSpc>
                <a:spcPct val="125000"/>
              </a:lnSpc>
              <a:spcBef>
                <a:spcPts val="0"/>
              </a:spcBef>
              <a:spcAft>
                <a:spcPts val="500"/>
              </a:spcAft>
              <a:buFont typeface="Arial" panose="020B0604020202020204" pitchFamily="34" charset="0"/>
              <a:buNone/>
              <a:defRPr sz="1200" kern="1200" spc="0">
                <a:solidFill>
                  <a:schemeClr val="accent3"/>
                </a:solidFill>
                <a:latin typeface="Century Gothic" panose="020B0502020202020204" pitchFamily="34" charset="0"/>
                <a:ea typeface="+mn-ea"/>
                <a:cs typeface="+mn-cs"/>
              </a:defRPr>
            </a:lvl3pPr>
            <a:lvl4pPr marL="0" indent="0" algn="l" defTabSz="914400" rtl="0" eaLnBrk="1" latinLnBrk="0" hangingPunct="1">
              <a:lnSpc>
                <a:spcPct val="114000"/>
              </a:lnSpc>
              <a:spcBef>
                <a:spcPts val="750"/>
              </a:spcBef>
              <a:spcAft>
                <a:spcPts val="0"/>
              </a:spcAft>
              <a:buFont typeface="Arial" panose="020B0604020202020204" pitchFamily="34" charset="0"/>
              <a:buNone/>
              <a:defRPr sz="900" kern="1200" spc="0" baseline="0">
                <a:solidFill>
                  <a:schemeClr val="accent3"/>
                </a:solidFill>
                <a:latin typeface="Verlag Light" pitchFamily="50" charset="0"/>
                <a:ea typeface="+mn-ea"/>
                <a:cs typeface="+mn-cs"/>
              </a:defRPr>
            </a:lvl4pPr>
            <a:lvl5pPr marL="0" indent="0" algn="l" defTabSz="914400" rtl="0" eaLnBrk="1" latinLnBrk="0" hangingPunct="1">
              <a:lnSpc>
                <a:spcPct val="133000"/>
              </a:lnSpc>
              <a:spcBef>
                <a:spcPts val="0"/>
              </a:spcBef>
              <a:spcAft>
                <a:spcPts val="250"/>
              </a:spcAft>
              <a:buFont typeface="Arial" panose="020B0604020202020204" pitchFamily="34" charset="0"/>
              <a:buNone/>
              <a:defRPr sz="900" kern="1200" spc="0">
                <a:solidFill>
                  <a:schemeClr val="accent3"/>
                </a:solidFill>
                <a:latin typeface="Verlag Light"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700" b="0" i="1">
                <a:solidFill>
                  <a:schemeClr val="accent1"/>
                </a:solidFill>
                <a:latin typeface="+mn-lt"/>
              </a:rPr>
              <a:t>All SOP key drivers contain at least 2+ prominence factors  such as headline, lead, multiple-mention, exclusivity, visuals, and positive sentiment.</a:t>
            </a:r>
          </a:p>
          <a:p>
            <a:pPr>
              <a:spcBef>
                <a:spcPts val="0"/>
              </a:spcBef>
            </a:pPr>
            <a:endParaRPr lang="en-US" sz="700" b="0" i="1">
              <a:solidFill>
                <a:schemeClr val="accent1"/>
              </a:solidFill>
              <a:latin typeface="+mn-lt"/>
            </a:endParaRPr>
          </a:p>
        </p:txBody>
      </p:sp>
      <p:sp>
        <p:nvSpPr>
          <p:cNvPr id="16" name="Content Placeholder 8x7812">
            <a:extLst>
              <a:ext uri="{FF2B5EF4-FFF2-40B4-BE49-F238E27FC236}">
                <a16:creationId xmlns:a16="http://schemas.microsoft.com/office/drawing/2014/main" id="{6282D685-E689-A0C4-1B17-957D82F4627D}"/>
              </a:ext>
            </a:extLst>
          </p:cNvPr>
          <p:cNvSpPr txBox="1">
            <a:spLocks/>
          </p:cNvSpPr>
          <p:nvPr/>
        </p:nvSpPr>
        <p:spPr>
          <a:xfrm>
            <a:off x="593609" y="6599654"/>
            <a:ext cx="10321245" cy="189283"/>
          </a:xfrm>
          <a:prstGeom prst="rect">
            <a:avLst/>
          </a:prstGeom>
        </p:spPr>
        <p:txBody>
          <a:bodyPr vert="horz" wrap="square" lIns="0" tIns="45720" rIns="91440" bIns="45720" rtlCol="0">
            <a:spAutoFit/>
          </a:bodyPr>
          <a:lstStyle>
            <a:lvl1pPr marL="0" indent="0" algn="l" defTabSz="914400" rtl="0" eaLnBrk="1" fontAlgn="base" latinLnBrk="0" hangingPunct="1">
              <a:lnSpc>
                <a:spcPct val="90000"/>
              </a:lnSpc>
              <a:spcBef>
                <a:spcPts val="1000"/>
              </a:spcBef>
              <a:buFont typeface="Arial" panose="020B0604020202020204" pitchFamily="34" charset="0"/>
              <a:buNone/>
              <a:defRPr lang="en-US" sz="1600" b="1" i="0" kern="1200" spc="0">
                <a:solidFill>
                  <a:schemeClr val="accent3"/>
                </a:solidFill>
                <a:latin typeface="Century Gothic" panose="020B0502020202020204" pitchFamily="34" charset="0"/>
                <a:ea typeface="+mn-ea"/>
                <a:cs typeface="Arial" panose="020B0604020202020204" pitchFamily="34" charset="0"/>
              </a:defRPr>
            </a:lvl1pPr>
            <a:lvl2pPr marL="0" indent="0" algn="l" defTabSz="914400" rtl="0" eaLnBrk="1" latinLnBrk="0" hangingPunct="1">
              <a:lnSpc>
                <a:spcPct val="114000"/>
              </a:lnSpc>
              <a:spcBef>
                <a:spcPts val="1000"/>
              </a:spcBef>
              <a:spcAft>
                <a:spcPts val="0"/>
              </a:spcAft>
              <a:buFont typeface="Arial" panose="020B0604020202020204" pitchFamily="34" charset="0"/>
              <a:buNone/>
              <a:defRPr lang="en-US" sz="1400" b="1" kern="1200" spc="0" baseline="0">
                <a:solidFill>
                  <a:schemeClr val="accent3"/>
                </a:solidFill>
                <a:latin typeface="Century Gothic" panose="020B0502020202020204" pitchFamily="34" charset="0"/>
                <a:ea typeface="+mn-ea"/>
                <a:cs typeface="+mn-cs"/>
              </a:defRPr>
            </a:lvl2pPr>
            <a:lvl3pPr marL="0" indent="0" algn="l" defTabSz="914400" rtl="0" eaLnBrk="1" latinLnBrk="0" hangingPunct="1">
              <a:lnSpc>
                <a:spcPct val="125000"/>
              </a:lnSpc>
              <a:spcBef>
                <a:spcPts val="0"/>
              </a:spcBef>
              <a:spcAft>
                <a:spcPts val="500"/>
              </a:spcAft>
              <a:buFont typeface="Arial" panose="020B0604020202020204" pitchFamily="34" charset="0"/>
              <a:buNone/>
              <a:defRPr sz="1200" kern="1200" spc="0">
                <a:solidFill>
                  <a:schemeClr val="accent3"/>
                </a:solidFill>
                <a:latin typeface="Century Gothic" panose="020B0502020202020204" pitchFamily="34" charset="0"/>
                <a:ea typeface="+mn-ea"/>
                <a:cs typeface="+mn-cs"/>
              </a:defRPr>
            </a:lvl3pPr>
            <a:lvl4pPr marL="0" indent="0" algn="l" defTabSz="914400" rtl="0" eaLnBrk="1" latinLnBrk="0" hangingPunct="1">
              <a:lnSpc>
                <a:spcPct val="114000"/>
              </a:lnSpc>
              <a:spcBef>
                <a:spcPts val="750"/>
              </a:spcBef>
              <a:spcAft>
                <a:spcPts val="0"/>
              </a:spcAft>
              <a:buFont typeface="Arial" panose="020B0604020202020204" pitchFamily="34" charset="0"/>
              <a:buNone/>
              <a:defRPr sz="900" kern="1200" spc="0" baseline="0">
                <a:solidFill>
                  <a:schemeClr val="accent3"/>
                </a:solidFill>
                <a:latin typeface="Verlag Light" pitchFamily="50" charset="0"/>
                <a:ea typeface="+mn-ea"/>
                <a:cs typeface="+mn-cs"/>
              </a:defRPr>
            </a:lvl4pPr>
            <a:lvl5pPr marL="0" indent="0" algn="l" defTabSz="914400" rtl="0" eaLnBrk="1" latinLnBrk="0" hangingPunct="1">
              <a:lnSpc>
                <a:spcPct val="133000"/>
              </a:lnSpc>
              <a:spcBef>
                <a:spcPts val="0"/>
              </a:spcBef>
              <a:spcAft>
                <a:spcPts val="250"/>
              </a:spcAft>
              <a:buFont typeface="Arial" panose="020B0604020202020204" pitchFamily="34" charset="0"/>
              <a:buNone/>
              <a:defRPr sz="900" kern="1200" spc="0">
                <a:solidFill>
                  <a:schemeClr val="accent3"/>
                </a:solidFill>
                <a:latin typeface="Verlag Light"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700" b="0" i="1">
                <a:solidFill>
                  <a:schemeClr val="accent1"/>
                </a:solidFill>
                <a:latin typeface="+mn-lt"/>
              </a:rPr>
              <a:t>Share of Prominence is comprised of human-coded, positive and neutral results, based off targeted tier-1 media lists. Analysis is comprised of US, UK, UAE, Italy, Germany, France, India, Australia, Japan, Korea and China. </a:t>
            </a:r>
          </a:p>
        </p:txBody>
      </p:sp>
      <p:sp>
        <p:nvSpPr>
          <p:cNvPr id="7" name="Text Placeholder 38x7905">
            <a:extLst>
              <a:ext uri="{FF2B5EF4-FFF2-40B4-BE49-F238E27FC236}">
                <a16:creationId xmlns:a16="http://schemas.microsoft.com/office/drawing/2014/main" id="{2786FCAE-C78E-73D1-8F31-60814AB36E3D}"/>
              </a:ext>
            </a:extLst>
          </p:cNvPr>
          <p:cNvSpPr txBox="1">
            <a:spLocks/>
          </p:cNvSpPr>
          <p:nvPr/>
        </p:nvSpPr>
        <p:spPr>
          <a:xfrm>
            <a:off x="929000" y="1887785"/>
            <a:ext cx="6931580" cy="1094824"/>
          </a:xfrm>
          <a:prstGeom prst="rect">
            <a:avLst/>
          </a:prstGeom>
          <a:noFill/>
          <a:ln>
            <a:noFill/>
          </a:ln>
        </p:spPr>
        <p:txBody>
          <a:bodyPr vert="horz" lIns="0" tIns="0" rIns="0" bIns="0" rtlCol="0" anchor="t">
            <a:noAutofit/>
          </a:bodyPr>
          <a:lstStyle>
            <a:lvl1pPr marL="0" indent="0" algn="l" defTabSz="914400" rtl="0" eaLnBrk="1" fontAlgn="base" latinLnBrk="0" hangingPunct="1">
              <a:lnSpc>
                <a:spcPct val="90000"/>
              </a:lnSpc>
              <a:spcBef>
                <a:spcPts val="1000"/>
              </a:spcBef>
              <a:buFont typeface="Arial" panose="020B0604020202020204" pitchFamily="34" charset="0"/>
              <a:buNone/>
              <a:defRPr lang="en-US" sz="1100" b="0" i="0" kern="1200" spc="0">
                <a:solidFill>
                  <a:schemeClr val="accent1"/>
                </a:solidFill>
                <a:latin typeface="+mn-lt"/>
                <a:ea typeface="+mn-ea"/>
                <a:cs typeface="Arial" panose="020B0604020202020204" pitchFamily="34" charset="0"/>
              </a:defRPr>
            </a:lvl1pPr>
            <a:lvl2pPr marL="0" indent="0" algn="l" defTabSz="914400" rtl="0" eaLnBrk="1" latinLnBrk="0" hangingPunct="1">
              <a:lnSpc>
                <a:spcPct val="114000"/>
              </a:lnSpc>
              <a:spcBef>
                <a:spcPts val="1000"/>
              </a:spcBef>
              <a:spcAft>
                <a:spcPts val="0"/>
              </a:spcAft>
              <a:buFont typeface="Arial" panose="020B0604020202020204" pitchFamily="34" charset="0"/>
              <a:buNone/>
              <a:defRPr lang="en-US" sz="1100" b="0" kern="1200" spc="0" baseline="0">
                <a:solidFill>
                  <a:srgbClr val="175252"/>
                </a:solidFill>
                <a:latin typeface="+mn-lt"/>
                <a:ea typeface="+mn-ea"/>
                <a:cs typeface="+mn-cs"/>
              </a:defRPr>
            </a:lvl2pPr>
            <a:lvl3pPr marL="0" indent="0" algn="l" defTabSz="914400" rtl="0" eaLnBrk="1" latinLnBrk="0" hangingPunct="1">
              <a:lnSpc>
                <a:spcPct val="125000"/>
              </a:lnSpc>
              <a:spcBef>
                <a:spcPts val="0"/>
              </a:spcBef>
              <a:spcAft>
                <a:spcPts val="500"/>
              </a:spcAft>
              <a:buFont typeface="Arial" panose="020B0604020202020204" pitchFamily="34" charset="0"/>
              <a:buNone/>
              <a:defRPr sz="1200" kern="1200" spc="0">
                <a:solidFill>
                  <a:srgbClr val="175252"/>
                </a:solidFill>
                <a:latin typeface="+mn-lt"/>
                <a:ea typeface="+mn-ea"/>
                <a:cs typeface="+mn-cs"/>
              </a:defRPr>
            </a:lvl3pPr>
            <a:lvl4pPr marL="0" indent="0" algn="l" defTabSz="914400" rtl="0" eaLnBrk="1" latinLnBrk="0" hangingPunct="1">
              <a:lnSpc>
                <a:spcPct val="114000"/>
              </a:lnSpc>
              <a:spcBef>
                <a:spcPts val="750"/>
              </a:spcBef>
              <a:spcAft>
                <a:spcPts val="0"/>
              </a:spcAft>
              <a:buFont typeface="Arial" panose="020B0604020202020204" pitchFamily="34" charset="0"/>
              <a:buNone/>
              <a:defRPr sz="900" kern="1200" spc="0" baseline="0">
                <a:solidFill>
                  <a:schemeClr val="tx1"/>
                </a:solidFill>
                <a:latin typeface="+mn-lt"/>
                <a:ea typeface="+mn-ea"/>
                <a:cs typeface="+mn-cs"/>
              </a:defRPr>
            </a:lvl4pPr>
            <a:lvl5pPr marL="0" indent="0" algn="l" defTabSz="914400" rtl="0" eaLnBrk="1" latinLnBrk="0" hangingPunct="1">
              <a:lnSpc>
                <a:spcPct val="133000"/>
              </a:lnSpc>
              <a:spcBef>
                <a:spcPts val="0"/>
              </a:spcBef>
              <a:spcAft>
                <a:spcPts val="250"/>
              </a:spcAft>
              <a:buFont typeface="Arial" panose="020B0604020202020204" pitchFamily="34" charset="0"/>
              <a:buNone/>
              <a:defRPr sz="900" kern="1200" spc="0">
                <a:solidFill>
                  <a:srgbClr val="64646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en-CA">
                <a:solidFill>
                  <a:schemeClr val="tx1"/>
                </a:solidFill>
              </a:rPr>
              <a:t>Four Seasons Yachts commissioned a third Yacht for delivery in 2031, while Four Seasons I received additional recognition following its 2026 debut (</a:t>
            </a:r>
            <a:r>
              <a:rPr lang="en-CA" i="1">
                <a:solidFill>
                  <a:schemeClr val="tx1"/>
                </a:solidFill>
                <a:hlinkClick r:id="rId3">
                  <a:extLst>
                    <a:ext uri="{A12FA001-AC4F-418D-AE19-62706E023703}">
                      <ahyp:hlinkClr xmlns:ahyp="http://schemas.microsoft.com/office/drawing/2018/hyperlinkcolor" val="tx"/>
                    </a:ext>
                  </a:extLst>
                </a:hlinkClick>
              </a:rPr>
              <a:t>The Independent</a:t>
            </a:r>
            <a:r>
              <a:rPr lang="en-CA">
                <a:solidFill>
                  <a:schemeClr val="tx1"/>
                </a:solidFill>
              </a:rPr>
              <a:t>; </a:t>
            </a:r>
            <a:r>
              <a:rPr lang="en-CA" i="1">
                <a:solidFill>
                  <a:schemeClr val="tx1"/>
                </a:solidFill>
                <a:hlinkClick r:id="rId4">
                  <a:extLst>
                    <a:ext uri="{A12FA001-AC4F-418D-AE19-62706E023703}">
                      <ahyp:hlinkClr xmlns:ahyp="http://schemas.microsoft.com/office/drawing/2018/hyperlinkcolor" val="tx"/>
                    </a:ext>
                  </a:extLst>
                </a:hlinkClick>
              </a:rPr>
              <a:t>The Independent</a:t>
            </a:r>
            <a:r>
              <a:rPr lang="en-CA">
                <a:solidFill>
                  <a:schemeClr val="tx1"/>
                </a:solidFill>
              </a:rPr>
              <a:t>; </a:t>
            </a:r>
            <a:r>
              <a:rPr lang="en-CA" i="1">
                <a:solidFill>
                  <a:schemeClr val="tx1"/>
                </a:solidFill>
                <a:hlinkClick r:id="rId5">
                  <a:extLst>
                    <a:ext uri="{A12FA001-AC4F-418D-AE19-62706E023703}">
                      <ahyp:hlinkClr xmlns:ahyp="http://schemas.microsoft.com/office/drawing/2018/hyperlinkcolor" val="tx"/>
                    </a:ext>
                  </a:extLst>
                </a:hlinkClick>
              </a:rPr>
              <a:t>FVW</a:t>
            </a:r>
            <a:r>
              <a:rPr lang="en-CA">
                <a:solidFill>
                  <a:schemeClr val="tx1"/>
                </a:solidFill>
              </a:rPr>
              <a:t>)</a:t>
            </a:r>
            <a:endParaRPr lang="en-US">
              <a:solidFill>
                <a:schemeClr val="tx1"/>
              </a:solidFill>
            </a:endParaRPr>
          </a:p>
        </p:txBody>
      </p:sp>
      <p:sp>
        <p:nvSpPr>
          <p:cNvPr id="8" name="Text Placeholder 38x2349">
            <a:extLst>
              <a:ext uri="{FF2B5EF4-FFF2-40B4-BE49-F238E27FC236}">
                <a16:creationId xmlns:a16="http://schemas.microsoft.com/office/drawing/2014/main" id="{0199C63B-182B-439B-859D-87F1ABF27929}"/>
              </a:ext>
            </a:extLst>
          </p:cNvPr>
          <p:cNvSpPr txBox="1">
            <a:spLocks/>
          </p:cNvSpPr>
          <p:nvPr/>
        </p:nvSpPr>
        <p:spPr>
          <a:xfrm>
            <a:off x="872723" y="3836284"/>
            <a:ext cx="3522067" cy="1875178"/>
          </a:xfrm>
          <a:prstGeom prst="rect">
            <a:avLst/>
          </a:prstGeom>
          <a:noFill/>
        </p:spPr>
        <p:txBody>
          <a:bodyPr vert="horz" lIns="0" tIns="0" rIns="0" bIns="0" rtlCol="0" anchor="t">
            <a:noAutofit/>
          </a:bodyPr>
          <a:lstStyle>
            <a:lvl1pPr marL="0" indent="0" algn="l" defTabSz="914400" rtl="0" eaLnBrk="1" fontAlgn="base" latinLnBrk="0" hangingPunct="1">
              <a:lnSpc>
                <a:spcPct val="90000"/>
              </a:lnSpc>
              <a:spcBef>
                <a:spcPts val="1000"/>
              </a:spcBef>
              <a:buFont typeface="Arial" panose="020B0604020202020204" pitchFamily="34" charset="0"/>
              <a:buNone/>
              <a:defRPr lang="en-US" sz="1100" b="0" i="0" kern="1200" spc="0">
                <a:solidFill>
                  <a:schemeClr val="accent1"/>
                </a:solidFill>
                <a:latin typeface="+mn-lt"/>
                <a:ea typeface="+mn-ea"/>
                <a:cs typeface="Arial" panose="020B0604020202020204" pitchFamily="34" charset="0"/>
              </a:defRPr>
            </a:lvl1pPr>
            <a:lvl2pPr marL="0" indent="0" algn="l" defTabSz="914400" rtl="0" eaLnBrk="1" latinLnBrk="0" hangingPunct="1">
              <a:lnSpc>
                <a:spcPct val="114000"/>
              </a:lnSpc>
              <a:spcBef>
                <a:spcPts val="1000"/>
              </a:spcBef>
              <a:spcAft>
                <a:spcPts val="0"/>
              </a:spcAft>
              <a:buFont typeface="Arial" panose="020B0604020202020204" pitchFamily="34" charset="0"/>
              <a:buNone/>
              <a:defRPr lang="en-US" sz="1100" b="0" kern="1200" spc="0" baseline="0">
                <a:solidFill>
                  <a:srgbClr val="175252"/>
                </a:solidFill>
                <a:latin typeface="+mn-lt"/>
                <a:ea typeface="+mn-ea"/>
                <a:cs typeface="+mn-cs"/>
              </a:defRPr>
            </a:lvl2pPr>
            <a:lvl3pPr marL="0" indent="0" algn="l" defTabSz="914400" rtl="0" eaLnBrk="1" latinLnBrk="0" hangingPunct="1">
              <a:lnSpc>
                <a:spcPct val="125000"/>
              </a:lnSpc>
              <a:spcBef>
                <a:spcPts val="0"/>
              </a:spcBef>
              <a:spcAft>
                <a:spcPts val="500"/>
              </a:spcAft>
              <a:buFont typeface="Arial" panose="020B0604020202020204" pitchFamily="34" charset="0"/>
              <a:buNone/>
              <a:defRPr sz="1200" kern="1200" spc="0">
                <a:solidFill>
                  <a:srgbClr val="175252"/>
                </a:solidFill>
                <a:latin typeface="+mn-lt"/>
                <a:ea typeface="+mn-ea"/>
                <a:cs typeface="+mn-cs"/>
              </a:defRPr>
            </a:lvl3pPr>
            <a:lvl4pPr marL="0" indent="0" algn="l" defTabSz="914400" rtl="0" eaLnBrk="1" latinLnBrk="0" hangingPunct="1">
              <a:lnSpc>
                <a:spcPct val="114000"/>
              </a:lnSpc>
              <a:spcBef>
                <a:spcPts val="750"/>
              </a:spcBef>
              <a:spcAft>
                <a:spcPts val="0"/>
              </a:spcAft>
              <a:buFont typeface="Arial" panose="020B0604020202020204" pitchFamily="34" charset="0"/>
              <a:buNone/>
              <a:defRPr sz="900" kern="1200" spc="0" baseline="0">
                <a:solidFill>
                  <a:schemeClr val="tx1"/>
                </a:solidFill>
                <a:latin typeface="+mn-lt"/>
                <a:ea typeface="+mn-ea"/>
                <a:cs typeface="+mn-cs"/>
              </a:defRPr>
            </a:lvl4pPr>
            <a:lvl5pPr marL="0" indent="0" algn="l" defTabSz="914400" rtl="0" eaLnBrk="1" latinLnBrk="0" hangingPunct="1">
              <a:lnSpc>
                <a:spcPct val="133000"/>
              </a:lnSpc>
              <a:spcBef>
                <a:spcPts val="0"/>
              </a:spcBef>
              <a:spcAft>
                <a:spcPts val="250"/>
              </a:spcAft>
              <a:buFont typeface="Arial" panose="020B0604020202020204" pitchFamily="34" charset="0"/>
              <a:buNone/>
              <a:defRPr sz="900" kern="1200" spc="0">
                <a:solidFill>
                  <a:srgbClr val="64646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en-CA">
                <a:solidFill>
                  <a:schemeClr val="tx1"/>
                </a:solidFill>
                <a:cs typeface="Arial"/>
              </a:rPr>
              <a:t>Regent Seven Seas spotlighted Seven Seas Prestige’s new sports deck and announced 56 new shore excursions (</a:t>
            </a:r>
            <a:r>
              <a:rPr lang="en-CA" i="1">
                <a:solidFill>
                  <a:schemeClr val="tx1"/>
                </a:solidFill>
                <a:cs typeface="Arial"/>
                <a:hlinkClick r:id="rId6">
                  <a:extLst>
                    <a:ext uri="{A12FA001-AC4F-418D-AE19-62706E023703}">
                      <ahyp:hlinkClr xmlns:ahyp="http://schemas.microsoft.com/office/drawing/2018/hyperlinkcolor" val="tx"/>
                    </a:ext>
                  </a:extLst>
                </a:hlinkClick>
              </a:rPr>
              <a:t>The Independent</a:t>
            </a:r>
            <a:r>
              <a:rPr lang="en-CA">
                <a:solidFill>
                  <a:schemeClr val="tx1"/>
                </a:solidFill>
                <a:cs typeface="Arial"/>
              </a:rPr>
              <a:t>; </a:t>
            </a:r>
            <a:r>
              <a:rPr lang="en-CA" i="1">
                <a:solidFill>
                  <a:schemeClr val="tx1"/>
                </a:solidFill>
                <a:cs typeface="Arial"/>
                <a:hlinkClick r:id="rId7">
                  <a:extLst>
                    <a:ext uri="{A12FA001-AC4F-418D-AE19-62706E023703}">
                      <ahyp:hlinkClr xmlns:ahyp="http://schemas.microsoft.com/office/drawing/2018/hyperlinkcolor" val="tx"/>
                    </a:ext>
                  </a:extLst>
                </a:hlinkClick>
              </a:rPr>
              <a:t>Breaking Travel News</a:t>
            </a:r>
            <a:r>
              <a:rPr lang="en-CA">
                <a:solidFill>
                  <a:schemeClr val="tx1"/>
                </a:solidFill>
                <a:cs typeface="Arial"/>
              </a:rPr>
              <a:t>).</a:t>
            </a:r>
          </a:p>
          <a:p>
            <a:pPr marL="171450" indent="-171450">
              <a:buFont typeface="Arial" panose="020B0604020202020204" pitchFamily="34" charset="0"/>
              <a:buChar char="•"/>
            </a:pPr>
            <a:r>
              <a:rPr lang="en-CA">
                <a:solidFill>
                  <a:schemeClr val="tx1"/>
                </a:solidFill>
                <a:cs typeface="Arial"/>
              </a:rPr>
              <a:t>The cruise line celebrated 35 years at sea and expanded its 2026 festive offerings (</a:t>
            </a:r>
            <a:r>
              <a:rPr lang="en-CA" i="1">
                <a:solidFill>
                  <a:schemeClr val="tx1"/>
                </a:solidFill>
                <a:cs typeface="Arial"/>
                <a:hlinkClick r:id="rId8">
                  <a:extLst>
                    <a:ext uri="{A12FA001-AC4F-418D-AE19-62706E023703}">
                      <ahyp:hlinkClr xmlns:ahyp="http://schemas.microsoft.com/office/drawing/2018/hyperlinkcolor" val="tx"/>
                    </a:ext>
                  </a:extLst>
                </a:hlinkClick>
              </a:rPr>
              <a:t>Breaking Travel News</a:t>
            </a:r>
            <a:r>
              <a:rPr lang="en-CA">
                <a:solidFill>
                  <a:schemeClr val="tx1"/>
                </a:solidFill>
                <a:cs typeface="Arial"/>
              </a:rPr>
              <a:t>; </a:t>
            </a:r>
            <a:r>
              <a:rPr lang="en-CA" i="1">
                <a:solidFill>
                  <a:schemeClr val="tx1"/>
                </a:solidFill>
                <a:cs typeface="Arial"/>
                <a:hlinkClick r:id="rId9">
                  <a:extLst>
                    <a:ext uri="{A12FA001-AC4F-418D-AE19-62706E023703}">
                      <ahyp:hlinkClr xmlns:ahyp="http://schemas.microsoft.com/office/drawing/2018/hyperlinkcolor" val="tx"/>
                    </a:ext>
                  </a:extLst>
                </a:hlinkClick>
              </a:rPr>
              <a:t>TIP</a:t>
            </a:r>
            <a:r>
              <a:rPr lang="en-CA">
                <a:solidFill>
                  <a:schemeClr val="tx1"/>
                </a:solidFill>
                <a:cs typeface="Arial"/>
              </a:rPr>
              <a:t>; </a:t>
            </a:r>
            <a:r>
              <a:rPr lang="en-CA" i="1" err="1">
                <a:solidFill>
                  <a:srgbClr val="3C441E"/>
                </a:solidFill>
                <a:cs typeface="Arial"/>
                <a:hlinkClick r:id="rId10">
                  <a:extLst>
                    <a:ext uri="{A12FA001-AC4F-418D-AE19-62706E023703}">
                      <ahyp:hlinkClr xmlns:ahyp="http://schemas.microsoft.com/office/drawing/2018/hyperlinkcolor" val="tx"/>
                    </a:ext>
                  </a:extLst>
                </a:hlinkClick>
              </a:rPr>
              <a:t>Touristik</a:t>
            </a:r>
            <a:r>
              <a:rPr lang="en-CA" i="1">
                <a:solidFill>
                  <a:srgbClr val="3C441E"/>
                </a:solidFill>
                <a:cs typeface="Arial"/>
                <a:hlinkClick r:id="rId10">
                  <a:extLst>
                    <a:ext uri="{A12FA001-AC4F-418D-AE19-62706E023703}">
                      <ahyp:hlinkClr xmlns:ahyp="http://schemas.microsoft.com/office/drawing/2018/hyperlinkcolor" val="tx"/>
                    </a:ext>
                  </a:extLst>
                </a:hlinkClick>
              </a:rPr>
              <a:t> </a:t>
            </a:r>
            <a:r>
              <a:rPr lang="en-CA" i="1" err="1">
                <a:solidFill>
                  <a:schemeClr val="tx1"/>
                </a:solidFill>
                <a:cs typeface="Arial"/>
                <a:hlinkClick r:id="rId10">
                  <a:extLst>
                    <a:ext uri="{A12FA001-AC4F-418D-AE19-62706E023703}">
                      <ahyp:hlinkClr xmlns:ahyp="http://schemas.microsoft.com/office/drawing/2018/hyperlinkcolor" val="tx"/>
                    </a:ext>
                  </a:extLst>
                </a:hlinkClick>
              </a:rPr>
              <a:t>Aktuell</a:t>
            </a:r>
            <a:r>
              <a:rPr lang="en-CA">
                <a:solidFill>
                  <a:schemeClr val="tx1"/>
                </a:solidFill>
                <a:cs typeface="Arial"/>
              </a:rPr>
              <a:t>; </a:t>
            </a:r>
            <a:r>
              <a:rPr lang="en-CA" i="1">
                <a:solidFill>
                  <a:schemeClr val="tx1"/>
                </a:solidFill>
                <a:cs typeface="Arial"/>
                <a:hlinkClick r:id="rId11">
                  <a:extLst>
                    <a:ext uri="{A12FA001-AC4F-418D-AE19-62706E023703}">
                      <ahyp:hlinkClr xmlns:ahyp="http://schemas.microsoft.com/office/drawing/2018/hyperlinkcolor" val="tx"/>
                    </a:ext>
                  </a:extLst>
                </a:hlinkClick>
              </a:rPr>
              <a:t>FVW</a:t>
            </a:r>
            <a:r>
              <a:rPr lang="en-CA">
                <a:solidFill>
                  <a:schemeClr val="tx1"/>
                </a:solidFill>
                <a:cs typeface="Arial"/>
              </a:rPr>
              <a:t>;).</a:t>
            </a:r>
          </a:p>
          <a:p>
            <a:pPr marL="171450" indent="-171450">
              <a:buFont typeface="Arial" panose="020B0604020202020204" pitchFamily="34" charset="0"/>
              <a:buChar char="•"/>
            </a:pPr>
            <a:r>
              <a:rPr lang="en-CA">
                <a:solidFill>
                  <a:schemeClr val="tx1"/>
                </a:solidFill>
                <a:cs typeface="Arial"/>
              </a:rPr>
              <a:t>Regent Seven Seas Cruises will remove 29 suites to reduce onboard capacity (</a:t>
            </a:r>
            <a:r>
              <a:rPr lang="en-CA" i="1">
                <a:solidFill>
                  <a:schemeClr val="tx1"/>
                </a:solidFill>
                <a:cs typeface="Arial"/>
                <a:hlinkClick r:id="rId12">
                  <a:extLst>
                    <a:ext uri="{A12FA001-AC4F-418D-AE19-62706E023703}">
                      <ahyp:hlinkClr xmlns:ahyp="http://schemas.microsoft.com/office/drawing/2018/hyperlinkcolor" val="tx"/>
                    </a:ext>
                  </a:extLst>
                </a:hlinkClick>
              </a:rPr>
              <a:t>FVW</a:t>
            </a:r>
            <a:r>
              <a:rPr lang="en-CA">
                <a:solidFill>
                  <a:schemeClr val="tx1"/>
                </a:solidFill>
                <a:cs typeface="Arial"/>
              </a:rPr>
              <a:t>).</a:t>
            </a:r>
          </a:p>
        </p:txBody>
      </p:sp>
      <p:sp>
        <p:nvSpPr>
          <p:cNvPr id="13" name="Text Placeholder 38">
            <a:extLst>
              <a:ext uri="{FF2B5EF4-FFF2-40B4-BE49-F238E27FC236}">
                <a16:creationId xmlns:a16="http://schemas.microsoft.com/office/drawing/2014/main" id="{474DB2CE-4DA8-AB2C-71A3-0DC97DF98AD7}"/>
              </a:ext>
            </a:extLst>
          </p:cNvPr>
          <p:cNvSpPr txBox="1">
            <a:spLocks/>
          </p:cNvSpPr>
          <p:nvPr/>
        </p:nvSpPr>
        <p:spPr>
          <a:xfrm>
            <a:off x="4847300" y="3803820"/>
            <a:ext cx="3284663" cy="1663491"/>
          </a:xfrm>
          <a:prstGeom prst="rect">
            <a:avLst/>
          </a:prstGeom>
          <a:noFill/>
          <a:ln>
            <a:noFill/>
          </a:ln>
        </p:spPr>
        <p:txBody>
          <a:bodyPr vert="horz" lIns="0" tIns="0" rIns="0" bIns="0" rtlCol="0" anchor="t">
            <a:noAutofit/>
          </a:bodyPr>
          <a:lstStyle>
            <a:lvl1pPr marL="0" indent="0" algn="l" defTabSz="914400" rtl="0" eaLnBrk="1" fontAlgn="base" latinLnBrk="0" hangingPunct="1">
              <a:lnSpc>
                <a:spcPct val="90000"/>
              </a:lnSpc>
              <a:spcBef>
                <a:spcPts val="1000"/>
              </a:spcBef>
              <a:buFont typeface="Arial" panose="020B0604020202020204" pitchFamily="34" charset="0"/>
              <a:buNone/>
              <a:defRPr lang="en-US" sz="1100" b="0" i="0" kern="1200" spc="0">
                <a:solidFill>
                  <a:schemeClr val="accent1"/>
                </a:solidFill>
                <a:latin typeface="+mn-lt"/>
                <a:ea typeface="+mn-ea"/>
                <a:cs typeface="Arial" panose="020B0604020202020204" pitchFamily="34" charset="0"/>
              </a:defRPr>
            </a:lvl1pPr>
            <a:lvl2pPr marL="0" indent="0" algn="l" defTabSz="914400" rtl="0" eaLnBrk="1" latinLnBrk="0" hangingPunct="1">
              <a:lnSpc>
                <a:spcPct val="114000"/>
              </a:lnSpc>
              <a:spcBef>
                <a:spcPts val="1000"/>
              </a:spcBef>
              <a:spcAft>
                <a:spcPts val="0"/>
              </a:spcAft>
              <a:buFont typeface="Arial" panose="020B0604020202020204" pitchFamily="34" charset="0"/>
              <a:buNone/>
              <a:defRPr lang="en-US" sz="1100" b="0" kern="1200" spc="0" baseline="0">
                <a:solidFill>
                  <a:srgbClr val="175252"/>
                </a:solidFill>
                <a:latin typeface="+mn-lt"/>
                <a:ea typeface="+mn-ea"/>
                <a:cs typeface="+mn-cs"/>
              </a:defRPr>
            </a:lvl2pPr>
            <a:lvl3pPr marL="0" indent="0" algn="l" defTabSz="914400" rtl="0" eaLnBrk="1" latinLnBrk="0" hangingPunct="1">
              <a:lnSpc>
                <a:spcPct val="125000"/>
              </a:lnSpc>
              <a:spcBef>
                <a:spcPts val="0"/>
              </a:spcBef>
              <a:spcAft>
                <a:spcPts val="500"/>
              </a:spcAft>
              <a:buFont typeface="Arial" panose="020B0604020202020204" pitchFamily="34" charset="0"/>
              <a:buNone/>
              <a:defRPr sz="1200" kern="1200" spc="0">
                <a:solidFill>
                  <a:srgbClr val="175252"/>
                </a:solidFill>
                <a:latin typeface="+mn-lt"/>
                <a:ea typeface="+mn-ea"/>
                <a:cs typeface="+mn-cs"/>
              </a:defRPr>
            </a:lvl3pPr>
            <a:lvl4pPr marL="0" indent="0" algn="l" defTabSz="914400" rtl="0" eaLnBrk="1" latinLnBrk="0" hangingPunct="1">
              <a:lnSpc>
                <a:spcPct val="114000"/>
              </a:lnSpc>
              <a:spcBef>
                <a:spcPts val="750"/>
              </a:spcBef>
              <a:spcAft>
                <a:spcPts val="0"/>
              </a:spcAft>
              <a:buFont typeface="Arial" panose="020B0604020202020204" pitchFamily="34" charset="0"/>
              <a:buNone/>
              <a:defRPr sz="900" kern="1200" spc="0" baseline="0">
                <a:solidFill>
                  <a:schemeClr val="tx1"/>
                </a:solidFill>
                <a:latin typeface="+mn-lt"/>
                <a:ea typeface="+mn-ea"/>
                <a:cs typeface="+mn-cs"/>
              </a:defRPr>
            </a:lvl4pPr>
            <a:lvl5pPr marL="0" indent="0" algn="l" defTabSz="914400" rtl="0" eaLnBrk="1" latinLnBrk="0" hangingPunct="1">
              <a:lnSpc>
                <a:spcPct val="133000"/>
              </a:lnSpc>
              <a:spcBef>
                <a:spcPts val="0"/>
              </a:spcBef>
              <a:spcAft>
                <a:spcPts val="250"/>
              </a:spcAft>
              <a:buFont typeface="Arial" panose="020B0604020202020204" pitchFamily="34" charset="0"/>
              <a:buNone/>
              <a:defRPr sz="900" kern="1200" spc="0">
                <a:solidFill>
                  <a:srgbClr val="64646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en-CA">
                <a:solidFill>
                  <a:schemeClr val="tx1"/>
                </a:solidFill>
              </a:rPr>
              <a:t>Silversea Cruises launched golf-themed sailings visiting Ryder Cup and Open courses (</a:t>
            </a:r>
            <a:r>
              <a:rPr lang="en-CA" i="1">
                <a:solidFill>
                  <a:schemeClr val="tx1"/>
                </a:solidFill>
                <a:hlinkClick r:id="rId13">
                  <a:extLst>
                    <a:ext uri="{A12FA001-AC4F-418D-AE19-62706E023703}">
                      <ahyp:hlinkClr xmlns:ahyp="http://schemas.microsoft.com/office/drawing/2018/hyperlinkcolor" val="tx"/>
                    </a:ext>
                  </a:extLst>
                </a:hlinkClick>
              </a:rPr>
              <a:t>The Independent</a:t>
            </a:r>
            <a:r>
              <a:rPr lang="en-CA">
                <a:solidFill>
                  <a:schemeClr val="tx1"/>
                </a:solidFill>
              </a:rPr>
              <a:t>).</a:t>
            </a:r>
          </a:p>
          <a:p>
            <a:pPr marL="171450" indent="-171450">
              <a:buFont typeface="Arial" panose="020B0604020202020204" pitchFamily="34" charset="0"/>
              <a:buChar char="•"/>
            </a:pPr>
            <a:r>
              <a:rPr lang="en-CA">
                <a:solidFill>
                  <a:schemeClr val="tx1"/>
                </a:solidFill>
              </a:rPr>
              <a:t>Silversea Cruises was also highlighted for </a:t>
            </a:r>
            <a:r>
              <a:rPr lang="en-CA" i="1">
                <a:solidFill>
                  <a:schemeClr val="tx1"/>
                </a:solidFill>
              </a:rPr>
              <a:t>The Odyssey</a:t>
            </a:r>
            <a:r>
              <a:rPr lang="en-CA">
                <a:solidFill>
                  <a:schemeClr val="tx1"/>
                </a:solidFill>
              </a:rPr>
              <a:t>-inspired and bucket-list itineraries (</a:t>
            </a:r>
            <a:r>
              <a:rPr lang="en-CA" i="1">
                <a:solidFill>
                  <a:schemeClr val="tx1"/>
                </a:solidFill>
                <a:hlinkClick r:id="rId14">
                  <a:extLst>
                    <a:ext uri="{A12FA001-AC4F-418D-AE19-62706E023703}">
                      <ahyp:hlinkClr xmlns:ahyp="http://schemas.microsoft.com/office/drawing/2018/hyperlinkcolor" val="tx"/>
                    </a:ext>
                  </a:extLst>
                </a:hlinkClick>
              </a:rPr>
              <a:t>The Independent</a:t>
            </a:r>
            <a:r>
              <a:rPr lang="en-CA">
                <a:solidFill>
                  <a:schemeClr val="tx1"/>
                </a:solidFill>
              </a:rPr>
              <a:t>; </a:t>
            </a:r>
            <a:r>
              <a:rPr lang="en-CA" i="1">
                <a:solidFill>
                  <a:schemeClr val="tx1"/>
                </a:solidFill>
                <a:hlinkClick r:id="rId15">
                  <a:extLst>
                    <a:ext uri="{A12FA001-AC4F-418D-AE19-62706E023703}">
                      <ahyp:hlinkClr xmlns:ahyp="http://schemas.microsoft.com/office/drawing/2018/hyperlinkcolor" val="tx"/>
                    </a:ext>
                  </a:extLst>
                </a:hlinkClick>
              </a:rPr>
              <a:t>The Mirror</a:t>
            </a:r>
            <a:r>
              <a:rPr lang="en-CA">
                <a:solidFill>
                  <a:schemeClr val="tx1"/>
                </a:solidFill>
              </a:rPr>
              <a:t>).</a:t>
            </a:r>
          </a:p>
          <a:p>
            <a:pPr marL="171450" indent="-171450">
              <a:buFont typeface="Arial" panose="020B0604020202020204" pitchFamily="34" charset="0"/>
              <a:buChar char="•"/>
            </a:pPr>
            <a:r>
              <a:rPr lang="en-CA">
                <a:solidFill>
                  <a:schemeClr val="tx1"/>
                </a:solidFill>
              </a:rPr>
              <a:t>The cruise line unveiled its 2028–29 voyage collection spanning 497 destinations and introduced new Northern Europe voyages (</a:t>
            </a:r>
            <a:r>
              <a:rPr lang="en-CA" i="1">
                <a:solidFill>
                  <a:schemeClr val="tx1"/>
                </a:solidFill>
                <a:hlinkClick r:id="rId16">
                  <a:extLst>
                    <a:ext uri="{A12FA001-AC4F-418D-AE19-62706E023703}">
                      <ahyp:hlinkClr xmlns:ahyp="http://schemas.microsoft.com/office/drawing/2018/hyperlinkcolor" val="tx"/>
                    </a:ext>
                  </a:extLst>
                </a:hlinkClick>
              </a:rPr>
              <a:t>FVW</a:t>
            </a:r>
            <a:r>
              <a:rPr lang="en-CA">
                <a:solidFill>
                  <a:schemeClr val="tx1"/>
                </a:solidFill>
              </a:rPr>
              <a:t>).</a:t>
            </a:r>
          </a:p>
        </p:txBody>
      </p:sp>
      <p:graphicFrame>
        <p:nvGraphicFramePr>
          <p:cNvPr id="14" name="Graphic_5">
            <a:extLst>
              <a:ext uri="{FF2B5EF4-FFF2-40B4-BE49-F238E27FC236}">
                <a16:creationId xmlns:a16="http://schemas.microsoft.com/office/drawing/2014/main" id="{25A8AB60-DC14-FE13-FFF9-4CAB21CEB8FA}"/>
              </a:ext>
            </a:extLst>
          </p:cNvPr>
          <p:cNvGraphicFramePr>
            <a:graphicFrameLocks noChangeAspect="1"/>
          </p:cNvGraphicFramePr>
          <p:nvPr>
            <p:extLst>
              <p:ext uri="{D42A27DB-BD31-4B8C-83A1-F6EECF244321}">
                <p14:modId xmlns:p14="http://schemas.microsoft.com/office/powerpoint/2010/main" val="3283734072"/>
              </p:ext>
            </p:extLst>
          </p:nvPr>
        </p:nvGraphicFramePr>
        <p:xfrm>
          <a:off x="8823821" y="1016146"/>
          <a:ext cx="2743200" cy="2743200"/>
        </p:xfrm>
        <a:graphic>
          <a:graphicData uri="http://schemas.openxmlformats.org/drawingml/2006/chart">
            <c:chart xmlns:c="http://schemas.openxmlformats.org/drawingml/2006/chart" xmlns:r="http://schemas.openxmlformats.org/officeDocument/2006/relationships" r:id="rId17"/>
          </a:graphicData>
        </a:graphic>
      </p:graphicFrame>
      <p:graphicFrame>
        <p:nvGraphicFramePr>
          <p:cNvPr id="18" name="Graphic_6">
            <a:extLst>
              <a:ext uri="{FF2B5EF4-FFF2-40B4-BE49-F238E27FC236}">
                <a16:creationId xmlns:a16="http://schemas.microsoft.com/office/drawing/2014/main" id="{7198999D-7A0F-AC8E-BC8E-CB0A1BCEE3A4}"/>
              </a:ext>
            </a:extLst>
          </p:cNvPr>
          <p:cNvGraphicFramePr>
            <a:graphicFrameLocks noChangeAspect="1"/>
          </p:cNvGraphicFramePr>
          <p:nvPr>
            <p:extLst>
              <p:ext uri="{D42A27DB-BD31-4B8C-83A1-F6EECF244321}">
                <p14:modId xmlns:p14="http://schemas.microsoft.com/office/powerpoint/2010/main" val="2589986579"/>
              </p:ext>
            </p:extLst>
          </p:nvPr>
        </p:nvGraphicFramePr>
        <p:xfrm>
          <a:off x="8892401" y="3507886"/>
          <a:ext cx="2743200" cy="2743200"/>
        </p:xfrm>
        <a:graphic>
          <a:graphicData uri="http://schemas.openxmlformats.org/drawingml/2006/chart">
            <c:chart xmlns:c="http://schemas.openxmlformats.org/drawingml/2006/chart" xmlns:r="http://schemas.openxmlformats.org/officeDocument/2006/relationships" r:id="rId18"/>
          </a:graphicData>
        </a:graphic>
      </p:graphicFrame>
      <p:sp>
        <p:nvSpPr>
          <p:cNvPr id="19" name="TextBox 18">
            <a:extLst>
              <a:ext uri="{FF2B5EF4-FFF2-40B4-BE49-F238E27FC236}">
                <a16:creationId xmlns:a16="http://schemas.microsoft.com/office/drawing/2014/main" id="{8106AA41-3A51-C76F-8F7A-D74FE847CEC0}"/>
              </a:ext>
            </a:extLst>
          </p:cNvPr>
          <p:cNvSpPr txBox="1"/>
          <p:nvPr/>
        </p:nvSpPr>
        <p:spPr>
          <a:xfrm>
            <a:off x="9928868" y="4823495"/>
            <a:ext cx="1125415" cy="307777"/>
          </a:xfrm>
          <a:prstGeom prst="rect">
            <a:avLst/>
          </a:prstGeom>
          <a:noFill/>
        </p:spPr>
        <p:txBody>
          <a:bodyPr wrap="square" rtlCol="0">
            <a:spAutoFit/>
          </a:bodyPr>
          <a:lstStyle/>
          <a:p>
            <a:r>
              <a:rPr lang="en-HK" sz="1400" dirty="0">
                <a:solidFill>
                  <a:schemeClr val="accent6"/>
                </a:solidFill>
                <a:latin typeface="Saol Display Light" panose="00000400000000000000"/>
              </a:rPr>
              <a:t>{{month}}</a:t>
            </a:r>
          </a:p>
        </p:txBody>
      </p:sp>
    </p:spTree>
    <p:extLst>
      <p:ext uri="{BB962C8B-B14F-4D97-AF65-F5344CB8AC3E}">
        <p14:creationId xmlns:p14="http://schemas.microsoft.com/office/powerpoint/2010/main" val="3206117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52C53-071F-34E1-8EC0-D63EC26187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BAA65F-D22F-8E28-1FC0-17EB45C17EB0}"/>
              </a:ext>
            </a:extLst>
          </p:cNvPr>
          <p:cNvSpPr>
            <a:spLocks noGrp="1"/>
          </p:cNvSpPr>
          <p:nvPr>
            <p:ph type="title"/>
          </p:nvPr>
        </p:nvSpPr>
        <p:spPr>
          <a:xfrm>
            <a:off x="347471" y="2395728"/>
            <a:ext cx="8226257" cy="2286000"/>
          </a:xfrm>
        </p:spPr>
        <p:txBody>
          <a:bodyPr/>
          <a:lstStyle/>
          <a:p>
            <a:r>
              <a:rPr lang="en-US" sz="7200" i="1">
                <a:latin typeface="Saol Display Light"/>
              </a:rPr>
              <a:t>APAC</a:t>
            </a:r>
          </a:p>
        </p:txBody>
      </p:sp>
      <p:sp>
        <p:nvSpPr>
          <p:cNvPr id="3" name="Text Placeholder 2">
            <a:extLst>
              <a:ext uri="{FF2B5EF4-FFF2-40B4-BE49-F238E27FC236}">
                <a16:creationId xmlns:a16="http://schemas.microsoft.com/office/drawing/2014/main" id="{BED1AE2E-A749-6674-F99F-8BD2A54711E8}"/>
              </a:ext>
            </a:extLst>
          </p:cNvPr>
          <p:cNvSpPr>
            <a:spLocks noGrp="1"/>
          </p:cNvSpPr>
          <p:nvPr>
            <p:ph type="body" sz="quarter" idx="22"/>
          </p:nvPr>
        </p:nvSpPr>
        <p:spPr/>
        <p:txBody>
          <a:bodyPr/>
          <a:lstStyle/>
          <a:p>
            <a:r>
              <a:rPr lang="en-US"/>
              <a:t>FOUR SEASONS HOTELS AND RESORTS</a:t>
            </a:r>
          </a:p>
        </p:txBody>
      </p:sp>
      <p:sp>
        <p:nvSpPr>
          <p:cNvPr id="4" name="Text Placeholder 2">
            <a:extLst>
              <a:ext uri="{FF2B5EF4-FFF2-40B4-BE49-F238E27FC236}">
                <a16:creationId xmlns:a16="http://schemas.microsoft.com/office/drawing/2014/main" id="{48C266BA-37C3-C83F-12CB-6085D3464A67}"/>
              </a:ext>
            </a:extLst>
          </p:cNvPr>
          <p:cNvSpPr txBox="1">
            <a:spLocks/>
          </p:cNvSpPr>
          <p:nvPr/>
        </p:nvSpPr>
        <p:spPr>
          <a:xfrm>
            <a:off x="348822" y="5799444"/>
            <a:ext cx="7598664" cy="653892"/>
          </a:xfrm>
          <a:prstGeom prst="rect">
            <a:avLst/>
          </a:prstGeom>
        </p:spPr>
        <p:txBody>
          <a:bodyPr/>
          <a:lstStyle>
            <a:lvl1pPr marL="0" indent="0" algn="l" defTabSz="914400" rtl="0" eaLnBrk="1" latinLnBrk="0" hangingPunct="1">
              <a:lnSpc>
                <a:spcPts val="1700"/>
              </a:lnSpc>
              <a:spcBef>
                <a:spcPts val="0"/>
              </a:spcBef>
              <a:spcAft>
                <a:spcPts val="1000"/>
              </a:spcAft>
              <a:buFont typeface="Arial" panose="020B0604020202020204" pitchFamily="34" charset="0"/>
              <a:buNone/>
              <a:defRPr sz="1300" kern="1200" spc="0" baseline="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vl2pPr marL="180000" indent="-180000" algn="l" defTabSz="914400" rtl="0" eaLnBrk="1" latinLnBrk="0" hangingPunct="1">
              <a:lnSpc>
                <a:spcPts val="1700"/>
              </a:lnSpc>
              <a:spcBef>
                <a:spcPts val="0"/>
              </a:spcBef>
              <a:spcAft>
                <a:spcPts val="500"/>
              </a:spcAft>
              <a:buFont typeface="Arial" panose="020B0604020202020204" pitchFamily="34" charset="0"/>
              <a:buChar char="•"/>
              <a:tabLst/>
              <a:defRPr sz="1300" b="0" i="0" kern="0" spc="0" baseline="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2pPr>
            <a:lvl3pPr marL="360000" indent="-180000" algn="l" defTabSz="914400" rtl="0" eaLnBrk="1" latinLnBrk="0" hangingPunct="1">
              <a:lnSpc>
                <a:spcPts val="1700"/>
              </a:lnSpc>
              <a:spcBef>
                <a:spcPts val="0"/>
              </a:spcBef>
              <a:spcAft>
                <a:spcPts val="500"/>
              </a:spcAft>
              <a:buFont typeface="Arial" panose="020B0604020202020204" pitchFamily="34" charset="0"/>
              <a:buChar char="•"/>
              <a:tabLst/>
              <a:defRPr sz="1300" b="0" i="0" kern="0" cap="none" spc="0" baseline="0">
                <a:solidFill>
                  <a:schemeClr val="tx1"/>
                </a:solidFill>
                <a:latin typeface="+mn-lt"/>
                <a:ea typeface="Helvetica Neue" panose="02000503000000020004" pitchFamily="2" charset="0"/>
                <a:cs typeface="Helvetica Neue" panose="02000503000000020004" pitchFamily="2" charset="0"/>
              </a:defRPr>
            </a:lvl3pPr>
            <a:lvl4pPr marL="576000" indent="-180000" algn="l" defTabSz="914400" rtl="0" eaLnBrk="1" latinLnBrk="0" hangingPunct="1">
              <a:lnSpc>
                <a:spcPts val="1700"/>
              </a:lnSpc>
              <a:spcBef>
                <a:spcPts val="0"/>
              </a:spcBef>
              <a:spcAft>
                <a:spcPts val="500"/>
              </a:spcAft>
              <a:buFont typeface="Arial" panose="020B0604020202020204" pitchFamily="34" charset="0"/>
              <a:buChar char="•"/>
              <a:tabLst/>
              <a:defRPr sz="1300" b="0" i="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4pPr>
            <a:lvl5pPr marL="828000" indent="-180000" algn="l" defTabSz="914400" rtl="0" eaLnBrk="1" latinLnBrk="0" hangingPunct="1">
              <a:lnSpc>
                <a:spcPts val="1700"/>
              </a:lnSpc>
              <a:spcBef>
                <a:spcPts val="0"/>
              </a:spcBef>
              <a:spcAft>
                <a:spcPts val="500"/>
              </a:spcAft>
              <a:buFont typeface="Arial" panose="020B0604020202020204" pitchFamily="34" charset="0"/>
              <a:buChar char="•"/>
              <a:tabLst/>
              <a:defRPr sz="1300" b="0" i="0" kern="1200" baseline="0">
                <a:solidFill>
                  <a:schemeClr val="tx1"/>
                </a:solidFill>
                <a:latin typeface="+mn-lt"/>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ts val="1700"/>
              </a:lnSpc>
              <a:spcBef>
                <a:spcPts val="0"/>
              </a:spcBef>
              <a:spcAft>
                <a:spcPts val="1000"/>
              </a:spcAft>
              <a:buClrTx/>
              <a:buSzTx/>
              <a:buFont typeface="Arial" panose="020B0604020202020204" pitchFamily="34" charset="0"/>
              <a:buNone/>
              <a:tabLst/>
              <a:defRPr/>
            </a:pPr>
            <a:r>
              <a:rPr kumimoji="0" lang="en-US" sz="1300" b="1" i="0" u="none" strike="noStrike" kern="1200" cap="none" spc="0" normalizeH="0" baseline="0" noProof="0" dirty="0">
                <a:ln>
                  <a:noFill/>
                </a:ln>
                <a:solidFill>
                  <a:srgbClr val="FFFFFF"/>
                </a:solidFill>
                <a:effectLst/>
                <a:uLnTx/>
                <a:uFillTx/>
                <a:latin typeface="Helvetica Neue" panose="02000503000000020004" pitchFamily="2" charset="0"/>
              </a:rPr>
              <a:t>{{month}} 2026</a:t>
            </a:r>
          </a:p>
        </p:txBody>
      </p:sp>
      <p:sp>
        <p:nvSpPr>
          <p:cNvPr id="5" name="TextBox 1">
            <a:extLst>
              <a:ext uri="{FF2B5EF4-FFF2-40B4-BE49-F238E27FC236}">
                <a16:creationId xmlns:a16="http://schemas.microsoft.com/office/drawing/2014/main" id="{FBBAC278-0EE5-38D1-0097-A15A3E17D39F}"/>
              </a:ext>
            </a:extLst>
          </p:cNvPr>
          <p:cNvSpPr txBox="1"/>
          <p:nvPr/>
        </p:nvSpPr>
        <p:spPr>
          <a:xfrm>
            <a:off x="347471" y="6399668"/>
            <a:ext cx="9361487" cy="21544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Helvetica Neue"/>
                <a:ea typeface="+mn-ea"/>
                <a:cs typeface="+mn-cs"/>
              </a:rPr>
              <a:t>All media coverage in this section includes APAC (Inc. CHINA) publications for both Four Seasons and its competitors. </a:t>
            </a:r>
            <a:endParaRPr kumimoji="0" lang="en-US" sz="1000" b="0" i="0" u="none" strike="noStrike" kern="1200" cap="none" spc="0" normalizeH="0" baseline="0" noProof="0">
              <a:ln>
                <a:noFill/>
              </a:ln>
              <a:solidFill>
                <a:srgbClr val="FFFFFF"/>
              </a:solidFill>
              <a:effectLst/>
              <a:uLnTx/>
              <a:uFillTx/>
              <a:latin typeface="Helvetica Neue"/>
              <a:ea typeface="+mn-ea"/>
              <a:cs typeface="+mn-cs"/>
            </a:endParaRPr>
          </a:p>
        </p:txBody>
      </p:sp>
    </p:spTree>
    <p:extLst>
      <p:ext uri="{BB962C8B-B14F-4D97-AF65-F5344CB8AC3E}">
        <p14:creationId xmlns:p14="http://schemas.microsoft.com/office/powerpoint/2010/main" val="37575658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2BBFE-0DBB-5F76-3A69-A0389A94D50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287D48-1249-4A6D-AB75-B6C72465B57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07F6D5-C405-3747-904C-8A4483F83D09}" type="slidenum">
              <a:rPr kumimoji="0" lang="en-US" sz="700" b="0" i="0" u="none" strike="noStrike" kern="1200" cap="none" spc="0" normalizeH="0" baseline="0" noProof="0" smtClean="0">
                <a:ln>
                  <a:noFill/>
                </a:ln>
                <a:solidFill>
                  <a:srgbClr val="3D441E"/>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700" b="0" i="0" u="none" strike="noStrike" kern="1200" cap="none" spc="0" normalizeH="0" baseline="0" noProof="0">
              <a:ln>
                <a:noFill/>
              </a:ln>
              <a:solidFill>
                <a:srgbClr val="3D441E"/>
              </a:solidFill>
              <a:effectLst/>
              <a:uLnTx/>
              <a:uFillTx/>
              <a:latin typeface="Arial" panose="020B0604020202020204" pitchFamily="34" charset="0"/>
              <a:cs typeface="Arial" panose="020B0604020202020204" pitchFamily="34" charset="0"/>
            </a:endParaRPr>
          </a:p>
        </p:txBody>
      </p:sp>
      <p:sp>
        <p:nvSpPr>
          <p:cNvPr id="4" name="Title 3">
            <a:extLst>
              <a:ext uri="{FF2B5EF4-FFF2-40B4-BE49-F238E27FC236}">
                <a16:creationId xmlns:a16="http://schemas.microsoft.com/office/drawing/2014/main" id="{69945C2C-5BE1-D529-C802-9C9068FD566C}"/>
              </a:ext>
            </a:extLst>
          </p:cNvPr>
          <p:cNvSpPr>
            <a:spLocks noGrp="1"/>
          </p:cNvSpPr>
          <p:nvPr>
            <p:ph type="title"/>
          </p:nvPr>
        </p:nvSpPr>
        <p:spPr>
          <a:xfrm>
            <a:off x="746439" y="560748"/>
            <a:ext cx="11164824" cy="594360"/>
          </a:xfrm>
        </p:spPr>
        <p:txBody>
          <a:bodyPr/>
          <a:lstStyle/>
          <a:p>
            <a:r>
              <a:rPr lang="en-US"/>
              <a:t>YACHTS - </a:t>
            </a:r>
            <a:r>
              <a:rPr lang="en-CA"/>
              <a:t>APAC (MULTICHANNEL INSIGHTS) </a:t>
            </a:r>
            <a:br>
              <a:rPr lang="en-CA"/>
            </a:br>
            <a:endParaRPr lang="en-US"/>
          </a:p>
        </p:txBody>
      </p:sp>
      <p:sp>
        <p:nvSpPr>
          <p:cNvPr id="6" name="Text Placeholder 5">
            <a:extLst>
              <a:ext uri="{FF2B5EF4-FFF2-40B4-BE49-F238E27FC236}">
                <a16:creationId xmlns:a16="http://schemas.microsoft.com/office/drawing/2014/main" id="{F17AF70B-238C-1AA9-4938-6913D4FF185C}"/>
              </a:ext>
            </a:extLst>
          </p:cNvPr>
          <p:cNvSpPr>
            <a:spLocks noGrp="1"/>
          </p:cNvSpPr>
          <p:nvPr>
            <p:ph type="body" sz="quarter" idx="24"/>
          </p:nvPr>
        </p:nvSpPr>
        <p:spPr>
          <a:xfrm>
            <a:off x="746440" y="254955"/>
            <a:ext cx="4206240" cy="182284"/>
          </a:xfrm>
        </p:spPr>
        <p:txBody>
          <a:bodyPr/>
          <a:lstStyle/>
          <a:p>
            <a:r>
              <a:rPr lang="en-US"/>
              <a:t>FOUR SEASONS HOTELS AND RESORTS</a:t>
            </a:r>
          </a:p>
        </p:txBody>
      </p:sp>
      <p:sp>
        <p:nvSpPr>
          <p:cNvPr id="2" name="Text Placeholder 1">
            <a:extLst>
              <a:ext uri="{FF2B5EF4-FFF2-40B4-BE49-F238E27FC236}">
                <a16:creationId xmlns:a16="http://schemas.microsoft.com/office/drawing/2014/main" id="{2121346B-DA93-594E-C50E-1575DFE75E28}"/>
              </a:ext>
            </a:extLst>
          </p:cNvPr>
          <p:cNvSpPr>
            <a:spLocks noGrp="1"/>
          </p:cNvSpPr>
          <p:nvPr>
            <p:ph type="body" sz="quarter" idx="26"/>
          </p:nvPr>
        </p:nvSpPr>
        <p:spPr>
          <a:xfrm>
            <a:off x="746439" y="1047186"/>
            <a:ext cx="11164824" cy="391908"/>
          </a:xfrm>
        </p:spPr>
        <p:txBody>
          <a:bodyPr/>
          <a:lstStyle/>
          <a:p>
            <a:r>
              <a:rPr lang="en-US" sz="1200" dirty="0"/>
              <a:t>YTD {{month}} 2026</a:t>
            </a:r>
          </a:p>
        </p:txBody>
      </p:sp>
      <p:grpSp>
        <p:nvGrpSpPr>
          <p:cNvPr id="32" name="Group 31">
            <a:extLst>
              <a:ext uri="{FF2B5EF4-FFF2-40B4-BE49-F238E27FC236}">
                <a16:creationId xmlns:a16="http://schemas.microsoft.com/office/drawing/2014/main" id="{823ECA5A-3B97-3AD3-3D4A-3ADEED602908}"/>
              </a:ext>
            </a:extLst>
          </p:cNvPr>
          <p:cNvGrpSpPr/>
          <p:nvPr/>
        </p:nvGrpSpPr>
        <p:grpSpPr>
          <a:xfrm>
            <a:off x="746439" y="1404688"/>
            <a:ext cx="7756383" cy="1775018"/>
            <a:chOff x="630382" y="3504093"/>
            <a:chExt cx="3493236" cy="2645148"/>
          </a:xfrm>
        </p:grpSpPr>
        <p:sp>
          <p:nvSpPr>
            <p:cNvPr id="33" name="Rectangle: Rounded Corners 32">
              <a:extLst>
                <a:ext uri="{FF2B5EF4-FFF2-40B4-BE49-F238E27FC236}">
                  <a16:creationId xmlns:a16="http://schemas.microsoft.com/office/drawing/2014/main" id="{1DA38C06-EFF6-9A1E-4FC7-E90D0DF62EE2}"/>
                </a:ext>
              </a:extLst>
            </p:cNvPr>
            <p:cNvSpPr/>
            <p:nvPr/>
          </p:nvSpPr>
          <p:spPr>
            <a:xfrm>
              <a:off x="630382" y="3504093"/>
              <a:ext cx="3493236" cy="2645148"/>
            </a:xfrm>
            <a:prstGeom prst="roundRect">
              <a:avLst>
                <a:gd name="adj" fmla="val 5997"/>
              </a:avLst>
            </a:prstGeom>
            <a:solidFill>
              <a:srgbClr val="3D441E">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Helvetica Neue" panose="02000503000000020004"/>
                <a:ea typeface="+mn-ea"/>
                <a:cs typeface="+mn-cs"/>
              </a:endParaRPr>
            </a:p>
          </p:txBody>
        </p:sp>
        <p:sp>
          <p:nvSpPr>
            <p:cNvPr id="35" name="Rectangle: Top Corners Rounded 34">
              <a:extLst>
                <a:ext uri="{FF2B5EF4-FFF2-40B4-BE49-F238E27FC236}">
                  <a16:creationId xmlns:a16="http://schemas.microsoft.com/office/drawing/2014/main" id="{155C9349-1061-636E-B608-ABA1B6CFDA53}"/>
                </a:ext>
              </a:extLst>
            </p:cNvPr>
            <p:cNvSpPr/>
            <p:nvPr/>
          </p:nvSpPr>
          <p:spPr>
            <a:xfrm>
              <a:off x="637864" y="3537611"/>
              <a:ext cx="3485754" cy="514799"/>
            </a:xfrm>
            <a:prstGeom prst="round2SameRect">
              <a:avLst>
                <a:gd name="adj1" fmla="val 24760"/>
                <a:gd name="adj2" fmla="val 0"/>
              </a:avLst>
            </a:prstGeom>
            <a:solidFill>
              <a:srgbClr val="3D44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Helvetica Neue"/>
                  <a:ea typeface="+mn-ea"/>
                  <a:cs typeface="+mn-cs"/>
                </a:rPr>
                <a:t>FOUR SEASONS</a:t>
              </a:r>
            </a:p>
          </p:txBody>
        </p:sp>
      </p:grpSp>
      <p:grpSp>
        <p:nvGrpSpPr>
          <p:cNvPr id="36" name="Group 35">
            <a:extLst>
              <a:ext uri="{FF2B5EF4-FFF2-40B4-BE49-F238E27FC236}">
                <a16:creationId xmlns:a16="http://schemas.microsoft.com/office/drawing/2014/main" id="{2DE7607F-7D18-A3D1-0F06-A97CF0C799C0}"/>
              </a:ext>
            </a:extLst>
          </p:cNvPr>
          <p:cNvGrpSpPr/>
          <p:nvPr/>
        </p:nvGrpSpPr>
        <p:grpSpPr>
          <a:xfrm>
            <a:off x="702135" y="3243435"/>
            <a:ext cx="3768915" cy="2916404"/>
            <a:chOff x="4286446" y="3503768"/>
            <a:chExt cx="3470145" cy="2641114"/>
          </a:xfrm>
        </p:grpSpPr>
        <p:sp>
          <p:nvSpPr>
            <p:cNvPr id="39" name="Rectangle: Rounded Corners 38">
              <a:extLst>
                <a:ext uri="{FF2B5EF4-FFF2-40B4-BE49-F238E27FC236}">
                  <a16:creationId xmlns:a16="http://schemas.microsoft.com/office/drawing/2014/main" id="{BC30081D-57A4-256E-FBE1-C7CFEF71D7A2}"/>
                </a:ext>
              </a:extLst>
            </p:cNvPr>
            <p:cNvSpPr/>
            <p:nvPr/>
          </p:nvSpPr>
          <p:spPr>
            <a:xfrm>
              <a:off x="4301740" y="3503768"/>
              <a:ext cx="3454851" cy="2641114"/>
            </a:xfrm>
            <a:prstGeom prst="roundRect">
              <a:avLst>
                <a:gd name="adj" fmla="val 4959"/>
              </a:avLst>
            </a:prstGeom>
            <a:solidFill>
              <a:srgbClr val="3D441E">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Helvetica Neue" panose="02000503000000020004"/>
                <a:ea typeface="+mn-ea"/>
                <a:cs typeface="+mn-cs"/>
              </a:endParaRPr>
            </a:p>
          </p:txBody>
        </p:sp>
        <p:sp>
          <p:nvSpPr>
            <p:cNvPr id="38" name="Rectangle: Top Corners Rounded 37">
              <a:extLst>
                <a:ext uri="{FF2B5EF4-FFF2-40B4-BE49-F238E27FC236}">
                  <a16:creationId xmlns:a16="http://schemas.microsoft.com/office/drawing/2014/main" id="{93F94749-5739-3B4D-75D7-1B2FD0146433}"/>
                </a:ext>
              </a:extLst>
            </p:cNvPr>
            <p:cNvSpPr/>
            <p:nvPr/>
          </p:nvSpPr>
          <p:spPr>
            <a:xfrm>
              <a:off x="4286446" y="3514696"/>
              <a:ext cx="3470145" cy="431267"/>
            </a:xfrm>
            <a:prstGeom prst="round2SameRect">
              <a:avLst>
                <a:gd name="adj1" fmla="val 24760"/>
                <a:gd name="adj2" fmla="val 0"/>
              </a:avLst>
            </a:prstGeom>
            <a:solidFill>
              <a:srgbClr val="1F21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Helvetica Neue"/>
                  <a:ea typeface="+mn-ea"/>
                  <a:cs typeface="+mn-cs"/>
                </a:rPr>
                <a:t>REGENT SEVEN SEAS</a:t>
              </a:r>
            </a:p>
          </p:txBody>
        </p:sp>
      </p:grpSp>
      <p:sp>
        <p:nvSpPr>
          <p:cNvPr id="45" name="Rectangle: Rounded Corners 44">
            <a:extLst>
              <a:ext uri="{FF2B5EF4-FFF2-40B4-BE49-F238E27FC236}">
                <a16:creationId xmlns:a16="http://schemas.microsoft.com/office/drawing/2014/main" id="{630A812C-8CC8-CC1C-9943-3B579450E2FF}"/>
              </a:ext>
            </a:extLst>
          </p:cNvPr>
          <p:cNvSpPr/>
          <p:nvPr/>
        </p:nvSpPr>
        <p:spPr>
          <a:xfrm>
            <a:off x="4708784" y="3343575"/>
            <a:ext cx="3787112" cy="2840554"/>
          </a:xfrm>
          <a:prstGeom prst="roundRect">
            <a:avLst>
              <a:gd name="adj" fmla="val 6019"/>
            </a:avLst>
          </a:prstGeom>
          <a:solidFill>
            <a:srgbClr val="3D441E">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Helvetica Neue" panose="02000503000000020004"/>
              <a:ea typeface="+mn-ea"/>
              <a:cs typeface="+mn-cs"/>
            </a:endParaRPr>
          </a:p>
        </p:txBody>
      </p:sp>
      <p:sp>
        <p:nvSpPr>
          <p:cNvPr id="44" name="Rectangle: Top Corners Rounded 43">
            <a:extLst>
              <a:ext uri="{FF2B5EF4-FFF2-40B4-BE49-F238E27FC236}">
                <a16:creationId xmlns:a16="http://schemas.microsoft.com/office/drawing/2014/main" id="{C73A7EA6-662D-A509-9861-7304C2784C81}"/>
              </a:ext>
            </a:extLst>
          </p:cNvPr>
          <p:cNvSpPr/>
          <p:nvPr/>
        </p:nvSpPr>
        <p:spPr>
          <a:xfrm>
            <a:off x="4695911" y="3243435"/>
            <a:ext cx="3787111" cy="460245"/>
          </a:xfrm>
          <a:prstGeom prst="round2SameRect">
            <a:avLst>
              <a:gd name="adj1" fmla="val 24760"/>
              <a:gd name="adj2" fmla="val 0"/>
            </a:avLst>
          </a:prstGeom>
          <a:solidFill>
            <a:srgbClr val="DDC3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Helvetica Neue"/>
                <a:ea typeface="+mn-ea"/>
                <a:cs typeface="+mn-cs"/>
              </a:rPr>
              <a:t>AMAN</a:t>
            </a:r>
          </a:p>
        </p:txBody>
      </p:sp>
      <p:graphicFrame>
        <p:nvGraphicFramePr>
          <p:cNvPr id="11" name="Table 10">
            <a:extLst>
              <a:ext uri="{FF2B5EF4-FFF2-40B4-BE49-F238E27FC236}">
                <a16:creationId xmlns:a16="http://schemas.microsoft.com/office/drawing/2014/main" id="{80F2531E-A4CD-01C0-2FE7-554F8BE2E7BB}"/>
              </a:ext>
            </a:extLst>
          </p:cNvPr>
          <p:cNvGraphicFramePr>
            <a:graphicFrameLocks noGrp="1"/>
          </p:cNvGraphicFramePr>
          <p:nvPr>
            <p:extLst>
              <p:ext uri="{D42A27DB-BD31-4B8C-83A1-F6EECF244321}">
                <p14:modId xmlns:p14="http://schemas.microsoft.com/office/powerpoint/2010/main" val="2079235303"/>
              </p:ext>
            </p:extLst>
          </p:nvPr>
        </p:nvGraphicFramePr>
        <p:xfrm>
          <a:off x="763052" y="6202334"/>
          <a:ext cx="11104443" cy="263238"/>
        </p:xfrm>
        <a:graphic>
          <a:graphicData uri="http://schemas.openxmlformats.org/drawingml/2006/table">
            <a:tbl>
              <a:tblPr firstRow="1" bandRow="1">
                <a:tableStyleId>{5C22544A-7EE6-4342-B048-85BDC9FD1C3A}</a:tableStyleId>
              </a:tblPr>
              <a:tblGrid>
                <a:gridCol w="1586349">
                  <a:extLst>
                    <a:ext uri="{9D8B030D-6E8A-4147-A177-3AD203B41FA5}">
                      <a16:colId xmlns:a16="http://schemas.microsoft.com/office/drawing/2014/main" val="1198150969"/>
                    </a:ext>
                  </a:extLst>
                </a:gridCol>
                <a:gridCol w="1586349">
                  <a:extLst>
                    <a:ext uri="{9D8B030D-6E8A-4147-A177-3AD203B41FA5}">
                      <a16:colId xmlns:a16="http://schemas.microsoft.com/office/drawing/2014/main" val="1723906514"/>
                    </a:ext>
                  </a:extLst>
                </a:gridCol>
                <a:gridCol w="1586349">
                  <a:extLst>
                    <a:ext uri="{9D8B030D-6E8A-4147-A177-3AD203B41FA5}">
                      <a16:colId xmlns:a16="http://schemas.microsoft.com/office/drawing/2014/main" val="890254197"/>
                    </a:ext>
                  </a:extLst>
                </a:gridCol>
                <a:gridCol w="1586349">
                  <a:extLst>
                    <a:ext uri="{9D8B030D-6E8A-4147-A177-3AD203B41FA5}">
                      <a16:colId xmlns:a16="http://schemas.microsoft.com/office/drawing/2014/main" val="1996262911"/>
                    </a:ext>
                  </a:extLst>
                </a:gridCol>
                <a:gridCol w="1586349">
                  <a:extLst>
                    <a:ext uri="{9D8B030D-6E8A-4147-A177-3AD203B41FA5}">
                      <a16:colId xmlns:a16="http://schemas.microsoft.com/office/drawing/2014/main" val="4285416053"/>
                    </a:ext>
                  </a:extLst>
                </a:gridCol>
                <a:gridCol w="1586349">
                  <a:extLst>
                    <a:ext uri="{9D8B030D-6E8A-4147-A177-3AD203B41FA5}">
                      <a16:colId xmlns:a16="http://schemas.microsoft.com/office/drawing/2014/main" val="3188893223"/>
                    </a:ext>
                  </a:extLst>
                </a:gridCol>
                <a:gridCol w="1586349">
                  <a:extLst>
                    <a:ext uri="{9D8B030D-6E8A-4147-A177-3AD203B41FA5}">
                      <a16:colId xmlns:a16="http://schemas.microsoft.com/office/drawing/2014/main" val="4147391749"/>
                    </a:ext>
                  </a:extLst>
                </a:gridCol>
              </a:tblGrid>
              <a:tr h="263238">
                <a:tc>
                  <a:txBody>
                    <a:bodyPr/>
                    <a:lstStyle/>
                    <a:p>
                      <a:pPr algn="ctr">
                        <a:lnSpc>
                          <a:spcPct val="80000"/>
                        </a:lnSpc>
                      </a:pPr>
                      <a:r>
                        <a:rPr lang="en-US" sz="800" b="0"/>
                        <a:t>Four Seasons</a:t>
                      </a:r>
                    </a:p>
                  </a:txBody>
                  <a:tcPr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3D441E"/>
                    </a:solidFill>
                  </a:tcPr>
                </a:tc>
                <a:tc>
                  <a:txBody>
                    <a:bodyPr/>
                    <a:lstStyle/>
                    <a:p>
                      <a:pPr algn="ctr">
                        <a:lnSpc>
                          <a:spcPct val="80000"/>
                        </a:lnSpc>
                      </a:pPr>
                      <a:r>
                        <a:rPr lang="en-US" sz="800" b="0"/>
                        <a:t>Seabourn</a:t>
                      </a:r>
                    </a:p>
                  </a:txBody>
                  <a:tcPr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5F88BD"/>
                    </a:solidFill>
                  </a:tcPr>
                </a:tc>
                <a:tc>
                  <a:txBody>
                    <a:bodyPr/>
                    <a:lstStyle/>
                    <a:p>
                      <a:pPr algn="ctr">
                        <a:lnSpc>
                          <a:spcPct val="80000"/>
                        </a:lnSpc>
                      </a:pPr>
                      <a:r>
                        <a:rPr lang="en-US" sz="800" b="0"/>
                        <a:t>Silversea</a:t>
                      </a:r>
                    </a:p>
                  </a:txBody>
                  <a:tcPr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939393"/>
                    </a:solidFill>
                  </a:tcPr>
                </a:tc>
                <a:tc>
                  <a:txBody>
                    <a:bodyPr/>
                    <a:lstStyle/>
                    <a:p>
                      <a:pPr algn="ctr">
                        <a:lnSpc>
                          <a:spcPct val="80000"/>
                        </a:lnSpc>
                      </a:pPr>
                      <a:r>
                        <a:rPr lang="en-US" sz="800" b="0"/>
                        <a:t>Regent Seven Seas</a:t>
                      </a:r>
                    </a:p>
                  </a:txBody>
                  <a:tcPr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1F216C"/>
                    </a:solidFill>
                  </a:tcPr>
                </a:tc>
                <a:tc>
                  <a:txBody>
                    <a:bodyPr/>
                    <a:lstStyle/>
                    <a:p>
                      <a:pPr algn="ctr">
                        <a:lnSpc>
                          <a:spcPct val="80000"/>
                        </a:lnSpc>
                      </a:pPr>
                      <a:r>
                        <a:rPr lang="en-US" sz="800" b="0">
                          <a:solidFill>
                            <a:schemeClr val="bg1"/>
                          </a:solidFill>
                        </a:rPr>
                        <a:t>Ritz-Carlton</a:t>
                      </a:r>
                      <a:endParaRPr lang="en-US" sz="800" b="0"/>
                    </a:p>
                  </a:txBody>
                  <a:tcPr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1F335B"/>
                    </a:solidFill>
                  </a:tcPr>
                </a:tc>
                <a:tc>
                  <a:txBody>
                    <a:bodyPr/>
                    <a:lstStyle/>
                    <a:p>
                      <a:pPr algn="ctr">
                        <a:lnSpc>
                          <a:spcPct val="80000"/>
                        </a:lnSpc>
                      </a:pPr>
                      <a:r>
                        <a:rPr lang="en-US" sz="800" b="0"/>
                        <a:t>Aman</a:t>
                      </a:r>
                      <a:endParaRPr lang="en-US" sz="800" b="0">
                        <a:solidFill>
                          <a:schemeClr val="bg1"/>
                        </a:solidFill>
                      </a:endParaRPr>
                    </a:p>
                  </a:txBody>
                  <a:tcPr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DDC38B"/>
                    </a:solidFill>
                  </a:tcPr>
                </a:tc>
                <a:tc>
                  <a:txBody>
                    <a:bodyPr/>
                    <a:lstStyle/>
                    <a:p>
                      <a:pPr algn="ctr">
                        <a:lnSpc>
                          <a:spcPct val="80000"/>
                        </a:lnSpc>
                      </a:pPr>
                      <a:r>
                        <a:rPr lang="en-US" sz="800" b="0">
                          <a:solidFill>
                            <a:schemeClr val="bg1"/>
                          </a:solidFill>
                        </a:rPr>
                        <a:t>Orient Express</a:t>
                      </a:r>
                    </a:p>
                  </a:txBody>
                  <a:tcPr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rgbClr val="4F0304"/>
                    </a:solidFill>
                  </a:tcPr>
                </a:tc>
                <a:extLst>
                  <a:ext uri="{0D108BD9-81ED-4DB2-BD59-A6C34878D82A}">
                    <a16:rowId xmlns:a16="http://schemas.microsoft.com/office/drawing/2014/main" val="3965875099"/>
                  </a:ext>
                </a:extLst>
              </a:tr>
            </a:tbl>
          </a:graphicData>
        </a:graphic>
      </p:graphicFrame>
      <p:sp>
        <p:nvSpPr>
          <p:cNvPr id="13" name="Text Placeholder 38x7905">
            <a:extLst>
              <a:ext uri="{FF2B5EF4-FFF2-40B4-BE49-F238E27FC236}">
                <a16:creationId xmlns:a16="http://schemas.microsoft.com/office/drawing/2014/main" id="{4BDEB405-CE9D-98C7-E348-2F290B9E5627}"/>
              </a:ext>
            </a:extLst>
          </p:cNvPr>
          <p:cNvSpPr txBox="1">
            <a:spLocks/>
          </p:cNvSpPr>
          <p:nvPr/>
        </p:nvSpPr>
        <p:spPr>
          <a:xfrm>
            <a:off x="920740" y="1853335"/>
            <a:ext cx="7148841" cy="1094824"/>
          </a:xfrm>
          <a:prstGeom prst="rect">
            <a:avLst/>
          </a:prstGeom>
          <a:noFill/>
          <a:ln>
            <a:noFill/>
          </a:ln>
        </p:spPr>
        <p:txBody>
          <a:bodyPr vert="horz" lIns="0" tIns="0" rIns="0" bIns="0" rtlCol="0" anchor="t">
            <a:noAutofit/>
          </a:bodyPr>
          <a:lstStyle>
            <a:lvl1pPr marL="0" indent="0" algn="l" defTabSz="914400" rtl="0" eaLnBrk="1" fontAlgn="base" latinLnBrk="0" hangingPunct="1">
              <a:lnSpc>
                <a:spcPct val="90000"/>
              </a:lnSpc>
              <a:spcBef>
                <a:spcPts val="1000"/>
              </a:spcBef>
              <a:buFont typeface="Arial" panose="020B0604020202020204" pitchFamily="34" charset="0"/>
              <a:buNone/>
              <a:defRPr lang="en-US" sz="1100" b="0" i="0" kern="1200" spc="0">
                <a:solidFill>
                  <a:schemeClr val="accent1"/>
                </a:solidFill>
                <a:latin typeface="+mn-lt"/>
                <a:ea typeface="+mn-ea"/>
                <a:cs typeface="Arial" panose="020B0604020202020204" pitchFamily="34" charset="0"/>
              </a:defRPr>
            </a:lvl1pPr>
            <a:lvl2pPr marL="0" indent="0" algn="l" defTabSz="914400" rtl="0" eaLnBrk="1" latinLnBrk="0" hangingPunct="1">
              <a:lnSpc>
                <a:spcPct val="114000"/>
              </a:lnSpc>
              <a:spcBef>
                <a:spcPts val="1000"/>
              </a:spcBef>
              <a:spcAft>
                <a:spcPts val="0"/>
              </a:spcAft>
              <a:buFont typeface="Arial" panose="020B0604020202020204" pitchFamily="34" charset="0"/>
              <a:buNone/>
              <a:defRPr lang="en-US" sz="1100" b="0" kern="1200" spc="0" baseline="0">
                <a:solidFill>
                  <a:srgbClr val="175252"/>
                </a:solidFill>
                <a:latin typeface="+mn-lt"/>
                <a:ea typeface="+mn-ea"/>
                <a:cs typeface="+mn-cs"/>
              </a:defRPr>
            </a:lvl2pPr>
            <a:lvl3pPr marL="0" indent="0" algn="l" defTabSz="914400" rtl="0" eaLnBrk="1" latinLnBrk="0" hangingPunct="1">
              <a:lnSpc>
                <a:spcPct val="125000"/>
              </a:lnSpc>
              <a:spcBef>
                <a:spcPts val="0"/>
              </a:spcBef>
              <a:spcAft>
                <a:spcPts val="500"/>
              </a:spcAft>
              <a:buFont typeface="Arial" panose="020B0604020202020204" pitchFamily="34" charset="0"/>
              <a:buNone/>
              <a:defRPr sz="1200" kern="1200" spc="0">
                <a:solidFill>
                  <a:srgbClr val="175252"/>
                </a:solidFill>
                <a:latin typeface="+mn-lt"/>
                <a:ea typeface="+mn-ea"/>
                <a:cs typeface="+mn-cs"/>
              </a:defRPr>
            </a:lvl3pPr>
            <a:lvl4pPr marL="0" indent="0" algn="l" defTabSz="914400" rtl="0" eaLnBrk="1" latinLnBrk="0" hangingPunct="1">
              <a:lnSpc>
                <a:spcPct val="114000"/>
              </a:lnSpc>
              <a:spcBef>
                <a:spcPts val="750"/>
              </a:spcBef>
              <a:spcAft>
                <a:spcPts val="0"/>
              </a:spcAft>
              <a:buFont typeface="Arial" panose="020B0604020202020204" pitchFamily="34" charset="0"/>
              <a:buNone/>
              <a:defRPr sz="900" kern="1200" spc="0" baseline="0">
                <a:solidFill>
                  <a:schemeClr val="tx1"/>
                </a:solidFill>
                <a:latin typeface="+mn-lt"/>
                <a:ea typeface="+mn-ea"/>
                <a:cs typeface="+mn-cs"/>
              </a:defRPr>
            </a:lvl4pPr>
            <a:lvl5pPr marL="0" indent="0" algn="l" defTabSz="914400" rtl="0" eaLnBrk="1" latinLnBrk="0" hangingPunct="1">
              <a:lnSpc>
                <a:spcPct val="133000"/>
              </a:lnSpc>
              <a:spcBef>
                <a:spcPts val="0"/>
              </a:spcBef>
              <a:spcAft>
                <a:spcPts val="250"/>
              </a:spcAft>
              <a:buFont typeface="Arial" panose="020B0604020202020204" pitchFamily="34" charset="0"/>
              <a:buNone/>
              <a:defRPr sz="900" kern="1200" spc="0">
                <a:solidFill>
                  <a:srgbClr val="64646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nSpc>
                <a:spcPct val="100000"/>
              </a:lnSpc>
              <a:buFont typeface="Arial" panose="020B0604020202020204" pitchFamily="34" charset="0"/>
              <a:buChar char="•"/>
            </a:pPr>
            <a:r>
              <a:rPr lang="en-US">
                <a:solidFill>
                  <a:schemeClr val="tx1"/>
                </a:solidFill>
              </a:rPr>
              <a:t>Four Seasons II scheduled to launch in 2028, featuring a new residential-style suite concept designed for families and extended stays </a:t>
            </a:r>
            <a:r>
              <a:rPr lang="en-US" i="1">
                <a:solidFill>
                  <a:schemeClr val="tx1"/>
                </a:solidFill>
              </a:rPr>
              <a:t>(</a:t>
            </a:r>
            <a:r>
              <a:rPr lang="en-US" i="1" u="sng">
                <a:solidFill>
                  <a:schemeClr val="tx1"/>
                </a:solidFill>
                <a:hlinkClick r:id="rId2">
                  <a:extLst>
                    <a:ext uri="{A12FA001-AC4F-418D-AE19-62706E023703}">
                      <ahyp:hlinkClr xmlns:ahyp="http://schemas.microsoft.com/office/drawing/2018/hyperlinkcolor" val="tx"/>
                    </a:ext>
                  </a:extLst>
                </a:hlinkClick>
              </a:rPr>
              <a:t>Cosmopolitan China</a:t>
            </a:r>
            <a:r>
              <a:rPr lang="en-US" i="1">
                <a:solidFill>
                  <a:schemeClr val="tx1"/>
                </a:solidFill>
              </a:rPr>
              <a:t>, </a:t>
            </a:r>
            <a:r>
              <a:rPr lang="en-US" i="1" u="sng">
                <a:solidFill>
                  <a:schemeClr val="tx1"/>
                </a:solidFill>
                <a:hlinkClick r:id="rId3">
                  <a:extLst>
                    <a:ext uri="{A12FA001-AC4F-418D-AE19-62706E023703}">
                      <ahyp:hlinkClr xmlns:ahyp="http://schemas.microsoft.com/office/drawing/2018/hyperlinkcolor" val="tx"/>
                    </a:ext>
                  </a:extLst>
                </a:hlinkClick>
              </a:rPr>
              <a:t>Grazia China</a:t>
            </a:r>
            <a:r>
              <a:rPr lang="en-US" i="1">
                <a:solidFill>
                  <a:schemeClr val="tx1"/>
                </a:solidFill>
              </a:rPr>
              <a:t>). </a:t>
            </a:r>
          </a:p>
          <a:p>
            <a:pPr marL="171450" indent="-171450">
              <a:lnSpc>
                <a:spcPct val="100000"/>
              </a:lnSpc>
              <a:buFont typeface="Arial" panose="020B0604020202020204" pitchFamily="34" charset="0"/>
              <a:buChar char="•"/>
            </a:pPr>
            <a:r>
              <a:rPr lang="en-US">
                <a:solidFill>
                  <a:schemeClr val="tx1"/>
                </a:solidFill>
              </a:rPr>
              <a:t>Four Seasons Yachts announced plans for a third yacht, scheduled for delivery in 2031 </a:t>
            </a:r>
            <a:r>
              <a:rPr lang="en-US" i="1">
                <a:solidFill>
                  <a:schemeClr val="tx1"/>
                </a:solidFill>
              </a:rPr>
              <a:t>(</a:t>
            </a:r>
            <a:r>
              <a:rPr lang="en-US" i="1" u="sng">
                <a:solidFill>
                  <a:schemeClr val="tx1"/>
                </a:solidFill>
                <a:hlinkClick r:id="rId4">
                  <a:extLst>
                    <a:ext uri="{A12FA001-AC4F-418D-AE19-62706E023703}">
                      <ahyp:hlinkClr xmlns:ahyp="http://schemas.microsoft.com/office/drawing/2018/hyperlinkcolor" val="tx"/>
                    </a:ext>
                  </a:extLst>
                </a:hlinkClick>
              </a:rPr>
              <a:t>Cruise Weekly</a:t>
            </a:r>
            <a:r>
              <a:rPr lang="en-US" i="1">
                <a:solidFill>
                  <a:schemeClr val="tx1"/>
                </a:solidFill>
              </a:rPr>
              <a:t>, </a:t>
            </a:r>
            <a:r>
              <a:rPr lang="en-US" i="1" u="sng">
                <a:solidFill>
                  <a:schemeClr val="tx1"/>
                </a:solidFill>
                <a:hlinkClick r:id="rId5">
                  <a:extLst>
                    <a:ext uri="{A12FA001-AC4F-418D-AE19-62706E023703}">
                      <ahyp:hlinkClr xmlns:ahyp="http://schemas.microsoft.com/office/drawing/2018/hyperlinkcolor" val="tx"/>
                    </a:ext>
                  </a:extLst>
                </a:hlinkClick>
              </a:rPr>
              <a:t>Travel Daily</a:t>
            </a:r>
            <a:r>
              <a:rPr lang="en-US" i="1">
                <a:solidFill>
                  <a:schemeClr val="tx1"/>
                </a:solidFill>
              </a:rPr>
              <a:t>,</a:t>
            </a:r>
            <a:r>
              <a:rPr lang="en-US" i="1">
                <a:solidFill>
                  <a:schemeClr val="tx1"/>
                </a:solidFill>
                <a:hlinkClick r:id="rId6">
                  <a:extLst>
                    <a:ext uri="{A12FA001-AC4F-418D-AE19-62706E023703}">
                      <ahyp:hlinkClr xmlns:ahyp="http://schemas.microsoft.com/office/drawing/2018/hyperlinkcolor" val="tx"/>
                    </a:ext>
                  </a:extLst>
                </a:hlinkClick>
              </a:rPr>
              <a:t> </a:t>
            </a:r>
            <a:r>
              <a:rPr lang="en-US" i="1" u="sng">
                <a:solidFill>
                  <a:schemeClr val="tx1"/>
                </a:solidFill>
                <a:hlinkClick r:id="rId7">
                  <a:extLst>
                    <a:ext uri="{A12FA001-AC4F-418D-AE19-62706E023703}">
                      <ahyp:hlinkClr xmlns:ahyp="http://schemas.microsoft.com/office/drawing/2018/hyperlinkcolor" val="tx"/>
                    </a:ext>
                  </a:extLst>
                </a:hlinkClick>
              </a:rPr>
              <a:t>WeChat</a:t>
            </a:r>
            <a:r>
              <a:rPr lang="en-US" i="1">
                <a:solidFill>
                  <a:schemeClr val="tx1"/>
                </a:solidFill>
              </a:rPr>
              <a:t>, </a:t>
            </a:r>
            <a:r>
              <a:rPr lang="en-US" i="1" u="sng">
                <a:solidFill>
                  <a:schemeClr val="tx1"/>
                </a:solidFill>
                <a:hlinkClick r:id="rId8">
                  <a:extLst>
                    <a:ext uri="{A12FA001-AC4F-418D-AE19-62706E023703}">
                      <ahyp:hlinkClr xmlns:ahyp="http://schemas.microsoft.com/office/drawing/2018/hyperlinkcolor" val="tx"/>
                    </a:ext>
                  </a:extLst>
                </a:hlinkClick>
              </a:rPr>
              <a:t>WeChat</a:t>
            </a:r>
            <a:r>
              <a:rPr lang="en-US" i="1">
                <a:solidFill>
                  <a:schemeClr val="tx1"/>
                </a:solidFill>
              </a:rPr>
              <a:t>).</a:t>
            </a:r>
          </a:p>
          <a:p>
            <a:pPr marL="171450" indent="-171450">
              <a:lnSpc>
                <a:spcPct val="100000"/>
              </a:lnSpc>
              <a:buFont typeface="Arial" panose="020B0604020202020204" pitchFamily="34" charset="0"/>
              <a:buChar char="•"/>
            </a:pPr>
            <a:r>
              <a:rPr lang="en-US">
                <a:solidFill>
                  <a:schemeClr val="tx1"/>
                </a:solidFill>
              </a:rPr>
              <a:t>Four Seasons I introduced private island experiences in Anguilla and The Bahamas for its inaugural Caribbean season </a:t>
            </a:r>
            <a:r>
              <a:rPr lang="en-US" i="1">
                <a:solidFill>
                  <a:schemeClr val="tx1"/>
                </a:solidFill>
              </a:rPr>
              <a:t>(</a:t>
            </a:r>
            <a:r>
              <a:rPr lang="en-US" i="1" u="sng">
                <a:solidFill>
                  <a:schemeClr val="tx1"/>
                </a:solidFill>
                <a:hlinkClick r:id="rId9">
                  <a:extLst>
                    <a:ext uri="{A12FA001-AC4F-418D-AE19-62706E023703}">
                      <ahyp:hlinkClr xmlns:ahyp="http://schemas.microsoft.com/office/drawing/2018/hyperlinkcolor" val="tx"/>
                    </a:ext>
                  </a:extLst>
                </a:hlinkClick>
              </a:rPr>
              <a:t>Travel Daily Media</a:t>
            </a:r>
            <a:r>
              <a:rPr lang="en-US" i="1">
                <a:solidFill>
                  <a:schemeClr val="tx1"/>
                </a:solidFill>
              </a:rPr>
              <a:t>, </a:t>
            </a:r>
            <a:r>
              <a:rPr lang="en-US" i="1" u="sng">
                <a:solidFill>
                  <a:schemeClr val="tx1"/>
                </a:solidFill>
                <a:hlinkClick r:id="rId10">
                  <a:extLst>
                    <a:ext uri="{A12FA001-AC4F-418D-AE19-62706E023703}">
                      <ahyp:hlinkClr xmlns:ahyp="http://schemas.microsoft.com/office/drawing/2018/hyperlinkcolor" val="tx"/>
                    </a:ext>
                  </a:extLst>
                </a:hlinkClick>
              </a:rPr>
              <a:t>RED</a:t>
            </a:r>
            <a:r>
              <a:rPr lang="en-US" i="1">
                <a:solidFill>
                  <a:schemeClr val="tx1"/>
                </a:solidFill>
              </a:rPr>
              <a:t>).</a:t>
            </a:r>
            <a:endParaRPr lang="en-US">
              <a:solidFill>
                <a:schemeClr val="tx1"/>
              </a:solidFill>
            </a:endParaRPr>
          </a:p>
          <a:p>
            <a:pPr marL="171450" lvl="0" indent="-171450">
              <a:lnSpc>
                <a:spcPct val="100000"/>
              </a:lnSpc>
              <a:buFont typeface="Arial" panose="020B0604020202020204" pitchFamily="34" charset="0"/>
              <a:buChar char="•"/>
            </a:pPr>
            <a:endParaRPr lang="en-CA" i="1">
              <a:solidFill>
                <a:schemeClr val="tx1"/>
              </a:solidFill>
            </a:endParaRPr>
          </a:p>
        </p:txBody>
      </p:sp>
      <p:sp>
        <p:nvSpPr>
          <p:cNvPr id="14" name="Text Placeholder 38x2349">
            <a:extLst>
              <a:ext uri="{FF2B5EF4-FFF2-40B4-BE49-F238E27FC236}">
                <a16:creationId xmlns:a16="http://schemas.microsoft.com/office/drawing/2014/main" id="{37712DE4-B619-7FA5-4647-CB29E137752D}"/>
              </a:ext>
            </a:extLst>
          </p:cNvPr>
          <p:cNvSpPr txBox="1">
            <a:spLocks/>
          </p:cNvSpPr>
          <p:nvPr/>
        </p:nvSpPr>
        <p:spPr>
          <a:xfrm>
            <a:off x="868469" y="3918510"/>
            <a:ext cx="3407943" cy="2565333"/>
          </a:xfrm>
          <a:prstGeom prst="rect">
            <a:avLst/>
          </a:prstGeom>
          <a:noFill/>
        </p:spPr>
        <p:txBody>
          <a:bodyPr vert="horz" lIns="0" tIns="0" rIns="0" bIns="0" rtlCol="0" anchor="t">
            <a:noAutofit/>
          </a:bodyPr>
          <a:lstStyle>
            <a:lvl1pPr marL="0" indent="0" algn="l" defTabSz="914400" rtl="0" eaLnBrk="1" fontAlgn="base" latinLnBrk="0" hangingPunct="1">
              <a:lnSpc>
                <a:spcPct val="90000"/>
              </a:lnSpc>
              <a:spcBef>
                <a:spcPts val="1000"/>
              </a:spcBef>
              <a:buFont typeface="Arial" panose="020B0604020202020204" pitchFamily="34" charset="0"/>
              <a:buNone/>
              <a:defRPr lang="en-US" sz="1100" b="0" i="0" kern="1200" spc="0">
                <a:solidFill>
                  <a:schemeClr val="accent1"/>
                </a:solidFill>
                <a:latin typeface="+mn-lt"/>
                <a:ea typeface="+mn-ea"/>
                <a:cs typeface="Arial" panose="020B0604020202020204" pitchFamily="34" charset="0"/>
              </a:defRPr>
            </a:lvl1pPr>
            <a:lvl2pPr marL="0" indent="0" algn="l" defTabSz="914400" rtl="0" eaLnBrk="1" latinLnBrk="0" hangingPunct="1">
              <a:lnSpc>
                <a:spcPct val="114000"/>
              </a:lnSpc>
              <a:spcBef>
                <a:spcPts val="1000"/>
              </a:spcBef>
              <a:spcAft>
                <a:spcPts val="0"/>
              </a:spcAft>
              <a:buFont typeface="Arial" panose="020B0604020202020204" pitchFamily="34" charset="0"/>
              <a:buNone/>
              <a:defRPr lang="en-US" sz="1100" b="0" kern="1200" spc="0" baseline="0">
                <a:solidFill>
                  <a:srgbClr val="175252"/>
                </a:solidFill>
                <a:latin typeface="+mn-lt"/>
                <a:ea typeface="+mn-ea"/>
                <a:cs typeface="+mn-cs"/>
              </a:defRPr>
            </a:lvl2pPr>
            <a:lvl3pPr marL="0" indent="0" algn="l" defTabSz="914400" rtl="0" eaLnBrk="1" latinLnBrk="0" hangingPunct="1">
              <a:lnSpc>
                <a:spcPct val="125000"/>
              </a:lnSpc>
              <a:spcBef>
                <a:spcPts val="0"/>
              </a:spcBef>
              <a:spcAft>
                <a:spcPts val="500"/>
              </a:spcAft>
              <a:buFont typeface="Arial" panose="020B0604020202020204" pitchFamily="34" charset="0"/>
              <a:buNone/>
              <a:defRPr sz="1200" kern="1200" spc="0">
                <a:solidFill>
                  <a:srgbClr val="175252"/>
                </a:solidFill>
                <a:latin typeface="+mn-lt"/>
                <a:ea typeface="+mn-ea"/>
                <a:cs typeface="+mn-cs"/>
              </a:defRPr>
            </a:lvl3pPr>
            <a:lvl4pPr marL="0" indent="0" algn="l" defTabSz="914400" rtl="0" eaLnBrk="1" latinLnBrk="0" hangingPunct="1">
              <a:lnSpc>
                <a:spcPct val="114000"/>
              </a:lnSpc>
              <a:spcBef>
                <a:spcPts val="750"/>
              </a:spcBef>
              <a:spcAft>
                <a:spcPts val="0"/>
              </a:spcAft>
              <a:buFont typeface="Arial" panose="020B0604020202020204" pitchFamily="34" charset="0"/>
              <a:buNone/>
              <a:defRPr sz="900" kern="1200" spc="0" baseline="0">
                <a:solidFill>
                  <a:schemeClr val="tx1"/>
                </a:solidFill>
                <a:latin typeface="+mn-lt"/>
                <a:ea typeface="+mn-ea"/>
                <a:cs typeface="+mn-cs"/>
              </a:defRPr>
            </a:lvl4pPr>
            <a:lvl5pPr marL="0" indent="0" algn="l" defTabSz="914400" rtl="0" eaLnBrk="1" latinLnBrk="0" hangingPunct="1">
              <a:lnSpc>
                <a:spcPct val="133000"/>
              </a:lnSpc>
              <a:spcBef>
                <a:spcPts val="0"/>
              </a:spcBef>
              <a:spcAft>
                <a:spcPts val="250"/>
              </a:spcAft>
              <a:buFont typeface="Arial" panose="020B0604020202020204" pitchFamily="34" charset="0"/>
              <a:buNone/>
              <a:defRPr sz="900" kern="1200" spc="0">
                <a:solidFill>
                  <a:srgbClr val="64646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nSpc>
                <a:spcPct val="100000"/>
              </a:lnSpc>
              <a:buFont typeface="Arial" panose="020B0604020202020204" pitchFamily="34" charset="0"/>
              <a:buChar char="•"/>
            </a:pPr>
            <a:r>
              <a:rPr lang="en-US">
                <a:solidFill>
                  <a:schemeClr val="tx1"/>
                </a:solidFill>
              </a:rPr>
              <a:t>Seven Seas Prestige unveiled the Solara Sports Deck and Solara Pool Deck ahead of its December 2026 debut </a:t>
            </a:r>
            <a:r>
              <a:rPr lang="en-US" i="1">
                <a:solidFill>
                  <a:schemeClr val="tx1"/>
                </a:solidFill>
              </a:rPr>
              <a:t>(</a:t>
            </a:r>
            <a:r>
              <a:rPr lang="en-US" i="1" u="sng">
                <a:solidFill>
                  <a:schemeClr val="tx1"/>
                </a:solidFill>
                <a:hlinkClick r:id="rId11">
                  <a:extLst>
                    <a:ext uri="{A12FA001-AC4F-418D-AE19-62706E023703}">
                      <ahyp:hlinkClr xmlns:ahyp="http://schemas.microsoft.com/office/drawing/2018/hyperlinkcolor" val="tx"/>
                    </a:ext>
                  </a:extLst>
                </a:hlinkClick>
              </a:rPr>
              <a:t>Travel Daily Media</a:t>
            </a:r>
            <a:r>
              <a:rPr lang="en-US" i="1">
                <a:solidFill>
                  <a:schemeClr val="tx1"/>
                </a:solidFill>
              </a:rPr>
              <a:t>, </a:t>
            </a:r>
            <a:r>
              <a:rPr lang="en-US" i="1" u="sng">
                <a:solidFill>
                  <a:schemeClr val="tx1"/>
                </a:solidFill>
                <a:hlinkClick r:id="rId12">
                  <a:extLst>
                    <a:ext uri="{A12FA001-AC4F-418D-AE19-62706E023703}">
                      <ahyp:hlinkClr xmlns:ahyp="http://schemas.microsoft.com/office/drawing/2018/hyperlinkcolor" val="tx"/>
                    </a:ext>
                  </a:extLst>
                </a:hlinkClick>
              </a:rPr>
              <a:t>Cruise Passenger</a:t>
            </a:r>
            <a:r>
              <a:rPr lang="en-US" i="1">
                <a:solidFill>
                  <a:schemeClr val="tx1"/>
                </a:solidFill>
              </a:rPr>
              <a:t>, </a:t>
            </a:r>
            <a:r>
              <a:rPr lang="en-US" i="1" u="sng">
                <a:solidFill>
                  <a:schemeClr val="tx1"/>
                </a:solidFill>
                <a:hlinkClick r:id="rId13">
                  <a:extLst>
                    <a:ext uri="{A12FA001-AC4F-418D-AE19-62706E023703}">
                      <ahyp:hlinkClr xmlns:ahyp="http://schemas.microsoft.com/office/drawing/2018/hyperlinkcolor" val="tx"/>
                    </a:ext>
                  </a:extLst>
                </a:hlinkClick>
              </a:rPr>
              <a:t>Weibo</a:t>
            </a:r>
            <a:r>
              <a:rPr lang="en-US" i="1">
                <a:solidFill>
                  <a:schemeClr val="tx1"/>
                </a:solidFill>
              </a:rPr>
              <a:t>).</a:t>
            </a:r>
          </a:p>
          <a:p>
            <a:pPr marL="171450" indent="-171450">
              <a:lnSpc>
                <a:spcPct val="100000"/>
              </a:lnSpc>
              <a:buFont typeface="Arial" panose="020B0604020202020204" pitchFamily="34" charset="0"/>
              <a:buChar char="•"/>
            </a:pPr>
            <a:r>
              <a:rPr lang="en-US">
                <a:solidFill>
                  <a:schemeClr val="tx1"/>
                </a:solidFill>
              </a:rPr>
              <a:t>Seven Seas Prestige was featured for strong demands and continued offering expansion </a:t>
            </a:r>
            <a:r>
              <a:rPr lang="en-US" i="1">
                <a:solidFill>
                  <a:schemeClr val="tx1"/>
                </a:solidFill>
              </a:rPr>
              <a:t>(</a:t>
            </a:r>
            <a:r>
              <a:rPr lang="en-US" i="1" u="sng">
                <a:solidFill>
                  <a:schemeClr val="tx1"/>
                </a:solidFill>
                <a:hlinkClick r:id="rId14">
                  <a:extLst>
                    <a:ext uri="{A12FA001-AC4F-418D-AE19-62706E023703}">
                      <ahyp:hlinkClr xmlns:ahyp="http://schemas.microsoft.com/office/drawing/2018/hyperlinkcolor" val="tx"/>
                    </a:ext>
                  </a:extLst>
                </a:hlinkClick>
              </a:rPr>
              <a:t>TTG Asia</a:t>
            </a:r>
            <a:r>
              <a:rPr lang="en-US" i="1">
                <a:solidFill>
                  <a:schemeClr val="tx1"/>
                </a:solidFill>
              </a:rPr>
              <a:t>) </a:t>
            </a:r>
            <a:r>
              <a:rPr lang="en-US">
                <a:solidFill>
                  <a:schemeClr val="tx1"/>
                </a:solidFill>
              </a:rPr>
              <a:t>while Seven Seas Grandeur was featured in an onboard review </a:t>
            </a:r>
            <a:r>
              <a:rPr lang="en-US" i="1">
                <a:solidFill>
                  <a:schemeClr val="tx1"/>
                </a:solidFill>
              </a:rPr>
              <a:t>(</a:t>
            </a:r>
            <a:r>
              <a:rPr lang="en-US" i="1" u="sng">
                <a:solidFill>
                  <a:schemeClr val="tx1"/>
                </a:solidFill>
                <a:hlinkClick r:id="rId15">
                  <a:extLst>
                    <a:ext uri="{A12FA001-AC4F-418D-AE19-62706E023703}">
                      <ahyp:hlinkClr xmlns:ahyp="http://schemas.microsoft.com/office/drawing/2018/hyperlinkcolor" val="tx"/>
                    </a:ext>
                  </a:extLst>
                </a:hlinkClick>
              </a:rPr>
              <a:t>The Sydney Morning Herald</a:t>
            </a:r>
            <a:r>
              <a:rPr lang="en-US" i="1">
                <a:solidFill>
                  <a:schemeClr val="tx1"/>
                </a:solidFill>
              </a:rPr>
              <a:t>).</a:t>
            </a:r>
          </a:p>
          <a:p>
            <a:pPr marL="171450" indent="-171450">
              <a:lnSpc>
                <a:spcPct val="100000"/>
              </a:lnSpc>
              <a:buFont typeface="Arial" panose="020B0604020202020204" pitchFamily="34" charset="0"/>
              <a:buChar char="•"/>
            </a:pPr>
            <a:r>
              <a:rPr lang="en-US">
                <a:solidFill>
                  <a:schemeClr val="tx1"/>
                </a:solidFill>
              </a:rPr>
              <a:t>Regent Seven Seas Cruises introduced 56 festive season shore excursions across Europe </a:t>
            </a:r>
            <a:r>
              <a:rPr lang="en-US" i="1">
                <a:solidFill>
                  <a:schemeClr val="tx1"/>
                </a:solidFill>
              </a:rPr>
              <a:t>(</a:t>
            </a:r>
            <a:r>
              <a:rPr lang="en-US" i="1" err="1">
                <a:solidFill>
                  <a:schemeClr val="tx1"/>
                </a:solidFill>
                <a:hlinkClick r:id="rId16">
                  <a:extLst>
                    <a:ext uri="{A12FA001-AC4F-418D-AE19-62706E023703}">
                      <ahyp:hlinkClr xmlns:ahyp="http://schemas.microsoft.com/office/drawing/2018/hyperlinkcolor" val="tx"/>
                    </a:ext>
                  </a:extLst>
                </a:hlinkClick>
              </a:rPr>
              <a:t>KarryOn</a:t>
            </a:r>
            <a:r>
              <a:rPr lang="en-US" i="1">
                <a:solidFill>
                  <a:schemeClr val="tx1"/>
                </a:solidFill>
              </a:rPr>
              <a:t>, </a:t>
            </a:r>
            <a:r>
              <a:rPr lang="en-US" i="1">
                <a:solidFill>
                  <a:schemeClr val="tx1"/>
                </a:solidFill>
                <a:hlinkClick r:id="rId17">
                  <a:extLst>
                    <a:ext uri="{A12FA001-AC4F-418D-AE19-62706E023703}">
                      <ahyp:hlinkClr xmlns:ahyp="http://schemas.microsoft.com/office/drawing/2018/hyperlinkcolor" val="tx"/>
                    </a:ext>
                  </a:extLst>
                </a:hlinkClick>
              </a:rPr>
              <a:t>Travel Weekly</a:t>
            </a:r>
            <a:r>
              <a:rPr lang="en-US" i="1">
                <a:solidFill>
                  <a:schemeClr val="tx1"/>
                </a:solidFill>
              </a:rPr>
              <a:t>).</a:t>
            </a:r>
          </a:p>
          <a:p>
            <a:pPr marL="171450" indent="-171450">
              <a:lnSpc>
                <a:spcPct val="100000"/>
              </a:lnSpc>
              <a:buFont typeface="Arial" panose="020B0604020202020204" pitchFamily="34" charset="0"/>
              <a:buChar char="•"/>
            </a:pPr>
            <a:endParaRPr lang="en-US">
              <a:solidFill>
                <a:schemeClr val="tx1"/>
              </a:solidFill>
            </a:endParaRPr>
          </a:p>
          <a:p>
            <a:pPr marL="171450" indent="-171450">
              <a:lnSpc>
                <a:spcPct val="100000"/>
              </a:lnSpc>
              <a:buFont typeface="Arial" panose="020B0604020202020204" pitchFamily="34" charset="0"/>
              <a:buChar char="•"/>
            </a:pPr>
            <a:endParaRPr lang="en-CA">
              <a:solidFill>
                <a:schemeClr val="tx1"/>
              </a:solidFill>
            </a:endParaRPr>
          </a:p>
        </p:txBody>
      </p:sp>
      <p:sp>
        <p:nvSpPr>
          <p:cNvPr id="18" name="Text Placeholder 38">
            <a:extLst>
              <a:ext uri="{FF2B5EF4-FFF2-40B4-BE49-F238E27FC236}">
                <a16:creationId xmlns:a16="http://schemas.microsoft.com/office/drawing/2014/main" id="{D05E8049-9640-83FF-1BA4-FCCB2107CEDE}"/>
              </a:ext>
            </a:extLst>
          </p:cNvPr>
          <p:cNvSpPr txBox="1">
            <a:spLocks/>
          </p:cNvSpPr>
          <p:nvPr/>
        </p:nvSpPr>
        <p:spPr>
          <a:xfrm>
            <a:off x="4844107" y="3913634"/>
            <a:ext cx="3219418" cy="1912228"/>
          </a:xfrm>
          <a:prstGeom prst="rect">
            <a:avLst/>
          </a:prstGeom>
          <a:noFill/>
        </p:spPr>
        <p:txBody>
          <a:bodyPr vert="horz" lIns="0" tIns="0" rIns="0" bIns="0" rtlCol="0" anchor="t">
            <a:noAutofit/>
          </a:bodyPr>
          <a:lstStyle>
            <a:lvl1pPr marL="0" indent="0" algn="l" defTabSz="914400" rtl="0" eaLnBrk="1" fontAlgn="base" latinLnBrk="0" hangingPunct="1">
              <a:lnSpc>
                <a:spcPct val="90000"/>
              </a:lnSpc>
              <a:spcBef>
                <a:spcPts val="1000"/>
              </a:spcBef>
              <a:buFont typeface="Arial" panose="020B0604020202020204" pitchFamily="34" charset="0"/>
              <a:buNone/>
              <a:defRPr lang="en-US" sz="1100" b="0" i="0" kern="1200" spc="0">
                <a:solidFill>
                  <a:schemeClr val="accent1"/>
                </a:solidFill>
                <a:latin typeface="+mn-lt"/>
                <a:ea typeface="+mn-ea"/>
                <a:cs typeface="Arial" panose="020B0604020202020204" pitchFamily="34" charset="0"/>
              </a:defRPr>
            </a:lvl1pPr>
            <a:lvl2pPr marL="0" indent="0" algn="l" defTabSz="914400" rtl="0" eaLnBrk="1" latinLnBrk="0" hangingPunct="1">
              <a:lnSpc>
                <a:spcPct val="114000"/>
              </a:lnSpc>
              <a:spcBef>
                <a:spcPts val="1000"/>
              </a:spcBef>
              <a:spcAft>
                <a:spcPts val="0"/>
              </a:spcAft>
              <a:buFont typeface="Arial" panose="020B0604020202020204" pitchFamily="34" charset="0"/>
              <a:buNone/>
              <a:defRPr lang="en-US" sz="1100" b="0" kern="1200" spc="0" baseline="0">
                <a:solidFill>
                  <a:srgbClr val="175252"/>
                </a:solidFill>
                <a:latin typeface="+mn-lt"/>
                <a:ea typeface="+mn-ea"/>
                <a:cs typeface="+mn-cs"/>
              </a:defRPr>
            </a:lvl2pPr>
            <a:lvl3pPr marL="0" indent="0" algn="l" defTabSz="914400" rtl="0" eaLnBrk="1" latinLnBrk="0" hangingPunct="1">
              <a:lnSpc>
                <a:spcPct val="125000"/>
              </a:lnSpc>
              <a:spcBef>
                <a:spcPts val="0"/>
              </a:spcBef>
              <a:spcAft>
                <a:spcPts val="500"/>
              </a:spcAft>
              <a:buFont typeface="Arial" panose="020B0604020202020204" pitchFamily="34" charset="0"/>
              <a:buNone/>
              <a:defRPr sz="1200" kern="1200" spc="0">
                <a:solidFill>
                  <a:srgbClr val="175252"/>
                </a:solidFill>
                <a:latin typeface="+mn-lt"/>
                <a:ea typeface="+mn-ea"/>
                <a:cs typeface="+mn-cs"/>
              </a:defRPr>
            </a:lvl3pPr>
            <a:lvl4pPr marL="0" indent="0" algn="l" defTabSz="914400" rtl="0" eaLnBrk="1" latinLnBrk="0" hangingPunct="1">
              <a:lnSpc>
                <a:spcPct val="114000"/>
              </a:lnSpc>
              <a:spcBef>
                <a:spcPts val="750"/>
              </a:spcBef>
              <a:spcAft>
                <a:spcPts val="0"/>
              </a:spcAft>
              <a:buFont typeface="Arial" panose="020B0604020202020204" pitchFamily="34" charset="0"/>
              <a:buNone/>
              <a:defRPr sz="900" kern="1200" spc="0" baseline="0">
                <a:solidFill>
                  <a:schemeClr val="tx1"/>
                </a:solidFill>
                <a:latin typeface="+mn-lt"/>
                <a:ea typeface="+mn-ea"/>
                <a:cs typeface="+mn-cs"/>
              </a:defRPr>
            </a:lvl4pPr>
            <a:lvl5pPr marL="0" indent="0" algn="l" defTabSz="914400" rtl="0" eaLnBrk="1" latinLnBrk="0" hangingPunct="1">
              <a:lnSpc>
                <a:spcPct val="133000"/>
              </a:lnSpc>
              <a:spcBef>
                <a:spcPts val="0"/>
              </a:spcBef>
              <a:spcAft>
                <a:spcPts val="250"/>
              </a:spcAft>
              <a:buFont typeface="Arial" panose="020B0604020202020204" pitchFamily="34" charset="0"/>
              <a:buNone/>
              <a:defRPr sz="900" kern="1200" spc="0">
                <a:solidFill>
                  <a:srgbClr val="64646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nSpc>
                <a:spcPct val="100000"/>
              </a:lnSpc>
              <a:buFont typeface="Arial" panose="020B0604020202020204" pitchFamily="34" charset="0"/>
              <a:buChar char="•"/>
            </a:pPr>
            <a:r>
              <a:rPr lang="en-US" err="1">
                <a:solidFill>
                  <a:schemeClr val="tx1"/>
                </a:solidFill>
              </a:rPr>
              <a:t>Amangati</a:t>
            </a:r>
            <a:r>
              <a:rPr lang="en-US">
                <a:solidFill>
                  <a:schemeClr val="tx1"/>
                </a:solidFill>
              </a:rPr>
              <a:t> completed its float out at the T. Mariotti shipyard ahead of its scheduled 2027 debut</a:t>
            </a:r>
            <a:r>
              <a:rPr lang="en-US" i="1">
                <a:solidFill>
                  <a:schemeClr val="tx1"/>
                </a:solidFill>
              </a:rPr>
              <a:t> (</a:t>
            </a:r>
            <a:r>
              <a:rPr lang="en-US" i="1" u="sng">
                <a:solidFill>
                  <a:schemeClr val="tx1"/>
                </a:solidFill>
                <a:hlinkClick r:id="rId18">
                  <a:extLst>
                    <a:ext uri="{A12FA001-AC4F-418D-AE19-62706E023703}">
                      <ahyp:hlinkClr xmlns:ahyp="http://schemas.microsoft.com/office/drawing/2018/hyperlinkcolor" val="tx"/>
                    </a:ext>
                  </a:extLst>
                </a:hlinkClick>
              </a:rPr>
              <a:t>Travel Daily Media</a:t>
            </a:r>
            <a:r>
              <a:rPr lang="en-US" i="1">
                <a:solidFill>
                  <a:schemeClr val="tx1"/>
                </a:solidFill>
              </a:rPr>
              <a:t>, </a:t>
            </a:r>
            <a:r>
              <a:rPr lang="en-US" i="1" u="sng">
                <a:solidFill>
                  <a:schemeClr val="tx1"/>
                </a:solidFill>
                <a:hlinkClick r:id="rId19">
                  <a:extLst>
                    <a:ext uri="{A12FA001-AC4F-418D-AE19-62706E023703}">
                      <ahyp:hlinkClr xmlns:ahyp="http://schemas.microsoft.com/office/drawing/2018/hyperlinkcolor" val="tx"/>
                    </a:ext>
                  </a:extLst>
                </a:hlinkClick>
              </a:rPr>
              <a:t>LATTE</a:t>
            </a:r>
            <a:r>
              <a:rPr lang="en-US" i="1">
                <a:solidFill>
                  <a:schemeClr val="tx1"/>
                </a:solidFill>
              </a:rPr>
              <a:t>, </a:t>
            </a:r>
            <a:r>
              <a:rPr lang="en-US" i="1" u="sng">
                <a:solidFill>
                  <a:schemeClr val="tx1"/>
                </a:solidFill>
                <a:hlinkClick r:id="rId20">
                  <a:extLst>
                    <a:ext uri="{A12FA001-AC4F-418D-AE19-62706E023703}">
                      <ahyp:hlinkClr xmlns:ahyp="http://schemas.microsoft.com/office/drawing/2018/hyperlinkcolor" val="tx"/>
                    </a:ext>
                  </a:extLst>
                </a:hlinkClick>
              </a:rPr>
              <a:t>TTR Weekly</a:t>
            </a:r>
            <a:r>
              <a:rPr lang="en-US" i="1">
                <a:solidFill>
                  <a:schemeClr val="tx1"/>
                </a:solidFill>
              </a:rPr>
              <a:t>, </a:t>
            </a:r>
            <a:r>
              <a:rPr lang="en-US" i="1" u="sng">
                <a:solidFill>
                  <a:schemeClr val="tx1"/>
                </a:solidFill>
                <a:hlinkClick r:id="rId21">
                  <a:extLst>
                    <a:ext uri="{A12FA001-AC4F-418D-AE19-62706E023703}">
                      <ahyp:hlinkClr xmlns:ahyp="http://schemas.microsoft.com/office/drawing/2018/hyperlinkcolor" val="tx"/>
                    </a:ext>
                  </a:extLst>
                </a:hlinkClick>
              </a:rPr>
              <a:t>Cruise Monitor</a:t>
            </a:r>
            <a:r>
              <a:rPr lang="en-US" i="1">
                <a:solidFill>
                  <a:schemeClr val="tx1"/>
                </a:solidFill>
              </a:rPr>
              <a:t>, </a:t>
            </a:r>
            <a:r>
              <a:rPr lang="en-US" i="1" u="sng">
                <a:solidFill>
                  <a:schemeClr val="tx1"/>
                </a:solidFill>
                <a:hlinkClick r:id="rId22">
                  <a:extLst>
                    <a:ext uri="{A12FA001-AC4F-418D-AE19-62706E023703}">
                      <ahyp:hlinkClr xmlns:ahyp="http://schemas.microsoft.com/office/drawing/2018/hyperlinkcolor" val="tx"/>
                    </a:ext>
                  </a:extLst>
                </a:hlinkClick>
              </a:rPr>
              <a:t>Weibo</a:t>
            </a:r>
            <a:r>
              <a:rPr lang="en-US" i="1">
                <a:solidFill>
                  <a:schemeClr val="tx1"/>
                </a:solidFill>
              </a:rPr>
              <a:t>, </a:t>
            </a:r>
            <a:r>
              <a:rPr lang="en-US" i="1" u="sng">
                <a:solidFill>
                  <a:schemeClr val="tx1"/>
                </a:solidFill>
                <a:hlinkClick r:id="rId23">
                  <a:extLst>
                    <a:ext uri="{A12FA001-AC4F-418D-AE19-62706E023703}">
                      <ahyp:hlinkClr xmlns:ahyp="http://schemas.microsoft.com/office/drawing/2018/hyperlinkcolor" val="tx"/>
                    </a:ext>
                  </a:extLst>
                </a:hlinkClick>
              </a:rPr>
              <a:t>WeChat</a:t>
            </a:r>
            <a:r>
              <a:rPr lang="en-US" i="1">
                <a:solidFill>
                  <a:schemeClr val="tx1"/>
                </a:solidFill>
              </a:rPr>
              <a:t>).</a:t>
            </a:r>
          </a:p>
          <a:p>
            <a:pPr marL="171450" indent="-171450">
              <a:lnSpc>
                <a:spcPct val="100000"/>
              </a:lnSpc>
              <a:buFont typeface="Arial" panose="020B0604020202020204" pitchFamily="34" charset="0"/>
              <a:buChar char="•"/>
            </a:pPr>
            <a:r>
              <a:rPr lang="en-US" err="1">
                <a:solidFill>
                  <a:schemeClr val="tx1"/>
                </a:solidFill>
                <a:cs typeface="Arial"/>
              </a:rPr>
              <a:t>Amangati</a:t>
            </a:r>
            <a:r>
              <a:rPr lang="en-US">
                <a:solidFill>
                  <a:schemeClr val="tx1"/>
                </a:solidFill>
                <a:cs typeface="Arial"/>
              </a:rPr>
              <a:t> unveiled its inaugural Caribbean season, with sailings across the Leeward Islands, Windward Islands, and Dutch Caribbean starting in late 2027 </a:t>
            </a:r>
            <a:r>
              <a:rPr lang="en-US" i="1">
                <a:solidFill>
                  <a:schemeClr val="tx1"/>
                </a:solidFill>
              </a:rPr>
              <a:t>(</a:t>
            </a:r>
            <a:r>
              <a:rPr lang="en-US" i="1" u="sng">
                <a:solidFill>
                  <a:schemeClr val="tx1"/>
                </a:solidFill>
                <a:hlinkClick r:id="rId24">
                  <a:extLst>
                    <a:ext uri="{A12FA001-AC4F-418D-AE19-62706E023703}">
                      <ahyp:hlinkClr xmlns:ahyp="http://schemas.microsoft.com/office/drawing/2018/hyperlinkcolor" val="tx"/>
                    </a:ext>
                  </a:extLst>
                </a:hlinkClick>
              </a:rPr>
              <a:t>TTG Asia</a:t>
            </a:r>
            <a:r>
              <a:rPr lang="en-US" i="1">
                <a:solidFill>
                  <a:schemeClr val="tx1"/>
                </a:solidFill>
              </a:rPr>
              <a:t>, </a:t>
            </a:r>
            <a:r>
              <a:rPr lang="en-US" i="1" u="sng">
                <a:solidFill>
                  <a:schemeClr val="tx1"/>
                </a:solidFill>
                <a:hlinkClick r:id="rId25">
                  <a:extLst>
                    <a:ext uri="{A12FA001-AC4F-418D-AE19-62706E023703}">
                      <ahyp:hlinkClr xmlns:ahyp="http://schemas.microsoft.com/office/drawing/2018/hyperlinkcolor" val="tx"/>
                    </a:ext>
                  </a:extLst>
                </a:hlinkClick>
              </a:rPr>
              <a:t>Economic Daily News</a:t>
            </a:r>
            <a:r>
              <a:rPr lang="en-US" i="1">
                <a:solidFill>
                  <a:schemeClr val="tx1"/>
                </a:solidFill>
              </a:rPr>
              <a:t>, </a:t>
            </a:r>
            <a:r>
              <a:rPr lang="en-US" i="1" u="sng">
                <a:solidFill>
                  <a:schemeClr val="tx1"/>
                </a:solidFill>
                <a:hlinkClick r:id="rId26">
                  <a:extLst>
                    <a:ext uri="{A12FA001-AC4F-418D-AE19-62706E023703}">
                      <ahyp:hlinkClr xmlns:ahyp="http://schemas.microsoft.com/office/drawing/2018/hyperlinkcolor" val="tx"/>
                    </a:ext>
                  </a:extLst>
                </a:hlinkClick>
              </a:rPr>
              <a:t>WeChat</a:t>
            </a:r>
            <a:r>
              <a:rPr lang="en-US" i="1">
                <a:solidFill>
                  <a:schemeClr val="tx1"/>
                </a:solidFill>
              </a:rPr>
              <a:t>).</a:t>
            </a:r>
          </a:p>
          <a:p>
            <a:pPr marL="171450" indent="-171450">
              <a:lnSpc>
                <a:spcPct val="100000"/>
              </a:lnSpc>
              <a:buFont typeface="Arial" panose="020B0604020202020204" pitchFamily="34" charset="0"/>
              <a:buChar char="•"/>
            </a:pPr>
            <a:endParaRPr lang="en-US">
              <a:solidFill>
                <a:schemeClr val="tx1"/>
              </a:solidFill>
              <a:cs typeface="Arial"/>
            </a:endParaRPr>
          </a:p>
        </p:txBody>
      </p:sp>
      <p:graphicFrame>
        <p:nvGraphicFramePr>
          <p:cNvPr id="19" name="Graphic_7">
            <a:extLst>
              <a:ext uri="{FF2B5EF4-FFF2-40B4-BE49-F238E27FC236}">
                <a16:creationId xmlns:a16="http://schemas.microsoft.com/office/drawing/2014/main" id="{2E45CDC0-2412-BB9B-2040-28429AB4A4DB}"/>
              </a:ext>
            </a:extLst>
          </p:cNvPr>
          <p:cNvGraphicFramePr>
            <a:graphicFrameLocks noChangeAspect="1"/>
          </p:cNvGraphicFramePr>
          <p:nvPr>
            <p:extLst>
              <p:ext uri="{D42A27DB-BD31-4B8C-83A1-F6EECF244321}">
                <p14:modId xmlns:p14="http://schemas.microsoft.com/office/powerpoint/2010/main" val="2597145288"/>
              </p:ext>
            </p:extLst>
          </p:nvPr>
        </p:nvGraphicFramePr>
        <p:xfrm>
          <a:off x="8924035" y="755763"/>
          <a:ext cx="2743200" cy="2743200"/>
        </p:xfrm>
        <a:graphic>
          <a:graphicData uri="http://schemas.openxmlformats.org/drawingml/2006/chart">
            <c:chart xmlns:c="http://schemas.openxmlformats.org/drawingml/2006/chart" xmlns:r="http://schemas.openxmlformats.org/officeDocument/2006/relationships" r:id="rId27"/>
          </a:graphicData>
        </a:graphic>
      </p:graphicFrame>
      <p:graphicFrame>
        <p:nvGraphicFramePr>
          <p:cNvPr id="20" name="Graphic_8">
            <a:extLst>
              <a:ext uri="{FF2B5EF4-FFF2-40B4-BE49-F238E27FC236}">
                <a16:creationId xmlns:a16="http://schemas.microsoft.com/office/drawing/2014/main" id="{E97DDD1A-6B84-42E5-DC94-570E8A2AE190}"/>
              </a:ext>
            </a:extLst>
          </p:cNvPr>
          <p:cNvGraphicFramePr>
            <a:graphicFrameLocks noChangeAspect="1"/>
          </p:cNvGraphicFramePr>
          <p:nvPr>
            <p:extLst>
              <p:ext uri="{D42A27DB-BD31-4B8C-83A1-F6EECF244321}">
                <p14:modId xmlns:p14="http://schemas.microsoft.com/office/powerpoint/2010/main" val="1686042346"/>
              </p:ext>
            </p:extLst>
          </p:nvPr>
        </p:nvGraphicFramePr>
        <p:xfrm>
          <a:off x="8984995" y="3232263"/>
          <a:ext cx="2743200" cy="2743200"/>
        </p:xfrm>
        <a:graphic>
          <a:graphicData uri="http://schemas.openxmlformats.org/drawingml/2006/chart">
            <c:chart xmlns:c="http://schemas.openxmlformats.org/drawingml/2006/chart" xmlns:r="http://schemas.openxmlformats.org/officeDocument/2006/relationships" r:id="rId28"/>
          </a:graphicData>
        </a:graphic>
      </p:graphicFrame>
      <p:sp>
        <p:nvSpPr>
          <p:cNvPr id="25" name="TextBox 24">
            <a:extLst>
              <a:ext uri="{FF2B5EF4-FFF2-40B4-BE49-F238E27FC236}">
                <a16:creationId xmlns:a16="http://schemas.microsoft.com/office/drawing/2014/main" id="{957F6006-4962-077E-21BE-4804FB2B960D}"/>
              </a:ext>
            </a:extLst>
          </p:cNvPr>
          <p:cNvSpPr txBox="1"/>
          <p:nvPr/>
        </p:nvSpPr>
        <p:spPr>
          <a:xfrm>
            <a:off x="10025689" y="4561971"/>
            <a:ext cx="1125415" cy="307777"/>
          </a:xfrm>
          <a:prstGeom prst="rect">
            <a:avLst/>
          </a:prstGeom>
          <a:noFill/>
        </p:spPr>
        <p:txBody>
          <a:bodyPr wrap="square" rtlCol="0">
            <a:spAutoFit/>
          </a:bodyPr>
          <a:lstStyle/>
          <a:p>
            <a:r>
              <a:rPr lang="en-HK" sz="1400" dirty="0">
                <a:solidFill>
                  <a:schemeClr val="accent6"/>
                </a:solidFill>
                <a:latin typeface="Saol Display Light" panose="00000400000000000000"/>
              </a:rPr>
              <a:t>{{month}}</a:t>
            </a:r>
          </a:p>
        </p:txBody>
      </p:sp>
      <p:sp>
        <p:nvSpPr>
          <p:cNvPr id="15" name="Content Placeholder 8x7812">
            <a:extLst>
              <a:ext uri="{FF2B5EF4-FFF2-40B4-BE49-F238E27FC236}">
                <a16:creationId xmlns:a16="http://schemas.microsoft.com/office/drawing/2014/main" id="{4E8DE919-51E4-035B-A5FD-E29F65E486EC}"/>
              </a:ext>
            </a:extLst>
          </p:cNvPr>
          <p:cNvSpPr txBox="1">
            <a:spLocks/>
          </p:cNvSpPr>
          <p:nvPr/>
        </p:nvSpPr>
        <p:spPr>
          <a:xfrm>
            <a:off x="702135" y="6491397"/>
            <a:ext cx="10321245" cy="674031"/>
          </a:xfrm>
          <a:prstGeom prst="rect">
            <a:avLst/>
          </a:prstGeom>
        </p:spPr>
        <p:txBody>
          <a:bodyPr vert="horz" wrap="square" lIns="0" tIns="45720" rIns="91440" bIns="45720" rtlCol="0">
            <a:spAutoFit/>
          </a:bodyPr>
          <a:lstStyle>
            <a:lvl1pPr marL="0" indent="0" algn="l" defTabSz="914400" rtl="0" eaLnBrk="1" fontAlgn="base" latinLnBrk="0" hangingPunct="1">
              <a:lnSpc>
                <a:spcPct val="90000"/>
              </a:lnSpc>
              <a:spcBef>
                <a:spcPts val="1000"/>
              </a:spcBef>
              <a:buFont typeface="Arial" panose="020B0604020202020204" pitchFamily="34" charset="0"/>
              <a:buNone/>
              <a:defRPr lang="en-US" sz="1600" b="1" i="0" kern="1200" spc="0">
                <a:solidFill>
                  <a:schemeClr val="accent3"/>
                </a:solidFill>
                <a:latin typeface="Century Gothic" panose="020B0502020202020204" pitchFamily="34" charset="0"/>
                <a:ea typeface="+mn-ea"/>
                <a:cs typeface="Arial" panose="020B0604020202020204" pitchFamily="34" charset="0"/>
              </a:defRPr>
            </a:lvl1pPr>
            <a:lvl2pPr marL="0" indent="0" algn="l" defTabSz="914400" rtl="0" eaLnBrk="1" latinLnBrk="0" hangingPunct="1">
              <a:lnSpc>
                <a:spcPct val="114000"/>
              </a:lnSpc>
              <a:spcBef>
                <a:spcPts val="1000"/>
              </a:spcBef>
              <a:spcAft>
                <a:spcPts val="0"/>
              </a:spcAft>
              <a:buFont typeface="Arial" panose="020B0604020202020204" pitchFamily="34" charset="0"/>
              <a:buNone/>
              <a:defRPr lang="en-US" sz="1400" b="1" kern="1200" spc="0" baseline="0">
                <a:solidFill>
                  <a:schemeClr val="accent3"/>
                </a:solidFill>
                <a:latin typeface="Century Gothic" panose="020B0502020202020204" pitchFamily="34" charset="0"/>
                <a:ea typeface="+mn-ea"/>
                <a:cs typeface="+mn-cs"/>
              </a:defRPr>
            </a:lvl2pPr>
            <a:lvl3pPr marL="0" indent="0" algn="l" defTabSz="914400" rtl="0" eaLnBrk="1" latinLnBrk="0" hangingPunct="1">
              <a:lnSpc>
                <a:spcPct val="125000"/>
              </a:lnSpc>
              <a:spcBef>
                <a:spcPts val="0"/>
              </a:spcBef>
              <a:spcAft>
                <a:spcPts val="500"/>
              </a:spcAft>
              <a:buFont typeface="Arial" panose="020B0604020202020204" pitchFamily="34" charset="0"/>
              <a:buNone/>
              <a:defRPr sz="1200" kern="1200" spc="0">
                <a:solidFill>
                  <a:schemeClr val="accent3"/>
                </a:solidFill>
                <a:latin typeface="Century Gothic" panose="020B0502020202020204" pitchFamily="34" charset="0"/>
                <a:ea typeface="+mn-ea"/>
                <a:cs typeface="+mn-cs"/>
              </a:defRPr>
            </a:lvl3pPr>
            <a:lvl4pPr marL="0" indent="0" algn="l" defTabSz="914400" rtl="0" eaLnBrk="1" latinLnBrk="0" hangingPunct="1">
              <a:lnSpc>
                <a:spcPct val="114000"/>
              </a:lnSpc>
              <a:spcBef>
                <a:spcPts val="750"/>
              </a:spcBef>
              <a:spcAft>
                <a:spcPts val="0"/>
              </a:spcAft>
              <a:buFont typeface="Arial" panose="020B0604020202020204" pitchFamily="34" charset="0"/>
              <a:buNone/>
              <a:defRPr sz="900" kern="1200" spc="0" baseline="0">
                <a:solidFill>
                  <a:schemeClr val="accent3"/>
                </a:solidFill>
                <a:latin typeface="Verlag Light" pitchFamily="50" charset="0"/>
                <a:ea typeface="+mn-ea"/>
                <a:cs typeface="+mn-cs"/>
              </a:defRPr>
            </a:lvl4pPr>
            <a:lvl5pPr marL="0" indent="0" algn="l" defTabSz="914400" rtl="0" eaLnBrk="1" latinLnBrk="0" hangingPunct="1">
              <a:lnSpc>
                <a:spcPct val="133000"/>
              </a:lnSpc>
              <a:spcBef>
                <a:spcPts val="0"/>
              </a:spcBef>
              <a:spcAft>
                <a:spcPts val="250"/>
              </a:spcAft>
              <a:buFont typeface="Arial" panose="020B0604020202020204" pitchFamily="34" charset="0"/>
              <a:buNone/>
              <a:defRPr sz="900" kern="1200" spc="0">
                <a:solidFill>
                  <a:schemeClr val="accent3"/>
                </a:solidFill>
                <a:latin typeface="Verlag Light"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700" b="0" i="1">
                <a:solidFill>
                  <a:schemeClr val="accent1"/>
                </a:solidFill>
                <a:latin typeface="+mn-lt"/>
              </a:rPr>
              <a:t>Share of Voice by volume of coverage, positive only Share of Prominence is comprised of human-coded, positive and neutral results, based off targeted tier-1 media lists. Analysis is comprised of US, UK, UAE, Italy, Germany, France, India, Australia, Japan, Korea, Vietnam, and China.</a:t>
            </a:r>
            <a:r>
              <a:rPr lang="en-US" sz="700" b="0" i="1">
                <a:solidFill>
                  <a:schemeClr val="accent1"/>
                </a:solidFill>
              </a:rPr>
              <a:t> All SOP key drivers </a:t>
            </a:r>
            <a:r>
              <a:rPr lang="en-US" sz="700" b="0" i="1">
                <a:solidFill>
                  <a:schemeClr val="accent1"/>
                </a:solidFill>
                <a:latin typeface="+mn-lt"/>
              </a:rPr>
              <a:t>contain at least 2+ prominence factors  such as headline, lead, multiple-mention, exclusivity, visuals, and positive sentiment.</a:t>
            </a:r>
          </a:p>
          <a:p>
            <a:pPr>
              <a:spcBef>
                <a:spcPts val="0"/>
              </a:spcBef>
            </a:pPr>
            <a:r>
              <a:rPr lang="en-US" sz="700" b="0" i="1">
                <a:solidFill>
                  <a:schemeClr val="accent1"/>
                </a:solidFill>
                <a:latin typeface="+mn-lt"/>
              </a:rPr>
              <a:t>"China multichannel weights have been updated to reflect a 65 "social" and 35 "traditional" weighting scheme" - effective May 2026.</a:t>
            </a:r>
          </a:p>
          <a:p>
            <a:pPr>
              <a:spcBef>
                <a:spcPts val="0"/>
              </a:spcBef>
            </a:pPr>
            <a:endParaRPr lang="en-US" sz="700" b="0" i="1">
              <a:solidFill>
                <a:schemeClr val="accent1"/>
              </a:solidFill>
              <a:latin typeface="+mn-lt"/>
            </a:endParaRPr>
          </a:p>
          <a:p>
            <a:pPr>
              <a:spcBef>
                <a:spcPts val="0"/>
              </a:spcBef>
            </a:pPr>
            <a:endParaRPr lang="en-US" sz="700" b="0" i="1">
              <a:solidFill>
                <a:schemeClr val="accent1"/>
              </a:solidFill>
              <a:latin typeface="+mn-lt"/>
            </a:endParaRPr>
          </a:p>
          <a:p>
            <a:pPr>
              <a:spcBef>
                <a:spcPts val="0"/>
              </a:spcBef>
            </a:pPr>
            <a:r>
              <a:rPr lang="en-US" sz="700" b="0" i="1">
                <a:solidFill>
                  <a:schemeClr val="accent1"/>
                </a:solidFill>
                <a:latin typeface="+mn-lt"/>
              </a:rPr>
              <a:t> </a:t>
            </a:r>
          </a:p>
        </p:txBody>
      </p:sp>
    </p:spTree>
    <p:extLst>
      <p:ext uri="{BB962C8B-B14F-4D97-AF65-F5344CB8AC3E}">
        <p14:creationId xmlns:p14="http://schemas.microsoft.com/office/powerpoint/2010/main" val="38902165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E4102-F03F-42DC-8411-8F57B1B244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AEDA00-09A7-FAFA-F6F1-30654D46E4EB}"/>
              </a:ext>
            </a:extLst>
          </p:cNvPr>
          <p:cNvSpPr>
            <a:spLocks noGrp="1"/>
          </p:cNvSpPr>
          <p:nvPr>
            <p:ph type="title"/>
          </p:nvPr>
        </p:nvSpPr>
        <p:spPr>
          <a:xfrm>
            <a:off x="347471" y="2395728"/>
            <a:ext cx="8226257" cy="2286000"/>
          </a:xfrm>
        </p:spPr>
        <p:txBody>
          <a:bodyPr/>
          <a:lstStyle/>
          <a:p>
            <a:r>
              <a:rPr lang="en-US" sz="7200">
                <a:latin typeface="Saol Display Light"/>
              </a:rPr>
              <a:t>APPENDIX</a:t>
            </a:r>
          </a:p>
        </p:txBody>
      </p:sp>
      <p:sp>
        <p:nvSpPr>
          <p:cNvPr id="3" name="Text Placeholder 2">
            <a:extLst>
              <a:ext uri="{FF2B5EF4-FFF2-40B4-BE49-F238E27FC236}">
                <a16:creationId xmlns:a16="http://schemas.microsoft.com/office/drawing/2014/main" id="{5F28975D-931E-3B07-492B-5113B06C1C5A}"/>
              </a:ext>
            </a:extLst>
          </p:cNvPr>
          <p:cNvSpPr>
            <a:spLocks noGrp="1"/>
          </p:cNvSpPr>
          <p:nvPr>
            <p:ph type="body" sz="quarter" idx="22"/>
          </p:nvPr>
        </p:nvSpPr>
        <p:spPr/>
        <p:txBody>
          <a:bodyPr/>
          <a:lstStyle/>
          <a:p>
            <a:r>
              <a:rPr lang="en-US"/>
              <a:t>FOUR SEASONS HOTELS AND RESORTS</a:t>
            </a:r>
          </a:p>
        </p:txBody>
      </p:sp>
    </p:spTree>
    <p:extLst>
      <p:ext uri="{BB962C8B-B14F-4D97-AF65-F5344CB8AC3E}">
        <p14:creationId xmlns:p14="http://schemas.microsoft.com/office/powerpoint/2010/main" val="31656838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C0476-C40E-6474-12B2-27B36C41F84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1BC2687-15A0-9BD4-77DF-8CAD3BF0774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07F6D5-C405-3747-904C-8A4483F83D09}" type="slidenum">
              <a:rPr kumimoji="0" lang="en-US" sz="700" b="0" i="0" u="none" strike="noStrike" kern="1200" cap="none" spc="0" normalizeH="0" baseline="0" noProof="0" smtClean="0">
                <a:ln>
                  <a:noFill/>
                </a:ln>
                <a:solidFill>
                  <a:srgbClr val="3D441E"/>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700" b="0" i="0" u="none" strike="noStrike" kern="1200" cap="none" spc="0" normalizeH="0" baseline="0" noProof="0">
              <a:ln>
                <a:noFill/>
              </a:ln>
              <a:solidFill>
                <a:srgbClr val="3D441E"/>
              </a:solidFill>
              <a:effectLst/>
              <a:uLnTx/>
              <a:uFillTx/>
              <a:latin typeface="Arial" panose="020B0604020202020204" pitchFamily="34" charset="0"/>
              <a:cs typeface="Arial" panose="020B0604020202020204" pitchFamily="34" charset="0"/>
            </a:endParaRPr>
          </a:p>
        </p:txBody>
      </p:sp>
      <p:sp>
        <p:nvSpPr>
          <p:cNvPr id="4" name="Title 3">
            <a:extLst>
              <a:ext uri="{FF2B5EF4-FFF2-40B4-BE49-F238E27FC236}">
                <a16:creationId xmlns:a16="http://schemas.microsoft.com/office/drawing/2014/main" id="{F3D7C16E-A684-DD8A-F0A3-901E27E5CD27}"/>
              </a:ext>
            </a:extLst>
          </p:cNvPr>
          <p:cNvSpPr>
            <a:spLocks noGrp="1"/>
          </p:cNvSpPr>
          <p:nvPr>
            <p:ph type="title"/>
          </p:nvPr>
        </p:nvSpPr>
        <p:spPr/>
        <p:txBody>
          <a:bodyPr/>
          <a:lstStyle/>
          <a:p>
            <a:r>
              <a:rPr lang="en-US">
                <a:latin typeface="Saol Display light" panose="00000400000000000000"/>
              </a:rPr>
              <a:t>LOB % CONTRIBUTION</a:t>
            </a:r>
            <a:endParaRPr lang="en-US" i="1"/>
          </a:p>
        </p:txBody>
      </p:sp>
      <p:sp>
        <p:nvSpPr>
          <p:cNvPr id="6" name="Text Placeholder 5">
            <a:extLst>
              <a:ext uri="{FF2B5EF4-FFF2-40B4-BE49-F238E27FC236}">
                <a16:creationId xmlns:a16="http://schemas.microsoft.com/office/drawing/2014/main" id="{C7343973-7417-49E8-FE26-804CCB6B2CA7}"/>
              </a:ext>
            </a:extLst>
          </p:cNvPr>
          <p:cNvSpPr>
            <a:spLocks noGrp="1"/>
          </p:cNvSpPr>
          <p:nvPr>
            <p:ph type="body" sz="quarter" idx="24"/>
          </p:nvPr>
        </p:nvSpPr>
        <p:spPr/>
        <p:txBody>
          <a:bodyPr/>
          <a:lstStyle/>
          <a:p>
            <a:r>
              <a:rPr lang="en-US"/>
              <a:t>FOUR SEASONS HOTELS AND RESORTS</a:t>
            </a:r>
          </a:p>
        </p:txBody>
      </p:sp>
      <p:sp>
        <p:nvSpPr>
          <p:cNvPr id="2" name="Text Placeholder 1">
            <a:extLst>
              <a:ext uri="{FF2B5EF4-FFF2-40B4-BE49-F238E27FC236}">
                <a16:creationId xmlns:a16="http://schemas.microsoft.com/office/drawing/2014/main" id="{EF2D5849-8084-F3FB-9C26-4C199ACA1FB0}"/>
              </a:ext>
            </a:extLst>
          </p:cNvPr>
          <p:cNvSpPr>
            <a:spLocks noGrp="1"/>
          </p:cNvSpPr>
          <p:nvPr>
            <p:ph type="body" sz="quarter" idx="26"/>
          </p:nvPr>
        </p:nvSpPr>
        <p:spPr>
          <a:xfrm>
            <a:off x="348299" y="1035119"/>
            <a:ext cx="11164824" cy="391908"/>
          </a:xfrm>
        </p:spPr>
        <p:txBody>
          <a:bodyPr/>
          <a:lstStyle/>
          <a:p>
            <a:r>
              <a:rPr lang="en-US" sz="1200">
                <a:solidFill>
                  <a:srgbClr val="3D441E"/>
                </a:solidFill>
              </a:rPr>
              <a:t>YTD JULY 2026</a:t>
            </a:r>
          </a:p>
        </p:txBody>
      </p:sp>
      <p:graphicFrame>
        <p:nvGraphicFramePr>
          <p:cNvPr id="15" name="Table 14">
            <a:extLst>
              <a:ext uri="{FF2B5EF4-FFF2-40B4-BE49-F238E27FC236}">
                <a16:creationId xmlns:a16="http://schemas.microsoft.com/office/drawing/2014/main" id="{A3A28948-131B-1248-53EF-2AFBEB00F47F}"/>
              </a:ext>
            </a:extLst>
          </p:cNvPr>
          <p:cNvGraphicFramePr>
            <a:graphicFrameLocks noGrp="1"/>
          </p:cNvGraphicFramePr>
          <p:nvPr/>
        </p:nvGraphicFramePr>
        <p:xfrm>
          <a:off x="1644642" y="1427027"/>
          <a:ext cx="9636760" cy="4798787"/>
        </p:xfrm>
        <a:graphic>
          <a:graphicData uri="http://schemas.openxmlformats.org/drawingml/2006/table">
            <a:tbl>
              <a:tblPr firstRow="1" bandRow="1">
                <a:tableStyleId>{5C22544A-7EE6-4342-B048-85BDC9FD1C3A}</a:tableStyleId>
              </a:tblPr>
              <a:tblGrid>
                <a:gridCol w="4818380">
                  <a:extLst>
                    <a:ext uri="{9D8B030D-6E8A-4147-A177-3AD203B41FA5}">
                      <a16:colId xmlns:a16="http://schemas.microsoft.com/office/drawing/2014/main" val="4284974963"/>
                    </a:ext>
                  </a:extLst>
                </a:gridCol>
                <a:gridCol w="4818380">
                  <a:extLst>
                    <a:ext uri="{9D8B030D-6E8A-4147-A177-3AD203B41FA5}">
                      <a16:colId xmlns:a16="http://schemas.microsoft.com/office/drawing/2014/main" val="1908775568"/>
                    </a:ext>
                  </a:extLst>
                </a:gridCol>
              </a:tblGrid>
              <a:tr h="2421347">
                <a:tc>
                  <a:txBody>
                    <a:bodyPr/>
                    <a:lstStyle/>
                    <a:p>
                      <a:pPr marL="0" marR="0" lvl="0" indent="0" algn="r" defTabSz="914400" rtl="0" eaLnBrk="1" fontAlgn="auto" latinLnBrk="0" hangingPunct="1">
                        <a:lnSpc>
                          <a:spcPct val="100000"/>
                        </a:lnSpc>
                        <a:spcBef>
                          <a:spcPts val="600"/>
                        </a:spcBef>
                        <a:spcAft>
                          <a:spcPts val="0"/>
                        </a:spcAft>
                        <a:buClrTx/>
                        <a:buSzTx/>
                        <a:buFontTx/>
                        <a:buNone/>
                        <a:tabLst/>
                        <a:defRPr/>
                      </a:pPr>
                      <a:r>
                        <a:rPr lang="en-US" sz="1200" b="0" i="0" kern="1200">
                          <a:solidFill>
                            <a:schemeClr val="accent1"/>
                          </a:solidFill>
                          <a:latin typeface="+mj-lt"/>
                          <a:ea typeface="+mn-ea"/>
                          <a:cs typeface="+mn-cs"/>
                        </a:rPr>
                        <a:t>LOB % of SOV</a:t>
                      </a:r>
                      <a:br>
                        <a:rPr lang="en-US" sz="1200" b="0" i="0" kern="1200">
                          <a:solidFill>
                            <a:srgbClr val="175252"/>
                          </a:solidFill>
                          <a:latin typeface="+mj-lt"/>
                          <a:ea typeface="+mn-ea"/>
                          <a:cs typeface="+mn-cs"/>
                        </a:rPr>
                      </a:br>
                      <a:r>
                        <a:rPr lang="en-US" sz="1200" b="0" i="0" kern="1200">
                          <a:solidFill>
                            <a:schemeClr val="accent1"/>
                          </a:solidFill>
                          <a:latin typeface="+mj-lt"/>
                          <a:ea typeface="+mn-ea"/>
                          <a:cs typeface="+mn-cs"/>
                        </a:rPr>
                        <a:t>July</a:t>
                      </a:r>
                    </a:p>
                    <a:p>
                      <a:pPr algn="r">
                        <a:spcBef>
                          <a:spcPts val="600"/>
                        </a:spcBef>
                      </a:pPr>
                      <a:endParaRPr lang="en-US" sz="1200" b="0" i="1">
                        <a:solidFill>
                          <a:schemeClr val="accent1"/>
                        </a:solidFill>
                        <a:latin typeface="+mj-lt"/>
                      </a:endParaRPr>
                    </a:p>
                  </a:txBody>
                  <a:tcPr marR="182880">
                    <a:lnL w="6350" cap="flat" cmpd="sng" algn="ctr">
                      <a:no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spcBef>
                          <a:spcPts val="600"/>
                        </a:spcBef>
                      </a:pPr>
                      <a:r>
                        <a:rPr lang="en-US" sz="1200" b="0" i="0">
                          <a:solidFill>
                            <a:schemeClr val="accent1"/>
                          </a:solidFill>
                          <a:latin typeface="+mj-lt"/>
                        </a:rPr>
                        <a:t>LOB % of SOV</a:t>
                      </a:r>
                      <a:br>
                        <a:rPr lang="en-US" sz="1200" b="0" i="0">
                          <a:solidFill>
                            <a:srgbClr val="175252"/>
                          </a:solidFill>
                          <a:latin typeface="+mj-lt"/>
                        </a:rPr>
                      </a:br>
                      <a:r>
                        <a:rPr lang="en-US" sz="1200" b="0" i="0">
                          <a:solidFill>
                            <a:schemeClr val="accent1"/>
                          </a:solidFill>
                          <a:latin typeface="+mj-lt"/>
                        </a:rPr>
                        <a:t>YTD</a:t>
                      </a:r>
                      <a:endParaRPr lang="en-US" sz="1200" b="0" i="1">
                        <a:solidFill>
                          <a:schemeClr val="accent1"/>
                        </a:solidFill>
                        <a:latin typeface="+mj-lt"/>
                      </a:endParaRPr>
                    </a:p>
                  </a:txBody>
                  <a:tcPr marR="182880">
                    <a:lnL w="6350" cap="flat" cmpd="sng" algn="ctr">
                      <a:solidFill>
                        <a:schemeClr val="tx1">
                          <a:lumMod val="25000"/>
                          <a:lumOff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lumMod val="25000"/>
                          <a:lumOff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70252056"/>
                  </a:ext>
                </a:extLst>
              </a:tr>
              <a:tr h="2377440">
                <a:tc>
                  <a:txBody>
                    <a:bodyPr/>
                    <a:lstStyle/>
                    <a:p>
                      <a:pPr marL="0" marR="0" lvl="0" indent="0" algn="r" defTabSz="914400" rtl="0" eaLnBrk="1" fontAlgn="auto" latinLnBrk="0" hangingPunct="1">
                        <a:lnSpc>
                          <a:spcPct val="100000"/>
                        </a:lnSpc>
                        <a:spcBef>
                          <a:spcPts val="600"/>
                        </a:spcBef>
                        <a:spcAft>
                          <a:spcPts val="0"/>
                        </a:spcAft>
                        <a:buClrTx/>
                        <a:buSzTx/>
                        <a:buFontTx/>
                        <a:buNone/>
                        <a:tabLst/>
                        <a:defRPr/>
                      </a:pPr>
                      <a:r>
                        <a:rPr lang="en-US" sz="1200" b="0" i="0" kern="1200">
                          <a:solidFill>
                            <a:schemeClr val="accent1"/>
                          </a:solidFill>
                          <a:latin typeface="+mj-lt"/>
                          <a:ea typeface="+mn-ea"/>
                          <a:cs typeface="+mn-cs"/>
                        </a:rPr>
                        <a:t>LOB % of SOP</a:t>
                      </a:r>
                      <a:br>
                        <a:rPr lang="en-US" sz="1200" b="0" i="0" kern="1200">
                          <a:solidFill>
                            <a:srgbClr val="175252"/>
                          </a:solidFill>
                          <a:latin typeface="+mj-lt"/>
                          <a:ea typeface="+mn-ea"/>
                          <a:cs typeface="+mn-cs"/>
                        </a:rPr>
                      </a:br>
                      <a:r>
                        <a:rPr lang="en-US" sz="1200" b="0" i="0" kern="1200">
                          <a:solidFill>
                            <a:schemeClr val="accent1"/>
                          </a:solidFill>
                          <a:latin typeface="+mj-lt"/>
                          <a:ea typeface="+mn-ea"/>
                          <a:cs typeface="+mn-cs"/>
                        </a:rPr>
                        <a:t>July</a:t>
                      </a:r>
                    </a:p>
                    <a:p>
                      <a:pPr algn="r">
                        <a:spcBef>
                          <a:spcPts val="600"/>
                        </a:spcBef>
                      </a:pPr>
                      <a:endParaRPr lang="en-US" sz="1200" b="0" i="1">
                        <a:solidFill>
                          <a:schemeClr val="accent1"/>
                        </a:solidFill>
                        <a:latin typeface="+mj-lt"/>
                      </a:endParaRPr>
                    </a:p>
                  </a:txBody>
                  <a:tcPr marR="182880">
                    <a:lnL w="6350" cap="flat" cmpd="sng" algn="ctr">
                      <a:noFill/>
                      <a:prstDash val="solid"/>
                      <a:round/>
                      <a:headEnd type="none" w="med" len="med"/>
                      <a:tailEnd type="none" w="med" len="med"/>
                    </a:lnL>
                    <a:lnR w="6350" cap="flat" cmpd="sng" algn="ctr">
                      <a:solidFill>
                        <a:schemeClr val="tx1">
                          <a:lumMod val="25000"/>
                          <a:lumOff val="75000"/>
                        </a:schemeClr>
                      </a:solid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spcBef>
                          <a:spcPts val="600"/>
                        </a:spcBef>
                      </a:pPr>
                      <a:r>
                        <a:rPr lang="en-US" sz="1200" b="0" i="0" kern="1200">
                          <a:solidFill>
                            <a:schemeClr val="accent1"/>
                          </a:solidFill>
                          <a:latin typeface="+mj-lt"/>
                          <a:ea typeface="+mn-ea"/>
                          <a:cs typeface="+mn-cs"/>
                        </a:rPr>
                        <a:t>LOB % of SOP</a:t>
                      </a:r>
                      <a:br>
                        <a:rPr lang="en-US" sz="1200" b="0" i="0" kern="1200">
                          <a:solidFill>
                            <a:srgbClr val="175252"/>
                          </a:solidFill>
                          <a:latin typeface="+mj-lt"/>
                          <a:ea typeface="+mn-ea"/>
                          <a:cs typeface="+mn-cs"/>
                        </a:rPr>
                      </a:br>
                      <a:r>
                        <a:rPr lang="en-US" sz="1200" b="0" i="0" kern="1200">
                          <a:solidFill>
                            <a:schemeClr val="accent1"/>
                          </a:solidFill>
                          <a:latin typeface="+mj-lt"/>
                          <a:ea typeface="+mn-ea"/>
                          <a:cs typeface="+mn-cs"/>
                        </a:rPr>
                        <a:t>YTD</a:t>
                      </a:r>
                      <a:endParaRPr lang="en-US" sz="1000" b="0" i="1">
                        <a:solidFill>
                          <a:schemeClr val="accent1"/>
                        </a:solidFill>
                        <a:latin typeface="+mj-lt"/>
                      </a:endParaRPr>
                    </a:p>
                  </a:txBody>
                  <a:tcPr marR="182880">
                    <a:lnL w="6350" cap="flat" cmpd="sng" algn="ctr">
                      <a:solidFill>
                        <a:schemeClr val="tx1">
                          <a:lumMod val="25000"/>
                          <a:lumOff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25000"/>
                          <a:lumOff val="75000"/>
                        </a:schemeClr>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0759130"/>
                  </a:ext>
                </a:extLst>
              </a:tr>
            </a:tbl>
          </a:graphicData>
        </a:graphic>
      </p:graphicFrame>
      <p:sp>
        <p:nvSpPr>
          <p:cNvPr id="16" name="Title 8x9506">
            <a:extLst>
              <a:ext uri="{FF2B5EF4-FFF2-40B4-BE49-F238E27FC236}">
                <a16:creationId xmlns:a16="http://schemas.microsoft.com/office/drawing/2014/main" id="{F410968C-0C82-0932-F3F6-088D88E38BB0}"/>
              </a:ext>
            </a:extLst>
          </p:cNvPr>
          <p:cNvSpPr txBox="1">
            <a:spLocks/>
          </p:cNvSpPr>
          <p:nvPr/>
        </p:nvSpPr>
        <p:spPr>
          <a:xfrm>
            <a:off x="117425" y="1509757"/>
            <a:ext cx="1280160"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b="0" i="0" kern="1200" spc="0" baseline="0">
                <a:solidFill>
                  <a:schemeClr val="accent1"/>
                </a:solidFill>
                <a:latin typeface="+mj-lt"/>
                <a:ea typeface="Baskerville" panose="02020502070401020303" pitchFamily="18" charset="0"/>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400" b="1" i="0" u="none" strike="noStrike" kern="1200" cap="none" spc="0" normalizeH="0" baseline="0" noProof="0">
                <a:ln>
                  <a:noFill/>
                </a:ln>
                <a:solidFill>
                  <a:srgbClr val="3D441E"/>
                </a:solidFill>
                <a:effectLst/>
                <a:uLnTx/>
                <a:uFillTx/>
                <a:latin typeface="Helvetica Neue"/>
                <a:cs typeface="+mj-cs"/>
              </a:rPr>
              <a:t>SHARE OF VOICE</a:t>
            </a:r>
          </a:p>
        </p:txBody>
      </p:sp>
      <p:sp>
        <p:nvSpPr>
          <p:cNvPr id="17" name="Title 8x6340">
            <a:extLst>
              <a:ext uri="{FF2B5EF4-FFF2-40B4-BE49-F238E27FC236}">
                <a16:creationId xmlns:a16="http://schemas.microsoft.com/office/drawing/2014/main" id="{8464529B-314A-7EF1-3504-95C8EA905E24}"/>
              </a:ext>
            </a:extLst>
          </p:cNvPr>
          <p:cNvSpPr txBox="1">
            <a:spLocks/>
          </p:cNvSpPr>
          <p:nvPr/>
        </p:nvSpPr>
        <p:spPr>
          <a:xfrm>
            <a:off x="117425" y="4068750"/>
            <a:ext cx="1280160"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b="0" i="0" kern="1200" spc="0" baseline="0">
                <a:solidFill>
                  <a:schemeClr val="accent1"/>
                </a:solidFill>
                <a:latin typeface="+mj-lt"/>
                <a:ea typeface="Baskerville" panose="02020502070401020303" pitchFamily="18" charset="0"/>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400" b="1" i="0" u="none" strike="noStrike" kern="1200" cap="none" spc="0" normalizeH="0" baseline="0" noProof="0">
                <a:ln>
                  <a:noFill/>
                </a:ln>
                <a:solidFill>
                  <a:srgbClr val="3D441E"/>
                </a:solidFill>
                <a:effectLst/>
                <a:uLnTx/>
                <a:uFillTx/>
                <a:latin typeface="Helvetica Neue"/>
                <a:cs typeface="+mj-cs"/>
              </a:rPr>
              <a:t>SHARE OF PROMINENCE</a:t>
            </a:r>
          </a:p>
        </p:txBody>
      </p:sp>
      <p:sp>
        <p:nvSpPr>
          <p:cNvPr id="10" name="Content Placeholder 8">
            <a:extLst>
              <a:ext uri="{FF2B5EF4-FFF2-40B4-BE49-F238E27FC236}">
                <a16:creationId xmlns:a16="http://schemas.microsoft.com/office/drawing/2014/main" id="{DA0E8BFF-AE2F-B187-BE28-478E448F25C5}"/>
              </a:ext>
            </a:extLst>
          </p:cNvPr>
          <p:cNvSpPr txBox="1">
            <a:spLocks/>
          </p:cNvSpPr>
          <p:nvPr/>
        </p:nvSpPr>
        <p:spPr>
          <a:xfrm>
            <a:off x="334509" y="6335245"/>
            <a:ext cx="10883900" cy="313932"/>
          </a:xfrm>
          <a:prstGeom prst="rect">
            <a:avLst/>
          </a:prstGeom>
        </p:spPr>
        <p:txBody>
          <a:bodyPr vert="horz" wrap="square" lIns="0" tIns="45720" rIns="91440" bIns="45720" rtlCol="0">
            <a:spAutoFit/>
          </a:bodyPr>
          <a:lstStyle>
            <a:lvl1pPr marL="0" indent="0" algn="l" defTabSz="914400" rtl="0" eaLnBrk="1" fontAlgn="base" latinLnBrk="0" hangingPunct="1">
              <a:lnSpc>
                <a:spcPct val="90000"/>
              </a:lnSpc>
              <a:spcBef>
                <a:spcPts val="1000"/>
              </a:spcBef>
              <a:buFont typeface="Arial" panose="020B0604020202020204" pitchFamily="34" charset="0"/>
              <a:buNone/>
              <a:defRPr lang="en-US" sz="1600" b="1" i="0" kern="1200" spc="0">
                <a:solidFill>
                  <a:schemeClr val="accent3"/>
                </a:solidFill>
                <a:latin typeface="Century Gothic" panose="020B0502020202020204" pitchFamily="34" charset="0"/>
                <a:ea typeface="+mn-ea"/>
                <a:cs typeface="Arial" panose="020B0604020202020204" pitchFamily="34" charset="0"/>
              </a:defRPr>
            </a:lvl1pPr>
            <a:lvl2pPr marL="0" indent="0" algn="l" defTabSz="914400" rtl="0" eaLnBrk="1" latinLnBrk="0" hangingPunct="1">
              <a:lnSpc>
                <a:spcPct val="114000"/>
              </a:lnSpc>
              <a:spcBef>
                <a:spcPts val="1000"/>
              </a:spcBef>
              <a:spcAft>
                <a:spcPts val="0"/>
              </a:spcAft>
              <a:buFont typeface="Arial" panose="020B0604020202020204" pitchFamily="34" charset="0"/>
              <a:buNone/>
              <a:defRPr lang="en-US" sz="1400" b="1" kern="1200" spc="0" baseline="0">
                <a:solidFill>
                  <a:schemeClr val="accent3"/>
                </a:solidFill>
                <a:latin typeface="Century Gothic" panose="020B0502020202020204" pitchFamily="34" charset="0"/>
                <a:ea typeface="+mn-ea"/>
                <a:cs typeface="+mn-cs"/>
              </a:defRPr>
            </a:lvl2pPr>
            <a:lvl3pPr marL="0" indent="0" algn="l" defTabSz="914400" rtl="0" eaLnBrk="1" latinLnBrk="0" hangingPunct="1">
              <a:lnSpc>
                <a:spcPct val="125000"/>
              </a:lnSpc>
              <a:spcBef>
                <a:spcPts val="0"/>
              </a:spcBef>
              <a:spcAft>
                <a:spcPts val="500"/>
              </a:spcAft>
              <a:buFont typeface="Arial" panose="020B0604020202020204" pitchFamily="34" charset="0"/>
              <a:buNone/>
              <a:defRPr sz="1200" kern="1200" spc="0">
                <a:solidFill>
                  <a:schemeClr val="accent3"/>
                </a:solidFill>
                <a:latin typeface="Century Gothic" panose="020B0502020202020204" pitchFamily="34" charset="0"/>
                <a:ea typeface="+mn-ea"/>
                <a:cs typeface="+mn-cs"/>
              </a:defRPr>
            </a:lvl3pPr>
            <a:lvl4pPr marL="0" indent="0" algn="l" defTabSz="914400" rtl="0" eaLnBrk="1" latinLnBrk="0" hangingPunct="1">
              <a:lnSpc>
                <a:spcPct val="114000"/>
              </a:lnSpc>
              <a:spcBef>
                <a:spcPts val="750"/>
              </a:spcBef>
              <a:spcAft>
                <a:spcPts val="0"/>
              </a:spcAft>
              <a:buFont typeface="Arial" panose="020B0604020202020204" pitchFamily="34" charset="0"/>
              <a:buNone/>
              <a:defRPr sz="900" kern="1200" spc="0" baseline="0">
                <a:solidFill>
                  <a:schemeClr val="accent3"/>
                </a:solidFill>
                <a:latin typeface="Verlag Light" pitchFamily="50" charset="0"/>
                <a:ea typeface="+mn-ea"/>
                <a:cs typeface="+mn-cs"/>
              </a:defRPr>
            </a:lvl4pPr>
            <a:lvl5pPr marL="0" indent="0" algn="l" defTabSz="914400" rtl="0" eaLnBrk="1" latinLnBrk="0" hangingPunct="1">
              <a:lnSpc>
                <a:spcPct val="133000"/>
              </a:lnSpc>
              <a:spcBef>
                <a:spcPts val="0"/>
              </a:spcBef>
              <a:spcAft>
                <a:spcPts val="250"/>
              </a:spcAft>
              <a:buFont typeface="Arial" panose="020B0604020202020204" pitchFamily="34" charset="0"/>
              <a:buNone/>
              <a:defRPr sz="900" kern="1200" spc="0">
                <a:solidFill>
                  <a:schemeClr val="accent3"/>
                </a:solidFill>
                <a:latin typeface="Verlag Light"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90000"/>
              </a:lnSpc>
              <a:spcBef>
                <a:spcPts val="0"/>
              </a:spcBef>
              <a:spcAft>
                <a:spcPts val="0"/>
              </a:spcAft>
              <a:buClrTx/>
              <a:buSzTx/>
              <a:buFont typeface="Arial" panose="020B0604020202020204" pitchFamily="34" charset="0"/>
              <a:buNone/>
              <a:tabLst/>
              <a:defRPr/>
            </a:pPr>
            <a:r>
              <a:rPr kumimoji="0" lang="en-US" sz="800" b="0" i="1" u="none" strike="noStrike" kern="1200" cap="none" spc="0" normalizeH="0" baseline="0" noProof="0">
                <a:ln>
                  <a:noFill/>
                </a:ln>
                <a:solidFill>
                  <a:srgbClr val="000000"/>
                </a:solidFill>
                <a:effectLst/>
                <a:uLnTx/>
                <a:uFillTx/>
                <a:latin typeface="Helvetica Neue" panose="02000503000000020004"/>
                <a:ea typeface="+mn-ea"/>
                <a:cs typeface="Arial" panose="020B0604020202020204" pitchFamily="34" charset="0"/>
              </a:rPr>
              <a:t>*Private Residential and Four Seasons Yachts encompass smaller product inventories targeted to niche media verticals, hence lower coverage volumes and greater MoM variances.</a:t>
            </a:r>
          </a:p>
          <a:p>
            <a:pPr marL="0" marR="0" lvl="0" indent="0" algn="l" defTabSz="914400" rtl="0" eaLnBrk="1" fontAlgn="base" latinLnBrk="0" hangingPunct="1">
              <a:lnSpc>
                <a:spcPct val="90000"/>
              </a:lnSpc>
              <a:spcBef>
                <a:spcPts val="0"/>
              </a:spcBef>
              <a:spcAft>
                <a:spcPts val="0"/>
              </a:spcAft>
              <a:buClrTx/>
              <a:buSzTx/>
              <a:buFont typeface="Arial" panose="020B0604020202020204" pitchFamily="34" charset="0"/>
              <a:buNone/>
              <a:tabLst/>
              <a:defRPr/>
            </a:pPr>
            <a:r>
              <a:rPr kumimoji="0" lang="en-US" sz="800" b="0" i="1" u="none" strike="noStrike" kern="1200" cap="none" spc="0" normalizeH="0" baseline="0" noProof="0">
                <a:ln>
                  <a:noFill/>
                </a:ln>
                <a:solidFill>
                  <a:srgbClr val="000000"/>
                </a:solidFill>
                <a:effectLst/>
                <a:uLnTx/>
                <a:uFillTx/>
                <a:latin typeface="Helvetica Neue" panose="02000503000000020004"/>
                <a:ea typeface="+mn-ea"/>
                <a:cs typeface="Arial" panose="020B0604020202020204" pitchFamily="34" charset="0"/>
              </a:rPr>
              <a:t>**Retail is targeted to niche media verticals and coverage is currently limited to the US market only, hence a significantly lower coverage volume is expected by comparison, along with greater MoM variances</a:t>
            </a:r>
          </a:p>
        </p:txBody>
      </p:sp>
      <p:graphicFrame>
        <p:nvGraphicFramePr>
          <p:cNvPr id="11" name="Chart 10">
            <a:extLst>
              <a:ext uri="{FF2B5EF4-FFF2-40B4-BE49-F238E27FC236}">
                <a16:creationId xmlns:a16="http://schemas.microsoft.com/office/drawing/2014/main" id="{8EEBDBA8-D3DC-FDA8-E352-C16170F1BFD9}"/>
              </a:ext>
            </a:extLst>
          </p:cNvPr>
          <p:cNvGraphicFramePr>
            <a:graphicFrameLocks noChangeAspect="1"/>
          </p:cNvGraphicFramePr>
          <p:nvPr/>
        </p:nvGraphicFramePr>
        <p:xfrm>
          <a:off x="6477135" y="1449108"/>
          <a:ext cx="5030468" cy="231625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Chart 11">
            <a:extLst>
              <a:ext uri="{FF2B5EF4-FFF2-40B4-BE49-F238E27FC236}">
                <a16:creationId xmlns:a16="http://schemas.microsoft.com/office/drawing/2014/main" id="{9546562B-2C3E-668E-2DE6-7BC18AC30097}"/>
              </a:ext>
            </a:extLst>
          </p:cNvPr>
          <p:cNvGraphicFramePr>
            <a:graphicFrameLocks noChangeAspect="1"/>
          </p:cNvGraphicFramePr>
          <p:nvPr/>
        </p:nvGraphicFramePr>
        <p:xfrm>
          <a:off x="6537127" y="3964085"/>
          <a:ext cx="5030468" cy="231625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4">
            <a:extLst>
              <a:ext uri="{FF2B5EF4-FFF2-40B4-BE49-F238E27FC236}">
                <a16:creationId xmlns:a16="http://schemas.microsoft.com/office/drawing/2014/main" id="{47D9329F-6C4A-E0AB-DAA4-6B46054C952B}"/>
              </a:ext>
            </a:extLst>
          </p:cNvPr>
          <p:cNvGraphicFramePr>
            <a:graphicFrameLocks noChangeAspect="1"/>
          </p:cNvGraphicFramePr>
          <p:nvPr/>
        </p:nvGraphicFramePr>
        <p:xfrm>
          <a:off x="1410117" y="1455685"/>
          <a:ext cx="5030468" cy="231625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Chart 7">
            <a:extLst>
              <a:ext uri="{FF2B5EF4-FFF2-40B4-BE49-F238E27FC236}">
                <a16:creationId xmlns:a16="http://schemas.microsoft.com/office/drawing/2014/main" id="{352A68FA-61D3-FA47-FA4D-65FDAFFA4996}"/>
              </a:ext>
            </a:extLst>
          </p:cNvPr>
          <p:cNvGraphicFramePr>
            <a:graphicFrameLocks noChangeAspect="1"/>
          </p:cNvGraphicFramePr>
          <p:nvPr/>
        </p:nvGraphicFramePr>
        <p:xfrm>
          <a:off x="1410117" y="3865445"/>
          <a:ext cx="5030468" cy="2316251"/>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21975617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XCLUDEHIDDENSLIDES" val="False"/>
  <p:tag name="NUMBEROFPAGES" val="19"/>
</p:tagLst>
</file>

<file path=ppt/theme/theme1.xml><?xml version="1.0" encoding="utf-8"?>
<a:theme xmlns:a="http://schemas.openxmlformats.org/drawingml/2006/main" name="1_Four Seasons Slide Master">
  <a:themeElements>
    <a:clrScheme name="Four Seasons">
      <a:dk1>
        <a:srgbClr val="0A0A0A"/>
      </a:dk1>
      <a:lt1>
        <a:srgbClr val="FFFFFF"/>
      </a:lt1>
      <a:dk2>
        <a:srgbClr val="374156"/>
      </a:dk2>
      <a:lt2>
        <a:srgbClr val="FFFFFF"/>
      </a:lt2>
      <a:accent1>
        <a:srgbClr val="175252"/>
      </a:accent1>
      <a:accent2>
        <a:srgbClr val="F2F5D1"/>
      </a:accent2>
      <a:accent3>
        <a:srgbClr val="DFF3FB"/>
      </a:accent3>
      <a:accent4>
        <a:srgbClr val="DC4827"/>
      </a:accent4>
      <a:accent5>
        <a:srgbClr val="0F587C"/>
      </a:accent5>
      <a:accent6>
        <a:srgbClr val="FDF2F7"/>
      </a:accent6>
      <a:hlink>
        <a:srgbClr val="848484"/>
      </a:hlink>
      <a:folHlink>
        <a:srgbClr val="0F587C"/>
      </a:folHlink>
    </a:clrScheme>
    <a:fontScheme name="Four Seasons">
      <a:majorFont>
        <a:latin typeface="Saol Display Regular"/>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Brand Colours">
      <a:dk1>
        <a:srgbClr val="000000"/>
      </a:dk1>
      <a:lt1>
        <a:srgbClr val="FFFFFF"/>
      </a:lt1>
      <a:dk2>
        <a:srgbClr val="3C441E"/>
      </a:dk2>
      <a:lt2>
        <a:srgbClr val="E8E6E6"/>
      </a:lt2>
      <a:accent1>
        <a:srgbClr val="3C441E"/>
      </a:accent1>
      <a:accent2>
        <a:srgbClr val="CBC3BC"/>
      </a:accent2>
      <a:accent3>
        <a:srgbClr val="FFFBF8"/>
      </a:accent3>
      <a:accent4>
        <a:srgbClr val="D3B59E"/>
      </a:accent4>
      <a:accent5>
        <a:srgbClr val="B6533E"/>
      </a:accent5>
      <a:accent6>
        <a:srgbClr val="3C441E"/>
      </a:accent6>
      <a:hlink>
        <a:srgbClr val="3C441E"/>
      </a:hlink>
      <a:folHlink>
        <a:srgbClr val="3C441E"/>
      </a:folHlink>
    </a:clrScheme>
    <a:fontScheme name="Four Seasons - 2026">
      <a:majorFont>
        <a:latin typeface="Saol Display Light"/>
        <a:ea typeface=""/>
        <a:cs typeface=""/>
      </a:majorFont>
      <a:minorFont>
        <a:latin typeface="Helvetica Neu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0" tIns="45720" rIns="90000" bIns="45720" numCol="1" spcCol="720000" rtlCol="0" anchor="t">
        <a:noAutofit/>
      </a:bodyPr>
      <a:lstStyle>
        <a:defPPr algn="l">
          <a:lnSpc>
            <a:spcPts val="1100"/>
          </a:lnSpc>
          <a:defRPr sz="800" kern="1100" spc="-10" dirty="0" smtClean="0">
            <a:latin typeface="Helvetica Neue Medium" panose="02000503000000020004" pitchFamily="2" charset="0"/>
            <a:ea typeface="Helvetica Neue Medium" panose="02000503000000020004" pitchFamily="2" charset="0"/>
            <a:cs typeface="Helvetica Neue Medium" panose="02000503000000020004"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69fc76cd-75bc-43fc-92a8-d7c4c19d6873" xsi:nil="true"/>
    <lcf76f155ced4ddcb4097134ff3c332f xmlns="ffc801ff-5a17-4527-849c-203a022eeed7">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64282A461EE7347B68E9297DFD0140C" ma:contentTypeVersion="9" ma:contentTypeDescription="Create a new document." ma:contentTypeScope="" ma:versionID="fd9a363bcb27e0c3648e06eb7b6e0425">
  <xsd:schema xmlns:xsd="http://www.w3.org/2001/XMLSchema" xmlns:xs="http://www.w3.org/2001/XMLSchema" xmlns:p="http://schemas.microsoft.com/office/2006/metadata/properties" xmlns:ns2="ffc801ff-5a17-4527-849c-203a022eeed7" xmlns:ns3="69fc76cd-75bc-43fc-92a8-d7c4c19d6873" targetNamespace="http://schemas.microsoft.com/office/2006/metadata/properties" ma:root="true" ma:fieldsID="fc490454cc70d5b61d5d5200f358501b" ns2:_="" ns3:_="">
    <xsd:import namespace="ffc801ff-5a17-4527-849c-203a022eeed7"/>
    <xsd:import namespace="69fc76cd-75bc-43fc-92a8-d7c4c19d687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c801ff-5a17-4527-849c-203a022eeed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9b09575-d76b-43dd-9bd8-596ae673ba3d"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9fc76cd-75bc-43fc-92a8-d7c4c19d6873"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d1f33a1-77bf-4225-9701-e0877e18b696}" ma:internalName="TaxCatchAll" ma:showField="CatchAllData" ma:web="69fc76cd-75bc-43fc-92a8-d7c4c19d687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017F20-04AB-401E-B639-654A81AFBAD8}">
  <ds:schemaRefs>
    <ds:schemaRef ds:uri="http://schemas.microsoft.com/office/2006/documentManagement/types"/>
    <ds:schemaRef ds:uri="ffc801ff-5a17-4527-849c-203a022eeed7"/>
    <ds:schemaRef ds:uri="http://www.w3.org/XML/1998/namespace"/>
    <ds:schemaRef ds:uri="http://schemas.microsoft.com/office/infopath/2007/PartnerControls"/>
    <ds:schemaRef ds:uri="http://purl.org/dc/elements/1.1/"/>
    <ds:schemaRef ds:uri="http://purl.org/dc/dcmitype/"/>
    <ds:schemaRef ds:uri="http://schemas.microsoft.com/office/2006/metadata/properties"/>
    <ds:schemaRef ds:uri="http://purl.org/dc/terms/"/>
    <ds:schemaRef ds:uri="http://schemas.openxmlformats.org/package/2006/metadata/core-properties"/>
    <ds:schemaRef ds:uri="69fc76cd-75bc-43fc-92a8-d7c4c19d6873"/>
  </ds:schemaRefs>
</ds:datastoreItem>
</file>

<file path=customXml/itemProps2.xml><?xml version="1.0" encoding="utf-8"?>
<ds:datastoreItem xmlns:ds="http://schemas.openxmlformats.org/officeDocument/2006/customXml" ds:itemID="{9E8A52EF-D771-45BD-A407-49B6CC51B044}">
  <ds:schemaRefs>
    <ds:schemaRef ds:uri="http://schemas.microsoft.com/sharepoint/v3/contenttype/forms"/>
  </ds:schemaRefs>
</ds:datastoreItem>
</file>

<file path=customXml/itemProps3.xml><?xml version="1.0" encoding="utf-8"?>
<ds:datastoreItem xmlns:ds="http://schemas.openxmlformats.org/officeDocument/2006/customXml" ds:itemID="{B91EC111-AAD1-4D6A-993E-3FB535DA416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fc801ff-5a17-4527-849c-203a022eeed7"/>
    <ds:schemaRef ds:uri="69fc76cd-75bc-43fc-92a8-d7c4c19d687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b824bfb3-918e-43c2-bb1c-dcc1ba40a82b}" enabled="0" method="" siteId="{b824bfb3-918e-43c2-bb1c-dcc1ba40a82b}" removed="1"/>
</clbl:labelList>
</file>

<file path=docProps/app.xml><?xml version="1.0" encoding="utf-8"?>
<Properties xmlns="http://schemas.openxmlformats.org/officeDocument/2006/extended-properties" xmlns:vt="http://schemas.openxmlformats.org/officeDocument/2006/docPropsVTypes">
  <Template/>
  <TotalTime>295</TotalTime>
  <Words>4318</Words>
  <Application>Microsoft Office PowerPoint</Application>
  <PresentationFormat>Widescreen</PresentationFormat>
  <Paragraphs>532</Paragraphs>
  <Slides>18</Slides>
  <Notes>3</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18</vt:i4>
      </vt:variant>
    </vt:vector>
  </HeadingPairs>
  <TitlesOfParts>
    <vt:vector size="30" baseType="lpstr">
      <vt:lpstr>Arial</vt:lpstr>
      <vt:lpstr>Baskerville</vt:lpstr>
      <vt:lpstr>Calibri</vt:lpstr>
      <vt:lpstr>Century Gothic</vt:lpstr>
      <vt:lpstr>Helvetica Neue</vt:lpstr>
      <vt:lpstr>Helvetica Neue Medium</vt:lpstr>
      <vt:lpstr>Saol Display light</vt:lpstr>
      <vt:lpstr>Saol Display light</vt:lpstr>
      <vt:lpstr>Saol Display Regular</vt:lpstr>
      <vt:lpstr>Wingdings</vt:lpstr>
      <vt:lpstr>1_Four Seasons Slide Master</vt:lpstr>
      <vt:lpstr>Office Theme</vt:lpstr>
      <vt:lpstr>FOUR SEASONS  YACHTS</vt:lpstr>
      <vt:lpstr>OVERVIEW</vt:lpstr>
      <vt:lpstr>SOV/P OVERVIEW</vt:lpstr>
      <vt:lpstr>PowerPoint Presentation</vt:lpstr>
      <vt:lpstr>GLOBAL REPORT</vt:lpstr>
      <vt:lpstr>YACHTS- GLOBAL</vt:lpstr>
      <vt:lpstr>SOV/P OVER TIME – GLOBAL </vt:lpstr>
      <vt:lpstr>PROMINENCE FACTOR OVERVIEW – GLOBAL</vt:lpstr>
      <vt:lpstr>PROMINENCE FACTOR OVERVIEW – GLOBAL</vt:lpstr>
      <vt:lpstr>SHARE OF VOICE &amp; PROMINENCE: REGIONAL BREAKOUTS</vt:lpstr>
      <vt:lpstr>AMERICAS</vt:lpstr>
      <vt:lpstr>YACHTS - AMERICAS </vt:lpstr>
      <vt:lpstr>EMEA</vt:lpstr>
      <vt:lpstr>YACHTS - EMEA</vt:lpstr>
      <vt:lpstr>APAC</vt:lpstr>
      <vt:lpstr>YACHTS - APAC (MULTICHANNEL INSIGHTS)  </vt:lpstr>
      <vt:lpstr>APPENDIX</vt:lpstr>
      <vt:lpstr>LOB % CONTRIBUTION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Otto, Maria</dc:creator>
  <cp:lastModifiedBy>Hernández Dodino, Camilo</cp:lastModifiedBy>
  <cp:revision>3</cp:revision>
  <dcterms:created xsi:type="dcterms:W3CDTF">2020-07-21T16:54:36Z</dcterms:created>
  <dcterms:modified xsi:type="dcterms:W3CDTF">2026-09-08T14:32:54Z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0x010100864282A461EE7347B68E9297DFD0140C</vt:lpwstr>
  </property>
  <property fmtid="{D5CDD505-2E9C-101B-9397-08002B2CF9AE}" pid="3" name="MediaServiceImageTags">
    <vt:lpwstr/>
  </property>
  <property fmtid="{D5CDD505-2E9C-101B-9397-08002B2CF9AE}" pid="4" name="Order">
    <vt:r8>21200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ies>
</file>